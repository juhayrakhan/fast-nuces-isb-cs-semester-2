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7" r:id="rId1"/>
  </p:sldMasterIdLst>
  <p:sldIdLst>
    <p:sldId id="267" r:id="rId2"/>
    <p:sldId id="256" r:id="rId3"/>
    <p:sldId id="277" r:id="rId4"/>
    <p:sldId id="258" r:id="rId5"/>
    <p:sldId id="261" r:id="rId6"/>
    <p:sldId id="283" r:id="rId7"/>
    <p:sldId id="259" r:id="rId8"/>
    <p:sldId id="278" r:id="rId9"/>
    <p:sldId id="284" r:id="rId10"/>
    <p:sldId id="275" r:id="rId11"/>
    <p:sldId id="276" r:id="rId12"/>
    <p:sldId id="279" r:id="rId13"/>
    <p:sldId id="281" r:id="rId14"/>
    <p:sldId id="282" r:id="rId15"/>
    <p:sldId id="264" r:id="rId16"/>
    <p:sldId id="265" r:id="rId17"/>
    <p:sldId id="27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9EB"/>
    <a:srgbClr val="D26D23"/>
    <a:srgbClr val="FF6600"/>
    <a:srgbClr val="99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6" d="100"/>
          <a:sy n="56" d="100"/>
        </p:scale>
        <p:origin x="976" y="4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7.png"/><Relationship Id="rId7" Type="http://schemas.openxmlformats.org/officeDocument/2006/relationships/image" Target="../media/image29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32.svg"/><Relationship Id="rId4" Type="http://schemas.openxmlformats.org/officeDocument/2006/relationships/image" Target="../media/image28.svg"/><Relationship Id="rId9" Type="http://schemas.openxmlformats.org/officeDocument/2006/relationships/image" Target="../media/image31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7.png"/><Relationship Id="rId7" Type="http://schemas.openxmlformats.org/officeDocument/2006/relationships/image" Target="../media/image29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32.svg"/><Relationship Id="rId4" Type="http://schemas.openxmlformats.org/officeDocument/2006/relationships/image" Target="../media/image28.svg"/><Relationship Id="rId9" Type="http://schemas.openxmlformats.org/officeDocument/2006/relationships/image" Target="../media/image3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664E80D-A685-4814-9D56-C95FD8E3B8D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DFCC0D0-60E3-425C-96A1-4B6FF61C8AC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A process where community members are actively involved in solving local issues.</a:t>
          </a:r>
        </a:p>
      </dgm:t>
    </dgm:pt>
    <dgm:pt modelId="{5C815F22-3359-4621-BEAD-6B4B9F04FEB1}" type="parTrans" cxnId="{6357D134-6BC0-41F8-81D4-E6BEDA18D0FC}">
      <dgm:prSet/>
      <dgm:spPr/>
      <dgm:t>
        <a:bodyPr/>
        <a:lstStyle/>
        <a:p>
          <a:endParaRPr lang="en-US" sz="1450"/>
        </a:p>
      </dgm:t>
    </dgm:pt>
    <dgm:pt modelId="{E220BE8C-7095-474A-B351-6FE801B628FB}" type="sibTrans" cxnId="{6357D134-6BC0-41F8-81D4-E6BEDA18D0FC}">
      <dgm:prSet/>
      <dgm:spPr/>
      <dgm:t>
        <a:bodyPr/>
        <a:lstStyle/>
        <a:p>
          <a:pPr>
            <a:lnSpc>
              <a:spcPct val="100000"/>
            </a:lnSpc>
          </a:pPr>
          <a:endParaRPr lang="en-US" sz="1450"/>
        </a:p>
      </dgm:t>
    </dgm:pt>
    <dgm:pt modelId="{5B06515B-47B0-4E6D-8511-0B2E48D602C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Builds trust, empowerment, and sustainable development.</a:t>
          </a:r>
        </a:p>
      </dgm:t>
    </dgm:pt>
    <dgm:pt modelId="{F3A1C42D-59FF-4B3D-9131-661618F1078F}" type="parTrans" cxnId="{9B24E2D3-E11C-413E-AC0A-CCAB2E31E5E1}">
      <dgm:prSet/>
      <dgm:spPr/>
      <dgm:t>
        <a:bodyPr/>
        <a:lstStyle/>
        <a:p>
          <a:endParaRPr lang="en-US" sz="1450"/>
        </a:p>
      </dgm:t>
    </dgm:pt>
    <dgm:pt modelId="{FC34C226-404C-47DC-B1E6-95A180E875D9}" type="sibTrans" cxnId="{9B24E2D3-E11C-413E-AC0A-CCAB2E31E5E1}">
      <dgm:prSet/>
      <dgm:spPr/>
      <dgm:t>
        <a:bodyPr/>
        <a:lstStyle/>
        <a:p>
          <a:pPr>
            <a:lnSpc>
              <a:spcPct val="100000"/>
            </a:lnSpc>
          </a:pPr>
          <a:endParaRPr lang="en-US" sz="1450"/>
        </a:p>
      </dgm:t>
    </dgm:pt>
    <dgm:pt modelId="{997455BF-0B6F-4FAC-8186-75A896ADE3B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Encourages collaboration between stakeholders, organizations, and residents.</a:t>
          </a:r>
        </a:p>
      </dgm:t>
    </dgm:pt>
    <dgm:pt modelId="{F9B6067A-1C8C-4059-BD2E-DCDD65D3DF5C}" type="parTrans" cxnId="{F7C572FF-DEDF-4B8C-A9F1-5B37A9D5D707}">
      <dgm:prSet/>
      <dgm:spPr/>
      <dgm:t>
        <a:bodyPr/>
        <a:lstStyle/>
        <a:p>
          <a:endParaRPr lang="en-US" sz="1450"/>
        </a:p>
      </dgm:t>
    </dgm:pt>
    <dgm:pt modelId="{30AEBD7F-CD4C-4675-B339-C2FA7E7C297C}" type="sibTrans" cxnId="{F7C572FF-DEDF-4B8C-A9F1-5B37A9D5D707}">
      <dgm:prSet/>
      <dgm:spPr/>
      <dgm:t>
        <a:bodyPr/>
        <a:lstStyle/>
        <a:p>
          <a:pPr>
            <a:lnSpc>
              <a:spcPct val="100000"/>
            </a:lnSpc>
          </a:pPr>
          <a:endParaRPr lang="en-US" sz="1450"/>
        </a:p>
      </dgm:t>
    </dgm:pt>
    <dgm:pt modelId="{371DFB4B-8978-40DE-B94F-9DFA588FE89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Effective Community Engagement requires systematic commitment. </a:t>
          </a:r>
        </a:p>
      </dgm:t>
    </dgm:pt>
    <dgm:pt modelId="{9342CAC2-2BBB-4ACC-95B3-ECBF8A115DE8}" type="parTrans" cxnId="{C19694D3-97A3-4B19-8094-D23BCA83B872}">
      <dgm:prSet/>
      <dgm:spPr/>
      <dgm:t>
        <a:bodyPr/>
        <a:lstStyle/>
        <a:p>
          <a:endParaRPr lang="en-US" sz="1450"/>
        </a:p>
      </dgm:t>
    </dgm:pt>
    <dgm:pt modelId="{923AD68B-9E68-4C1B-B3E2-B339079B9018}" type="sibTrans" cxnId="{C19694D3-97A3-4B19-8094-D23BCA83B872}">
      <dgm:prSet/>
      <dgm:spPr/>
      <dgm:t>
        <a:bodyPr/>
        <a:lstStyle/>
        <a:p>
          <a:pPr>
            <a:lnSpc>
              <a:spcPct val="100000"/>
            </a:lnSpc>
          </a:pPr>
          <a:endParaRPr lang="en-US" sz="1450"/>
        </a:p>
      </dgm:t>
    </dgm:pt>
    <dgm:pt modelId="{4025B485-01F1-4727-9C9B-B3416F1A917D}" type="pres">
      <dgm:prSet presAssocID="{7664E80D-A685-4814-9D56-C95FD8E3B8D6}" presName="root" presStyleCnt="0">
        <dgm:presLayoutVars>
          <dgm:dir/>
          <dgm:resizeHandles val="exact"/>
        </dgm:presLayoutVars>
      </dgm:prSet>
      <dgm:spPr/>
    </dgm:pt>
    <dgm:pt modelId="{26A97588-B0E3-4C0E-A13B-58E16A198748}" type="pres">
      <dgm:prSet presAssocID="{ADFCC0D0-60E3-425C-96A1-4B6FF61C8ACD}" presName="compNode" presStyleCnt="0"/>
      <dgm:spPr/>
    </dgm:pt>
    <dgm:pt modelId="{9107D1F0-9E62-4AAA-86E7-3E89B1CE45B5}" type="pres">
      <dgm:prSet presAssocID="{ADFCC0D0-60E3-425C-96A1-4B6FF61C8ACD}" presName="iconRect" presStyleLbl="node1" presStyleIdx="0" presStyleCnt="4" custLinFactNeighborX="9477" custLinFactNeighborY="6478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AAF23AF6-DDE7-4A5E-8867-C41F791A0445}" type="pres">
      <dgm:prSet presAssocID="{ADFCC0D0-60E3-425C-96A1-4B6FF61C8ACD}" presName="spaceRect" presStyleCnt="0"/>
      <dgm:spPr/>
    </dgm:pt>
    <dgm:pt modelId="{8792C4FA-4B34-4EB4-9BA6-1802C8003931}" type="pres">
      <dgm:prSet presAssocID="{ADFCC0D0-60E3-425C-96A1-4B6FF61C8ACD}" presName="textRect" presStyleLbl="revTx" presStyleIdx="0" presStyleCnt="4">
        <dgm:presLayoutVars>
          <dgm:chMax val="1"/>
          <dgm:chPref val="1"/>
        </dgm:presLayoutVars>
      </dgm:prSet>
      <dgm:spPr/>
    </dgm:pt>
    <dgm:pt modelId="{9C79F0CA-C202-4559-B43F-9FA5FF37A9DD}" type="pres">
      <dgm:prSet presAssocID="{E220BE8C-7095-474A-B351-6FE801B628FB}" presName="sibTrans" presStyleCnt="0"/>
      <dgm:spPr/>
    </dgm:pt>
    <dgm:pt modelId="{F16FFA50-4C24-4CF1-B306-AB97B05AC982}" type="pres">
      <dgm:prSet presAssocID="{5B06515B-47B0-4E6D-8511-0B2E48D602CC}" presName="compNode" presStyleCnt="0"/>
      <dgm:spPr/>
    </dgm:pt>
    <dgm:pt modelId="{E6DBBA34-9F13-46CF-9321-3312B5BCF9D9}" type="pres">
      <dgm:prSet presAssocID="{5B06515B-47B0-4E6D-8511-0B2E48D602CC}" presName="iconRect" presStyleLbl="node1" presStyleIdx="1" presStyleCnt="4" custLinFactNeighborX="4774" custLinFactNeighborY="66601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ycle with People"/>
        </a:ext>
      </dgm:extLst>
    </dgm:pt>
    <dgm:pt modelId="{ACFE563B-3F72-4A5A-B853-A74CFC0969BA}" type="pres">
      <dgm:prSet presAssocID="{5B06515B-47B0-4E6D-8511-0B2E48D602CC}" presName="spaceRect" presStyleCnt="0"/>
      <dgm:spPr/>
    </dgm:pt>
    <dgm:pt modelId="{D4E47CDC-2270-4FC5-86BD-E8ED8CB4C9F7}" type="pres">
      <dgm:prSet presAssocID="{5B06515B-47B0-4E6D-8511-0B2E48D602CC}" presName="textRect" presStyleLbl="revTx" presStyleIdx="1" presStyleCnt="4">
        <dgm:presLayoutVars>
          <dgm:chMax val="1"/>
          <dgm:chPref val="1"/>
        </dgm:presLayoutVars>
      </dgm:prSet>
      <dgm:spPr/>
    </dgm:pt>
    <dgm:pt modelId="{02961222-B16F-4620-9388-561CF68D2929}" type="pres">
      <dgm:prSet presAssocID="{FC34C226-404C-47DC-B1E6-95A180E875D9}" presName="sibTrans" presStyleCnt="0"/>
      <dgm:spPr/>
    </dgm:pt>
    <dgm:pt modelId="{E9C7308D-3613-4359-B65A-57A43B7215D4}" type="pres">
      <dgm:prSet presAssocID="{997455BF-0B6F-4FAC-8186-75A896ADE3B7}" presName="compNode" presStyleCnt="0"/>
      <dgm:spPr/>
    </dgm:pt>
    <dgm:pt modelId="{91533015-70C4-47DC-ABEE-849A95B7C767}" type="pres">
      <dgm:prSet presAssocID="{997455BF-0B6F-4FAC-8186-75A896ADE3B7}" presName="iconRect" presStyleLbl="node1" presStyleIdx="2" presStyleCnt="4" custLinFactNeighborX="-8355" custLinFactNeighborY="6025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 of People"/>
        </a:ext>
      </dgm:extLst>
    </dgm:pt>
    <dgm:pt modelId="{E58202BC-4027-4743-B4B6-252E8350817F}" type="pres">
      <dgm:prSet presAssocID="{997455BF-0B6F-4FAC-8186-75A896ADE3B7}" presName="spaceRect" presStyleCnt="0"/>
      <dgm:spPr/>
    </dgm:pt>
    <dgm:pt modelId="{5C0C432D-3BE0-4FE7-8F5E-19D30A993A33}" type="pres">
      <dgm:prSet presAssocID="{997455BF-0B6F-4FAC-8186-75A896ADE3B7}" presName="textRect" presStyleLbl="revTx" presStyleIdx="2" presStyleCnt="4">
        <dgm:presLayoutVars>
          <dgm:chMax val="1"/>
          <dgm:chPref val="1"/>
        </dgm:presLayoutVars>
      </dgm:prSet>
      <dgm:spPr/>
    </dgm:pt>
    <dgm:pt modelId="{8650C91C-48EA-4339-8673-A85C3CB9B2E9}" type="pres">
      <dgm:prSet presAssocID="{30AEBD7F-CD4C-4675-B339-C2FA7E7C297C}" presName="sibTrans" presStyleCnt="0"/>
      <dgm:spPr/>
    </dgm:pt>
    <dgm:pt modelId="{FCD25E2D-7B98-4374-96EA-DE4C972BAC93}" type="pres">
      <dgm:prSet presAssocID="{371DFB4B-8978-40DE-B94F-9DFA588FE895}" presName="compNode" presStyleCnt="0"/>
      <dgm:spPr/>
    </dgm:pt>
    <dgm:pt modelId="{A8238265-4F01-4F37-9B9F-BCC1404B87F3}" type="pres">
      <dgm:prSet presAssocID="{371DFB4B-8978-40DE-B94F-9DFA588FE895}" presName="iconRect" presStyleLbl="node1" presStyleIdx="3" presStyleCnt="4" custLinFactNeighborX="-8355" custLinFactNeighborY="75560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85B7BACD-157C-423E-8890-4C370C53BEDD}" type="pres">
      <dgm:prSet presAssocID="{371DFB4B-8978-40DE-B94F-9DFA588FE895}" presName="spaceRect" presStyleCnt="0"/>
      <dgm:spPr/>
    </dgm:pt>
    <dgm:pt modelId="{38ADDF96-DA50-40E9-B827-5EA4B3163A4C}" type="pres">
      <dgm:prSet presAssocID="{371DFB4B-8978-40DE-B94F-9DFA588FE89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357D134-6BC0-41F8-81D4-E6BEDA18D0FC}" srcId="{7664E80D-A685-4814-9D56-C95FD8E3B8D6}" destId="{ADFCC0D0-60E3-425C-96A1-4B6FF61C8ACD}" srcOrd="0" destOrd="0" parTransId="{5C815F22-3359-4621-BEAD-6B4B9F04FEB1}" sibTransId="{E220BE8C-7095-474A-B351-6FE801B628FB}"/>
    <dgm:cxn modelId="{7D826154-CDEE-4CCB-9F94-C14985C56375}" type="presOf" srcId="{7664E80D-A685-4814-9D56-C95FD8E3B8D6}" destId="{4025B485-01F1-4727-9C9B-B3416F1A917D}" srcOrd="0" destOrd="0" presId="urn:microsoft.com/office/officeart/2018/2/layout/IconLabelList"/>
    <dgm:cxn modelId="{A9BA407B-C3F2-4187-A633-70861FDE17C4}" type="presOf" srcId="{ADFCC0D0-60E3-425C-96A1-4B6FF61C8ACD}" destId="{8792C4FA-4B34-4EB4-9BA6-1802C8003931}" srcOrd="0" destOrd="0" presId="urn:microsoft.com/office/officeart/2018/2/layout/IconLabelList"/>
    <dgm:cxn modelId="{EBE81DCD-5AFB-4CE6-804B-94040B260CFE}" type="presOf" srcId="{371DFB4B-8978-40DE-B94F-9DFA588FE895}" destId="{38ADDF96-DA50-40E9-B827-5EA4B3163A4C}" srcOrd="0" destOrd="0" presId="urn:microsoft.com/office/officeart/2018/2/layout/IconLabelList"/>
    <dgm:cxn modelId="{C19694D3-97A3-4B19-8094-D23BCA83B872}" srcId="{7664E80D-A685-4814-9D56-C95FD8E3B8D6}" destId="{371DFB4B-8978-40DE-B94F-9DFA588FE895}" srcOrd="3" destOrd="0" parTransId="{9342CAC2-2BBB-4ACC-95B3-ECBF8A115DE8}" sibTransId="{923AD68B-9E68-4C1B-B3E2-B339079B9018}"/>
    <dgm:cxn modelId="{9B24E2D3-E11C-413E-AC0A-CCAB2E31E5E1}" srcId="{7664E80D-A685-4814-9D56-C95FD8E3B8D6}" destId="{5B06515B-47B0-4E6D-8511-0B2E48D602CC}" srcOrd="1" destOrd="0" parTransId="{F3A1C42D-59FF-4B3D-9131-661618F1078F}" sibTransId="{FC34C226-404C-47DC-B1E6-95A180E875D9}"/>
    <dgm:cxn modelId="{BC05D4DE-39DE-4BAB-B775-B3E7F377C1AF}" type="presOf" srcId="{5B06515B-47B0-4E6D-8511-0B2E48D602CC}" destId="{D4E47CDC-2270-4FC5-86BD-E8ED8CB4C9F7}" srcOrd="0" destOrd="0" presId="urn:microsoft.com/office/officeart/2018/2/layout/IconLabelList"/>
    <dgm:cxn modelId="{2D7BF1FA-E931-4314-BDF1-ACFD9AB5A5A7}" type="presOf" srcId="{997455BF-0B6F-4FAC-8186-75A896ADE3B7}" destId="{5C0C432D-3BE0-4FE7-8F5E-19D30A993A33}" srcOrd="0" destOrd="0" presId="urn:microsoft.com/office/officeart/2018/2/layout/IconLabelList"/>
    <dgm:cxn modelId="{F7C572FF-DEDF-4B8C-A9F1-5B37A9D5D707}" srcId="{7664E80D-A685-4814-9D56-C95FD8E3B8D6}" destId="{997455BF-0B6F-4FAC-8186-75A896ADE3B7}" srcOrd="2" destOrd="0" parTransId="{F9B6067A-1C8C-4059-BD2E-DCDD65D3DF5C}" sibTransId="{30AEBD7F-CD4C-4675-B339-C2FA7E7C297C}"/>
    <dgm:cxn modelId="{855E34BD-1A61-4356-9E4A-95F2EC921948}" type="presParOf" srcId="{4025B485-01F1-4727-9C9B-B3416F1A917D}" destId="{26A97588-B0E3-4C0E-A13B-58E16A198748}" srcOrd="0" destOrd="0" presId="urn:microsoft.com/office/officeart/2018/2/layout/IconLabelList"/>
    <dgm:cxn modelId="{F54E00AE-203A-4D98-B93A-32BE7C342BB2}" type="presParOf" srcId="{26A97588-B0E3-4C0E-A13B-58E16A198748}" destId="{9107D1F0-9E62-4AAA-86E7-3E89B1CE45B5}" srcOrd="0" destOrd="0" presId="urn:microsoft.com/office/officeart/2018/2/layout/IconLabelList"/>
    <dgm:cxn modelId="{B1A0C856-9DA4-438B-B9E2-049F14F9F466}" type="presParOf" srcId="{26A97588-B0E3-4C0E-A13B-58E16A198748}" destId="{AAF23AF6-DDE7-4A5E-8867-C41F791A0445}" srcOrd="1" destOrd="0" presId="urn:microsoft.com/office/officeart/2018/2/layout/IconLabelList"/>
    <dgm:cxn modelId="{DA98D12A-BBCD-476A-B3F1-510D86CDF5CC}" type="presParOf" srcId="{26A97588-B0E3-4C0E-A13B-58E16A198748}" destId="{8792C4FA-4B34-4EB4-9BA6-1802C8003931}" srcOrd="2" destOrd="0" presId="urn:microsoft.com/office/officeart/2018/2/layout/IconLabelList"/>
    <dgm:cxn modelId="{B0678096-9003-4C46-8A5C-8562FA19AF05}" type="presParOf" srcId="{4025B485-01F1-4727-9C9B-B3416F1A917D}" destId="{9C79F0CA-C202-4559-B43F-9FA5FF37A9DD}" srcOrd="1" destOrd="0" presId="urn:microsoft.com/office/officeart/2018/2/layout/IconLabelList"/>
    <dgm:cxn modelId="{BC9B2149-1BE1-4C82-9170-6E141F701886}" type="presParOf" srcId="{4025B485-01F1-4727-9C9B-B3416F1A917D}" destId="{F16FFA50-4C24-4CF1-B306-AB97B05AC982}" srcOrd="2" destOrd="0" presId="urn:microsoft.com/office/officeart/2018/2/layout/IconLabelList"/>
    <dgm:cxn modelId="{7EC7A7F5-3889-4C3B-84C1-814BF41B24DC}" type="presParOf" srcId="{F16FFA50-4C24-4CF1-B306-AB97B05AC982}" destId="{E6DBBA34-9F13-46CF-9321-3312B5BCF9D9}" srcOrd="0" destOrd="0" presId="urn:microsoft.com/office/officeart/2018/2/layout/IconLabelList"/>
    <dgm:cxn modelId="{8DED2D2D-BC8E-467B-BD9F-F6AC8BEAF610}" type="presParOf" srcId="{F16FFA50-4C24-4CF1-B306-AB97B05AC982}" destId="{ACFE563B-3F72-4A5A-B853-A74CFC0969BA}" srcOrd="1" destOrd="0" presId="urn:microsoft.com/office/officeart/2018/2/layout/IconLabelList"/>
    <dgm:cxn modelId="{B0874B45-B92F-406E-950C-224E88D8D781}" type="presParOf" srcId="{F16FFA50-4C24-4CF1-B306-AB97B05AC982}" destId="{D4E47CDC-2270-4FC5-86BD-E8ED8CB4C9F7}" srcOrd="2" destOrd="0" presId="urn:microsoft.com/office/officeart/2018/2/layout/IconLabelList"/>
    <dgm:cxn modelId="{F58F0831-0CB6-4548-93D2-A452CB890F53}" type="presParOf" srcId="{4025B485-01F1-4727-9C9B-B3416F1A917D}" destId="{02961222-B16F-4620-9388-561CF68D2929}" srcOrd="3" destOrd="0" presId="urn:microsoft.com/office/officeart/2018/2/layout/IconLabelList"/>
    <dgm:cxn modelId="{45409FFE-B216-4497-8CFE-FEE56054F2D2}" type="presParOf" srcId="{4025B485-01F1-4727-9C9B-B3416F1A917D}" destId="{E9C7308D-3613-4359-B65A-57A43B7215D4}" srcOrd="4" destOrd="0" presId="urn:microsoft.com/office/officeart/2018/2/layout/IconLabelList"/>
    <dgm:cxn modelId="{7F035B2A-711B-4B19-8E89-4F2B2D544EF6}" type="presParOf" srcId="{E9C7308D-3613-4359-B65A-57A43B7215D4}" destId="{91533015-70C4-47DC-ABEE-849A95B7C767}" srcOrd="0" destOrd="0" presId="urn:microsoft.com/office/officeart/2018/2/layout/IconLabelList"/>
    <dgm:cxn modelId="{99320C37-EAA9-4FDF-BBE2-07994EBAF1C4}" type="presParOf" srcId="{E9C7308D-3613-4359-B65A-57A43B7215D4}" destId="{E58202BC-4027-4743-B4B6-252E8350817F}" srcOrd="1" destOrd="0" presId="urn:microsoft.com/office/officeart/2018/2/layout/IconLabelList"/>
    <dgm:cxn modelId="{84632D38-8452-45BB-A162-E07C89659E4A}" type="presParOf" srcId="{E9C7308D-3613-4359-B65A-57A43B7215D4}" destId="{5C0C432D-3BE0-4FE7-8F5E-19D30A993A33}" srcOrd="2" destOrd="0" presId="urn:microsoft.com/office/officeart/2018/2/layout/IconLabelList"/>
    <dgm:cxn modelId="{C084DC97-F88A-4FFC-960F-A6ED78F3CA26}" type="presParOf" srcId="{4025B485-01F1-4727-9C9B-B3416F1A917D}" destId="{8650C91C-48EA-4339-8673-A85C3CB9B2E9}" srcOrd="5" destOrd="0" presId="urn:microsoft.com/office/officeart/2018/2/layout/IconLabelList"/>
    <dgm:cxn modelId="{4895565C-A002-4A5B-8C4D-C0390CEB7AAE}" type="presParOf" srcId="{4025B485-01F1-4727-9C9B-B3416F1A917D}" destId="{FCD25E2D-7B98-4374-96EA-DE4C972BAC93}" srcOrd="6" destOrd="0" presId="urn:microsoft.com/office/officeart/2018/2/layout/IconLabelList"/>
    <dgm:cxn modelId="{A81A28D9-778E-408B-B62E-FFBA8EF8F96B}" type="presParOf" srcId="{FCD25E2D-7B98-4374-96EA-DE4C972BAC93}" destId="{A8238265-4F01-4F37-9B9F-BCC1404B87F3}" srcOrd="0" destOrd="0" presId="urn:microsoft.com/office/officeart/2018/2/layout/IconLabelList"/>
    <dgm:cxn modelId="{CDF7A000-E04E-4C45-8B7C-6A97DE46C8AB}" type="presParOf" srcId="{FCD25E2D-7B98-4374-96EA-DE4C972BAC93}" destId="{85B7BACD-157C-423E-8890-4C370C53BEDD}" srcOrd="1" destOrd="0" presId="urn:microsoft.com/office/officeart/2018/2/layout/IconLabelList"/>
    <dgm:cxn modelId="{26F6B62E-B39C-491D-B1D2-8DEBEF70ED6A}" type="presParOf" srcId="{FCD25E2D-7B98-4374-96EA-DE4C972BAC93}" destId="{38ADDF96-DA50-40E9-B827-5EA4B3163A4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D0A9280-B81C-461A-A8B7-3389A98245AE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876B84FA-2C74-4940-99C2-75B39D41EAB8}">
      <dgm:prSet custT="1"/>
      <dgm:spPr/>
      <dgm:t>
        <a:bodyPr/>
        <a:lstStyle/>
        <a:p>
          <a:r>
            <a:rPr lang="en-US" sz="1800" dirty="0"/>
            <a:t>Strengthens relationships between individuals and institutions.</a:t>
          </a:r>
        </a:p>
      </dgm:t>
    </dgm:pt>
    <dgm:pt modelId="{4E5138E4-02B5-497E-8896-8BAF7394E98E}" type="parTrans" cxnId="{71A43FB8-3745-4A25-AC0C-8F2AC0126878}">
      <dgm:prSet/>
      <dgm:spPr/>
      <dgm:t>
        <a:bodyPr/>
        <a:lstStyle/>
        <a:p>
          <a:endParaRPr lang="en-US" sz="1600"/>
        </a:p>
      </dgm:t>
    </dgm:pt>
    <dgm:pt modelId="{D22A2AEF-27F2-4097-8896-130D3BE13472}" type="sibTrans" cxnId="{71A43FB8-3745-4A25-AC0C-8F2AC0126878}">
      <dgm:prSet/>
      <dgm:spPr/>
      <dgm:t>
        <a:bodyPr/>
        <a:lstStyle/>
        <a:p>
          <a:endParaRPr lang="en-US" sz="1600"/>
        </a:p>
      </dgm:t>
    </dgm:pt>
    <dgm:pt modelId="{F2B33523-20C8-4B3A-83EB-9E8C15561CC6}">
      <dgm:prSet custT="1"/>
      <dgm:spPr/>
      <dgm:t>
        <a:bodyPr/>
        <a:lstStyle/>
        <a:p>
          <a:r>
            <a:rPr lang="en-US" sz="1800" dirty="0"/>
            <a:t>Promotes local problem-solving and ownership.</a:t>
          </a:r>
        </a:p>
      </dgm:t>
    </dgm:pt>
    <dgm:pt modelId="{DE6B49AA-2667-49C0-88F9-A56688F17C98}" type="parTrans" cxnId="{5A0F038B-6AE2-46B9-90CC-F54EBD030474}">
      <dgm:prSet/>
      <dgm:spPr/>
      <dgm:t>
        <a:bodyPr/>
        <a:lstStyle/>
        <a:p>
          <a:endParaRPr lang="en-US" sz="1600"/>
        </a:p>
      </dgm:t>
    </dgm:pt>
    <dgm:pt modelId="{19926F2E-9AD1-4227-8A3E-F38457E226D9}" type="sibTrans" cxnId="{5A0F038B-6AE2-46B9-90CC-F54EBD030474}">
      <dgm:prSet/>
      <dgm:spPr/>
      <dgm:t>
        <a:bodyPr/>
        <a:lstStyle/>
        <a:p>
          <a:endParaRPr lang="en-US" sz="1600"/>
        </a:p>
      </dgm:t>
    </dgm:pt>
    <dgm:pt modelId="{B8E4AB29-D9ED-4BB8-B63E-8127264EEF2A}">
      <dgm:prSet custT="1"/>
      <dgm:spPr/>
      <dgm:t>
        <a:bodyPr/>
        <a:lstStyle/>
        <a:p>
          <a:r>
            <a:rPr lang="en-US" sz="1800" dirty="0"/>
            <a:t>Encourages participation and enhances diversity, leading to better policies and initiatives.</a:t>
          </a:r>
        </a:p>
      </dgm:t>
    </dgm:pt>
    <dgm:pt modelId="{C9DFA695-CBF7-4639-A870-8734C74BEBB4}" type="parTrans" cxnId="{FC64BC0B-4A84-4127-A71D-893CEB906269}">
      <dgm:prSet/>
      <dgm:spPr/>
      <dgm:t>
        <a:bodyPr/>
        <a:lstStyle/>
        <a:p>
          <a:endParaRPr lang="en-US" sz="1600"/>
        </a:p>
      </dgm:t>
    </dgm:pt>
    <dgm:pt modelId="{C2B9536F-9F05-4D64-B935-28E8A91EBEC9}" type="sibTrans" cxnId="{FC64BC0B-4A84-4127-A71D-893CEB906269}">
      <dgm:prSet/>
      <dgm:spPr/>
      <dgm:t>
        <a:bodyPr/>
        <a:lstStyle/>
        <a:p>
          <a:endParaRPr lang="en-US" sz="1600"/>
        </a:p>
      </dgm:t>
    </dgm:pt>
    <dgm:pt modelId="{B51B61DB-8780-4C9E-A3C9-8872F4470E0E}">
      <dgm:prSet custT="1"/>
      <dgm:spPr/>
      <dgm:t>
        <a:bodyPr/>
        <a:lstStyle/>
        <a:p>
          <a:r>
            <a:rPr lang="en-US" sz="1800" dirty="0"/>
            <a:t>Helps address inequalities and improve quality of life.</a:t>
          </a:r>
        </a:p>
      </dgm:t>
    </dgm:pt>
    <dgm:pt modelId="{F1571125-6E99-4C04-9A2B-98E346FC14B9}" type="parTrans" cxnId="{C9E47A55-CE4D-42F6-A3A0-CDC6761645FD}">
      <dgm:prSet/>
      <dgm:spPr/>
      <dgm:t>
        <a:bodyPr/>
        <a:lstStyle/>
        <a:p>
          <a:endParaRPr lang="en-US" sz="1600"/>
        </a:p>
      </dgm:t>
    </dgm:pt>
    <dgm:pt modelId="{049B82CF-B90E-43D9-BD3F-DF5C06E1F2F2}" type="sibTrans" cxnId="{C9E47A55-CE4D-42F6-A3A0-CDC6761645FD}">
      <dgm:prSet/>
      <dgm:spPr/>
      <dgm:t>
        <a:bodyPr/>
        <a:lstStyle/>
        <a:p>
          <a:endParaRPr lang="en-US" sz="1600"/>
        </a:p>
      </dgm:t>
    </dgm:pt>
    <dgm:pt modelId="{8ADB4C55-87C7-4AD3-8618-BAFC3CDF5AC5}">
      <dgm:prSet custT="1"/>
      <dgm:spPr/>
      <dgm:t>
        <a:bodyPr/>
        <a:lstStyle/>
        <a:p>
          <a:r>
            <a:rPr lang="en-US" sz="1800" dirty="0"/>
            <a:t>Increases accountability and transparency of decisions.</a:t>
          </a:r>
        </a:p>
      </dgm:t>
    </dgm:pt>
    <dgm:pt modelId="{115C2FB3-026C-40E7-8845-F79A1A6F2183}" type="parTrans" cxnId="{C694689E-A27E-43A8-94FF-1833CD725E36}">
      <dgm:prSet/>
      <dgm:spPr/>
      <dgm:t>
        <a:bodyPr/>
        <a:lstStyle/>
        <a:p>
          <a:endParaRPr lang="en-US" sz="1600"/>
        </a:p>
      </dgm:t>
    </dgm:pt>
    <dgm:pt modelId="{CF866F69-6F1C-4839-83F4-5639EDA1E33F}" type="sibTrans" cxnId="{C694689E-A27E-43A8-94FF-1833CD725E36}">
      <dgm:prSet/>
      <dgm:spPr/>
      <dgm:t>
        <a:bodyPr/>
        <a:lstStyle/>
        <a:p>
          <a:endParaRPr lang="en-US" sz="1600"/>
        </a:p>
      </dgm:t>
    </dgm:pt>
    <dgm:pt modelId="{1B81BD29-3B9B-4047-8184-CD716D553225}">
      <dgm:prSet custT="1"/>
      <dgm:spPr/>
      <dgm:t>
        <a:bodyPr/>
        <a:lstStyle/>
        <a:p>
          <a:r>
            <a:rPr lang="en-US" sz="1800" dirty="0"/>
            <a:t>Ensures communities have a voice in decisions that affect their lives.</a:t>
          </a:r>
        </a:p>
      </dgm:t>
    </dgm:pt>
    <dgm:pt modelId="{D2AE194E-A4F5-49E5-817C-743A57DA1FD3}" type="parTrans" cxnId="{031F953A-16A7-460F-8032-7D333C2D9C76}">
      <dgm:prSet/>
      <dgm:spPr/>
      <dgm:t>
        <a:bodyPr/>
        <a:lstStyle/>
        <a:p>
          <a:endParaRPr lang="en-US" sz="1600"/>
        </a:p>
      </dgm:t>
    </dgm:pt>
    <dgm:pt modelId="{70913DBF-4147-4AB3-8840-E01609D96ED6}" type="sibTrans" cxnId="{031F953A-16A7-460F-8032-7D333C2D9C76}">
      <dgm:prSet/>
      <dgm:spPr/>
      <dgm:t>
        <a:bodyPr/>
        <a:lstStyle/>
        <a:p>
          <a:endParaRPr lang="en-US" sz="1600"/>
        </a:p>
      </dgm:t>
    </dgm:pt>
    <dgm:pt modelId="{00318039-6277-46DE-84A4-CA5A055EED50}" type="pres">
      <dgm:prSet presAssocID="{0D0A9280-B81C-461A-A8B7-3389A98245AE}" presName="linear" presStyleCnt="0">
        <dgm:presLayoutVars>
          <dgm:animLvl val="lvl"/>
          <dgm:resizeHandles val="exact"/>
        </dgm:presLayoutVars>
      </dgm:prSet>
      <dgm:spPr/>
    </dgm:pt>
    <dgm:pt modelId="{316B68F7-F5D4-4EB8-A677-0ED7A060FDF0}" type="pres">
      <dgm:prSet presAssocID="{876B84FA-2C74-4940-99C2-75B39D41EAB8}" presName="parentText" presStyleLbl="node1" presStyleIdx="0" presStyleCnt="6" custScaleY="127242" custLinFactY="7628" custLinFactNeighborY="100000">
        <dgm:presLayoutVars>
          <dgm:chMax val="0"/>
          <dgm:bulletEnabled val="1"/>
        </dgm:presLayoutVars>
      </dgm:prSet>
      <dgm:spPr/>
    </dgm:pt>
    <dgm:pt modelId="{E4233BDA-FECE-4F02-957D-C7EC2CE73365}" type="pres">
      <dgm:prSet presAssocID="{D22A2AEF-27F2-4097-8896-130D3BE13472}" presName="spacer" presStyleCnt="0"/>
      <dgm:spPr/>
    </dgm:pt>
    <dgm:pt modelId="{F26E61AF-9075-440F-9BD8-B7D8F8D69127}" type="pres">
      <dgm:prSet presAssocID="{F2B33523-20C8-4B3A-83EB-9E8C15561CC6}" presName="parentText" presStyleLbl="node1" presStyleIdx="1" presStyleCnt="6" custScaleY="128283" custLinFactY="5391" custLinFactNeighborY="100000">
        <dgm:presLayoutVars>
          <dgm:chMax val="0"/>
          <dgm:bulletEnabled val="1"/>
        </dgm:presLayoutVars>
      </dgm:prSet>
      <dgm:spPr/>
    </dgm:pt>
    <dgm:pt modelId="{66B83A7F-2298-4D84-8B22-7CF4B6238370}" type="pres">
      <dgm:prSet presAssocID="{19926F2E-9AD1-4227-8A3E-F38457E226D9}" presName="spacer" presStyleCnt="0"/>
      <dgm:spPr/>
    </dgm:pt>
    <dgm:pt modelId="{F7112F1F-3984-4DB4-9584-C199B136AF46}" type="pres">
      <dgm:prSet presAssocID="{B8E4AB29-D9ED-4BB8-B63E-8127264EEF2A}" presName="parentText" presStyleLbl="node1" presStyleIdx="2" presStyleCnt="6" custScaleY="128283" custLinFactNeighborY="94960">
        <dgm:presLayoutVars>
          <dgm:chMax val="0"/>
          <dgm:bulletEnabled val="1"/>
        </dgm:presLayoutVars>
      </dgm:prSet>
      <dgm:spPr/>
    </dgm:pt>
    <dgm:pt modelId="{E24B7FC0-E82D-49D9-BC04-3A897FA9982F}" type="pres">
      <dgm:prSet presAssocID="{C2B9536F-9F05-4D64-B935-28E8A91EBEC9}" presName="spacer" presStyleCnt="0"/>
      <dgm:spPr/>
    </dgm:pt>
    <dgm:pt modelId="{A7B5B381-4287-493F-A5CC-0318EC40A8AA}" type="pres">
      <dgm:prSet presAssocID="{B51B61DB-8780-4C9E-A3C9-8872F4470E0E}" presName="parentText" presStyleLbl="node1" presStyleIdx="3" presStyleCnt="6" custScaleY="128283" custLinFactY="2161" custLinFactNeighborX="1" custLinFactNeighborY="100000">
        <dgm:presLayoutVars>
          <dgm:chMax val="0"/>
          <dgm:bulletEnabled val="1"/>
        </dgm:presLayoutVars>
      </dgm:prSet>
      <dgm:spPr/>
    </dgm:pt>
    <dgm:pt modelId="{AC810424-C4EA-4011-B55A-AECCD50BC680}" type="pres">
      <dgm:prSet presAssocID="{049B82CF-B90E-43D9-BD3F-DF5C06E1F2F2}" presName="spacer" presStyleCnt="0"/>
      <dgm:spPr/>
    </dgm:pt>
    <dgm:pt modelId="{19A8B9AB-C923-41DE-A54C-739F2B3031FE}" type="pres">
      <dgm:prSet presAssocID="{8ADB4C55-87C7-4AD3-8618-BAFC3CDF5AC5}" presName="parentText" presStyleLbl="node1" presStyleIdx="4" presStyleCnt="6" custScaleY="128283" custLinFactY="3709" custLinFactNeighborY="100000">
        <dgm:presLayoutVars>
          <dgm:chMax val="0"/>
          <dgm:bulletEnabled val="1"/>
        </dgm:presLayoutVars>
      </dgm:prSet>
      <dgm:spPr/>
    </dgm:pt>
    <dgm:pt modelId="{71AFFA19-02EA-440C-BDC3-F957CE0B8DB2}" type="pres">
      <dgm:prSet presAssocID="{CF866F69-6F1C-4839-83F4-5639EDA1E33F}" presName="spacer" presStyleCnt="0"/>
      <dgm:spPr/>
    </dgm:pt>
    <dgm:pt modelId="{78F0EEF5-0F97-4EAD-A73E-773DC66CA925}" type="pres">
      <dgm:prSet presAssocID="{1B81BD29-3B9B-4047-8184-CD716D553225}" presName="parentText" presStyleLbl="node1" presStyleIdx="5" presStyleCnt="6" custScaleY="128283" custLinFactNeighborY="89898">
        <dgm:presLayoutVars>
          <dgm:chMax val="0"/>
          <dgm:bulletEnabled val="1"/>
        </dgm:presLayoutVars>
      </dgm:prSet>
      <dgm:spPr/>
    </dgm:pt>
  </dgm:ptLst>
  <dgm:cxnLst>
    <dgm:cxn modelId="{B3E44606-9812-490E-AB1C-976523BD51C4}" type="presOf" srcId="{F2B33523-20C8-4B3A-83EB-9E8C15561CC6}" destId="{F26E61AF-9075-440F-9BD8-B7D8F8D69127}" srcOrd="0" destOrd="0" presId="urn:microsoft.com/office/officeart/2005/8/layout/vList2"/>
    <dgm:cxn modelId="{C1A6A308-391B-48B2-A9D1-2E771ED42FE5}" type="presOf" srcId="{B8E4AB29-D9ED-4BB8-B63E-8127264EEF2A}" destId="{F7112F1F-3984-4DB4-9584-C199B136AF46}" srcOrd="0" destOrd="0" presId="urn:microsoft.com/office/officeart/2005/8/layout/vList2"/>
    <dgm:cxn modelId="{FC64BC0B-4A84-4127-A71D-893CEB906269}" srcId="{0D0A9280-B81C-461A-A8B7-3389A98245AE}" destId="{B8E4AB29-D9ED-4BB8-B63E-8127264EEF2A}" srcOrd="2" destOrd="0" parTransId="{C9DFA695-CBF7-4639-A870-8734C74BEBB4}" sibTransId="{C2B9536F-9F05-4D64-B935-28E8A91EBEC9}"/>
    <dgm:cxn modelId="{344C5921-D234-4ADE-8A76-FC90FE5453E7}" type="presOf" srcId="{8ADB4C55-87C7-4AD3-8618-BAFC3CDF5AC5}" destId="{19A8B9AB-C923-41DE-A54C-739F2B3031FE}" srcOrd="0" destOrd="0" presId="urn:microsoft.com/office/officeart/2005/8/layout/vList2"/>
    <dgm:cxn modelId="{A261B237-0AAF-4C98-965B-1F91F807CCFD}" type="presOf" srcId="{876B84FA-2C74-4940-99C2-75B39D41EAB8}" destId="{316B68F7-F5D4-4EB8-A677-0ED7A060FDF0}" srcOrd="0" destOrd="0" presId="urn:microsoft.com/office/officeart/2005/8/layout/vList2"/>
    <dgm:cxn modelId="{031F953A-16A7-460F-8032-7D333C2D9C76}" srcId="{0D0A9280-B81C-461A-A8B7-3389A98245AE}" destId="{1B81BD29-3B9B-4047-8184-CD716D553225}" srcOrd="5" destOrd="0" parTransId="{D2AE194E-A4F5-49E5-817C-743A57DA1FD3}" sibTransId="{70913DBF-4147-4AB3-8840-E01609D96ED6}"/>
    <dgm:cxn modelId="{D642893D-95FF-4EC1-BC60-B7102A614475}" type="presOf" srcId="{1B81BD29-3B9B-4047-8184-CD716D553225}" destId="{78F0EEF5-0F97-4EAD-A73E-773DC66CA925}" srcOrd="0" destOrd="0" presId="urn:microsoft.com/office/officeart/2005/8/layout/vList2"/>
    <dgm:cxn modelId="{9DD8DA66-C92C-4806-AE47-5A82C9B4EEE4}" type="presOf" srcId="{0D0A9280-B81C-461A-A8B7-3389A98245AE}" destId="{00318039-6277-46DE-84A4-CA5A055EED50}" srcOrd="0" destOrd="0" presId="urn:microsoft.com/office/officeart/2005/8/layout/vList2"/>
    <dgm:cxn modelId="{C9E47A55-CE4D-42F6-A3A0-CDC6761645FD}" srcId="{0D0A9280-B81C-461A-A8B7-3389A98245AE}" destId="{B51B61DB-8780-4C9E-A3C9-8872F4470E0E}" srcOrd="3" destOrd="0" parTransId="{F1571125-6E99-4C04-9A2B-98E346FC14B9}" sibTransId="{049B82CF-B90E-43D9-BD3F-DF5C06E1F2F2}"/>
    <dgm:cxn modelId="{5A0F038B-6AE2-46B9-90CC-F54EBD030474}" srcId="{0D0A9280-B81C-461A-A8B7-3389A98245AE}" destId="{F2B33523-20C8-4B3A-83EB-9E8C15561CC6}" srcOrd="1" destOrd="0" parTransId="{DE6B49AA-2667-49C0-88F9-A56688F17C98}" sibTransId="{19926F2E-9AD1-4227-8A3E-F38457E226D9}"/>
    <dgm:cxn modelId="{C694689E-A27E-43A8-94FF-1833CD725E36}" srcId="{0D0A9280-B81C-461A-A8B7-3389A98245AE}" destId="{8ADB4C55-87C7-4AD3-8618-BAFC3CDF5AC5}" srcOrd="4" destOrd="0" parTransId="{115C2FB3-026C-40E7-8845-F79A1A6F2183}" sibTransId="{CF866F69-6F1C-4839-83F4-5639EDA1E33F}"/>
    <dgm:cxn modelId="{71A43FB8-3745-4A25-AC0C-8F2AC0126878}" srcId="{0D0A9280-B81C-461A-A8B7-3389A98245AE}" destId="{876B84FA-2C74-4940-99C2-75B39D41EAB8}" srcOrd="0" destOrd="0" parTransId="{4E5138E4-02B5-497E-8896-8BAF7394E98E}" sibTransId="{D22A2AEF-27F2-4097-8896-130D3BE13472}"/>
    <dgm:cxn modelId="{B830CDFC-EAA0-49F5-86D0-CA7159CF0349}" type="presOf" srcId="{B51B61DB-8780-4C9E-A3C9-8872F4470E0E}" destId="{A7B5B381-4287-493F-A5CC-0318EC40A8AA}" srcOrd="0" destOrd="0" presId="urn:microsoft.com/office/officeart/2005/8/layout/vList2"/>
    <dgm:cxn modelId="{9EF6C1C9-3D1F-4548-A89C-246C4313CF53}" type="presParOf" srcId="{00318039-6277-46DE-84A4-CA5A055EED50}" destId="{316B68F7-F5D4-4EB8-A677-0ED7A060FDF0}" srcOrd="0" destOrd="0" presId="urn:microsoft.com/office/officeart/2005/8/layout/vList2"/>
    <dgm:cxn modelId="{32E05E88-04A1-4228-860A-E1F50BDDD3CC}" type="presParOf" srcId="{00318039-6277-46DE-84A4-CA5A055EED50}" destId="{E4233BDA-FECE-4F02-957D-C7EC2CE73365}" srcOrd="1" destOrd="0" presId="urn:microsoft.com/office/officeart/2005/8/layout/vList2"/>
    <dgm:cxn modelId="{273FA5D9-9162-4F95-B637-6C4C41DD92D9}" type="presParOf" srcId="{00318039-6277-46DE-84A4-CA5A055EED50}" destId="{F26E61AF-9075-440F-9BD8-B7D8F8D69127}" srcOrd="2" destOrd="0" presId="urn:microsoft.com/office/officeart/2005/8/layout/vList2"/>
    <dgm:cxn modelId="{77BB5944-F6F8-4319-B936-97B6C5C619B5}" type="presParOf" srcId="{00318039-6277-46DE-84A4-CA5A055EED50}" destId="{66B83A7F-2298-4D84-8B22-7CF4B6238370}" srcOrd="3" destOrd="0" presId="urn:microsoft.com/office/officeart/2005/8/layout/vList2"/>
    <dgm:cxn modelId="{5ACEA5DC-3A2E-48AC-9127-D09B503A2620}" type="presParOf" srcId="{00318039-6277-46DE-84A4-CA5A055EED50}" destId="{F7112F1F-3984-4DB4-9584-C199B136AF46}" srcOrd="4" destOrd="0" presId="urn:microsoft.com/office/officeart/2005/8/layout/vList2"/>
    <dgm:cxn modelId="{00110E17-3B0F-4E84-B0A3-FE352FF72899}" type="presParOf" srcId="{00318039-6277-46DE-84A4-CA5A055EED50}" destId="{E24B7FC0-E82D-49D9-BC04-3A897FA9982F}" srcOrd="5" destOrd="0" presId="urn:microsoft.com/office/officeart/2005/8/layout/vList2"/>
    <dgm:cxn modelId="{32F178D0-9A01-4074-9DA2-D6391389AB59}" type="presParOf" srcId="{00318039-6277-46DE-84A4-CA5A055EED50}" destId="{A7B5B381-4287-493F-A5CC-0318EC40A8AA}" srcOrd="6" destOrd="0" presId="urn:microsoft.com/office/officeart/2005/8/layout/vList2"/>
    <dgm:cxn modelId="{035F9E73-C88F-4224-88EA-67C44235AFFF}" type="presParOf" srcId="{00318039-6277-46DE-84A4-CA5A055EED50}" destId="{AC810424-C4EA-4011-B55A-AECCD50BC680}" srcOrd="7" destOrd="0" presId="urn:microsoft.com/office/officeart/2005/8/layout/vList2"/>
    <dgm:cxn modelId="{CB128036-3206-4179-B37A-38A42BA69A9E}" type="presParOf" srcId="{00318039-6277-46DE-84A4-CA5A055EED50}" destId="{19A8B9AB-C923-41DE-A54C-739F2B3031FE}" srcOrd="8" destOrd="0" presId="urn:microsoft.com/office/officeart/2005/8/layout/vList2"/>
    <dgm:cxn modelId="{E8A41E25-6743-4170-B1C6-32FF526366E2}" type="presParOf" srcId="{00318039-6277-46DE-84A4-CA5A055EED50}" destId="{71AFFA19-02EA-440C-BDC3-F957CE0B8DB2}" srcOrd="9" destOrd="0" presId="urn:microsoft.com/office/officeart/2005/8/layout/vList2"/>
    <dgm:cxn modelId="{34BBADCA-5BC7-4FA2-BA35-575E8490347B}" type="presParOf" srcId="{00318039-6277-46DE-84A4-CA5A055EED50}" destId="{78F0EEF5-0F97-4EAD-A73E-773DC66CA925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79E8A31-712D-4C69-979A-0414FE27C9F7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A0FB2B5-99C5-441B-AD38-E44B4646FE88}">
      <dgm:prSet custT="1"/>
      <dgm:spPr/>
      <dgm:t>
        <a:bodyPr/>
        <a:lstStyle/>
        <a:p>
          <a:pPr algn="just"/>
          <a:r>
            <a:rPr lang="en-US" sz="2400" dirty="0"/>
            <a:t>Inform</a:t>
          </a:r>
        </a:p>
      </dgm:t>
    </dgm:pt>
    <dgm:pt modelId="{25F0F693-7704-4A45-A12D-7B091D10206D}" type="parTrans" cxnId="{2A2159AE-F9BF-4808-AA05-F26A188CCD83}">
      <dgm:prSet/>
      <dgm:spPr/>
      <dgm:t>
        <a:bodyPr/>
        <a:lstStyle/>
        <a:p>
          <a:pPr algn="just"/>
          <a:endParaRPr lang="en-US" sz="2000"/>
        </a:p>
      </dgm:t>
    </dgm:pt>
    <dgm:pt modelId="{158EC0F3-1B9E-404A-A925-BC537401F38E}" type="sibTrans" cxnId="{2A2159AE-F9BF-4808-AA05-F26A188CCD83}">
      <dgm:prSet/>
      <dgm:spPr/>
      <dgm:t>
        <a:bodyPr/>
        <a:lstStyle/>
        <a:p>
          <a:pPr algn="just"/>
          <a:endParaRPr lang="en-US" sz="2000"/>
        </a:p>
      </dgm:t>
    </dgm:pt>
    <dgm:pt modelId="{9FD26E66-2AE5-4B4A-8096-E3AFEA802FFE}">
      <dgm:prSet custT="1"/>
      <dgm:spPr/>
      <dgm:t>
        <a:bodyPr/>
        <a:lstStyle/>
        <a:p>
          <a:pPr algn="just"/>
          <a:r>
            <a:rPr lang="en-US" sz="1800" dirty="0"/>
            <a:t>Mobilize for short-term goals with external support.</a:t>
          </a:r>
        </a:p>
      </dgm:t>
    </dgm:pt>
    <dgm:pt modelId="{D1CC3ABC-C1CD-414A-9093-BC436C6E17EB}" type="parTrans" cxnId="{A2020A0A-0D6B-47A1-B6B9-E6F78C89092B}">
      <dgm:prSet/>
      <dgm:spPr/>
      <dgm:t>
        <a:bodyPr/>
        <a:lstStyle/>
        <a:p>
          <a:pPr algn="just"/>
          <a:endParaRPr lang="en-US" sz="2000"/>
        </a:p>
      </dgm:t>
    </dgm:pt>
    <dgm:pt modelId="{0EC944AA-E114-4BFA-A8A9-860B636F8461}" type="sibTrans" cxnId="{A2020A0A-0D6B-47A1-B6B9-E6F78C89092B}">
      <dgm:prSet/>
      <dgm:spPr/>
      <dgm:t>
        <a:bodyPr/>
        <a:lstStyle/>
        <a:p>
          <a:pPr algn="just"/>
          <a:endParaRPr lang="en-US" sz="2000"/>
        </a:p>
      </dgm:t>
    </dgm:pt>
    <dgm:pt modelId="{20F621EF-8942-4101-BB86-8E03164D206E}">
      <dgm:prSet custT="1"/>
      <dgm:spPr/>
      <dgm:t>
        <a:bodyPr/>
        <a:lstStyle/>
        <a:p>
          <a:pPr algn="just"/>
          <a:r>
            <a:rPr lang="en-US" sz="2400" dirty="0"/>
            <a:t>Consult</a:t>
          </a:r>
        </a:p>
      </dgm:t>
    </dgm:pt>
    <dgm:pt modelId="{8E858035-6BE3-4D18-9103-0C19270BA4CE}" type="parTrans" cxnId="{B465888D-AD0D-4A2D-99E8-BDD9F7BC2074}">
      <dgm:prSet/>
      <dgm:spPr/>
      <dgm:t>
        <a:bodyPr/>
        <a:lstStyle/>
        <a:p>
          <a:pPr algn="just"/>
          <a:endParaRPr lang="en-US" sz="2000"/>
        </a:p>
      </dgm:t>
    </dgm:pt>
    <dgm:pt modelId="{413B661A-A6C2-4E99-A0B3-9F69B651C1A2}" type="sibTrans" cxnId="{B465888D-AD0D-4A2D-99E8-BDD9F7BC2074}">
      <dgm:prSet/>
      <dgm:spPr/>
      <dgm:t>
        <a:bodyPr/>
        <a:lstStyle/>
        <a:p>
          <a:pPr algn="just"/>
          <a:endParaRPr lang="en-US" sz="2000"/>
        </a:p>
      </dgm:t>
    </dgm:pt>
    <dgm:pt modelId="{FD7312C7-8508-4492-BAC7-40C5CDA99B4E}">
      <dgm:prSet custT="1"/>
      <dgm:spPr/>
      <dgm:t>
        <a:bodyPr/>
        <a:lstStyle/>
        <a:p>
          <a:pPr algn="just"/>
          <a:r>
            <a:rPr lang="en-US" sz="1800" dirty="0"/>
            <a:t>Involve communities in improving service delivery with external support.</a:t>
          </a:r>
        </a:p>
      </dgm:t>
    </dgm:pt>
    <dgm:pt modelId="{C191B02D-7D64-46B0-8FBD-C39B09850517}" type="parTrans" cxnId="{1320E061-B053-49AA-BC43-84F4D17EBC2A}">
      <dgm:prSet/>
      <dgm:spPr/>
      <dgm:t>
        <a:bodyPr/>
        <a:lstStyle/>
        <a:p>
          <a:pPr algn="just"/>
          <a:endParaRPr lang="en-US" sz="2000"/>
        </a:p>
      </dgm:t>
    </dgm:pt>
    <dgm:pt modelId="{A8BF4E43-E622-4B03-A30F-447BD0D7181F}" type="sibTrans" cxnId="{1320E061-B053-49AA-BC43-84F4D17EBC2A}">
      <dgm:prSet/>
      <dgm:spPr/>
      <dgm:t>
        <a:bodyPr/>
        <a:lstStyle/>
        <a:p>
          <a:pPr algn="just"/>
          <a:endParaRPr lang="en-US" sz="2000"/>
        </a:p>
      </dgm:t>
    </dgm:pt>
    <dgm:pt modelId="{4CDFFFE9-9ADF-477D-A793-03567F4747FC}">
      <dgm:prSet custT="1"/>
      <dgm:spPr/>
      <dgm:t>
        <a:bodyPr/>
        <a:lstStyle/>
        <a:p>
          <a:pPr algn="just"/>
          <a:r>
            <a:rPr lang="en-US" sz="2400" dirty="0"/>
            <a:t>Collaborate</a:t>
          </a:r>
          <a:endParaRPr lang="en-US" sz="2800" dirty="0"/>
        </a:p>
      </dgm:t>
    </dgm:pt>
    <dgm:pt modelId="{483B408A-2A81-4E5A-8905-A622479B5E47}" type="parTrans" cxnId="{D7FE8187-857A-49DF-BEE8-FE9633F07BC6}">
      <dgm:prSet/>
      <dgm:spPr/>
      <dgm:t>
        <a:bodyPr/>
        <a:lstStyle/>
        <a:p>
          <a:pPr algn="just"/>
          <a:endParaRPr lang="en-US" sz="2000"/>
        </a:p>
      </dgm:t>
    </dgm:pt>
    <dgm:pt modelId="{D8D02F6B-8F7C-4BD1-B7EF-BCC1BDC0CAF2}" type="sibTrans" cxnId="{D7FE8187-857A-49DF-BEE8-FE9633F07BC6}">
      <dgm:prSet/>
      <dgm:spPr/>
      <dgm:t>
        <a:bodyPr/>
        <a:lstStyle/>
        <a:p>
          <a:pPr algn="just"/>
          <a:endParaRPr lang="en-US" sz="2000"/>
        </a:p>
      </dgm:t>
    </dgm:pt>
    <dgm:pt modelId="{993A8CFE-21D8-4A44-A574-98F7941A6BA0}">
      <dgm:prSet custT="1"/>
      <dgm:spPr/>
      <dgm:t>
        <a:bodyPr/>
        <a:lstStyle/>
        <a:p>
          <a:pPr algn="just"/>
          <a:r>
            <a:rPr lang="en-US" sz="1800" dirty="0"/>
            <a:t>Enable community-led decision-making with/without external support.</a:t>
          </a:r>
        </a:p>
      </dgm:t>
    </dgm:pt>
    <dgm:pt modelId="{8C703913-43A9-4133-B26E-871050930883}" type="parTrans" cxnId="{D47CE37A-B315-4649-86B7-76F433BD0741}">
      <dgm:prSet/>
      <dgm:spPr/>
      <dgm:t>
        <a:bodyPr/>
        <a:lstStyle/>
        <a:p>
          <a:pPr algn="just"/>
          <a:endParaRPr lang="en-US" sz="2000"/>
        </a:p>
      </dgm:t>
    </dgm:pt>
    <dgm:pt modelId="{82BE2A34-B833-461E-924A-4AAF8F1D6D9A}" type="sibTrans" cxnId="{D47CE37A-B315-4649-86B7-76F433BD0741}">
      <dgm:prSet/>
      <dgm:spPr/>
      <dgm:t>
        <a:bodyPr/>
        <a:lstStyle/>
        <a:p>
          <a:pPr algn="just"/>
          <a:endParaRPr lang="en-US" sz="2000"/>
        </a:p>
      </dgm:t>
    </dgm:pt>
    <dgm:pt modelId="{2BF52CCA-4129-4611-B635-8D0BF133B1E6}">
      <dgm:prSet custT="1"/>
      <dgm:spPr/>
      <dgm:t>
        <a:bodyPr/>
        <a:lstStyle/>
        <a:p>
          <a:pPr algn="just"/>
          <a:r>
            <a:rPr lang="en-US" sz="2400" dirty="0"/>
            <a:t>Empower</a:t>
          </a:r>
          <a:endParaRPr lang="en-US" sz="2800" dirty="0"/>
        </a:p>
      </dgm:t>
    </dgm:pt>
    <dgm:pt modelId="{CCEA1135-BB71-4CC4-AF85-CF2836493F55}" type="parTrans" cxnId="{ADDCFF3D-E01B-4F89-9284-F31F0E6E6D59}">
      <dgm:prSet/>
      <dgm:spPr/>
      <dgm:t>
        <a:bodyPr/>
        <a:lstStyle/>
        <a:p>
          <a:pPr algn="just"/>
          <a:endParaRPr lang="en-US" sz="2000"/>
        </a:p>
      </dgm:t>
    </dgm:pt>
    <dgm:pt modelId="{2DF68BD2-C77E-4390-A622-1318551F56D9}" type="sibTrans" cxnId="{ADDCFF3D-E01B-4F89-9284-F31F0E6E6D59}">
      <dgm:prSet/>
      <dgm:spPr/>
      <dgm:t>
        <a:bodyPr/>
        <a:lstStyle/>
        <a:p>
          <a:pPr algn="just"/>
          <a:endParaRPr lang="en-US" sz="2000"/>
        </a:p>
      </dgm:t>
    </dgm:pt>
    <dgm:pt modelId="{043EA65F-E144-4B49-8A26-A45DDB3BE1A0}">
      <dgm:prSet custT="1"/>
      <dgm:spPr/>
      <dgm:t>
        <a:bodyPr/>
        <a:lstStyle/>
        <a:p>
          <a:pPr algn="just"/>
          <a:r>
            <a:rPr lang="en-US" sz="1800" dirty="0"/>
            <a:t>Support self-governance and sustainable development.</a:t>
          </a:r>
        </a:p>
      </dgm:t>
    </dgm:pt>
    <dgm:pt modelId="{4E7C4AC1-8ED0-4A8A-AEF9-C2A0FB445F50}" type="parTrans" cxnId="{478E22E0-85EE-40E4-8B5A-FE10343F61EC}">
      <dgm:prSet/>
      <dgm:spPr/>
      <dgm:t>
        <a:bodyPr/>
        <a:lstStyle/>
        <a:p>
          <a:pPr algn="just"/>
          <a:endParaRPr lang="en-US" sz="2000"/>
        </a:p>
      </dgm:t>
    </dgm:pt>
    <dgm:pt modelId="{B678B979-3DA4-4847-9645-AF962CA29258}" type="sibTrans" cxnId="{478E22E0-85EE-40E4-8B5A-FE10343F61EC}">
      <dgm:prSet/>
      <dgm:spPr/>
      <dgm:t>
        <a:bodyPr/>
        <a:lstStyle/>
        <a:p>
          <a:pPr algn="just"/>
          <a:endParaRPr lang="en-US" sz="2000"/>
        </a:p>
      </dgm:t>
    </dgm:pt>
    <dgm:pt modelId="{4E9AC9D0-7421-42C6-B8AA-0C872FB443C7}" type="pres">
      <dgm:prSet presAssocID="{079E8A31-712D-4C69-979A-0414FE27C9F7}" presName="Name0" presStyleCnt="0">
        <dgm:presLayoutVars>
          <dgm:dir/>
          <dgm:animLvl val="lvl"/>
          <dgm:resizeHandles val="exact"/>
        </dgm:presLayoutVars>
      </dgm:prSet>
      <dgm:spPr/>
    </dgm:pt>
    <dgm:pt modelId="{05B76F20-92AC-46F9-88BB-0D5D95A92E36}" type="pres">
      <dgm:prSet presAssocID="{2BF52CCA-4129-4611-B635-8D0BF133B1E6}" presName="boxAndChildren" presStyleCnt="0"/>
      <dgm:spPr/>
    </dgm:pt>
    <dgm:pt modelId="{2FF12502-613D-43D5-B8B6-D48D272C59CD}" type="pres">
      <dgm:prSet presAssocID="{2BF52CCA-4129-4611-B635-8D0BF133B1E6}" presName="parentTextBox" presStyleLbl="alignNode1" presStyleIdx="0" presStyleCnt="4"/>
      <dgm:spPr/>
    </dgm:pt>
    <dgm:pt modelId="{9AF0BAE9-5AC0-496B-B29A-1F3FB156CB2B}" type="pres">
      <dgm:prSet presAssocID="{2BF52CCA-4129-4611-B635-8D0BF133B1E6}" presName="descendantBox" presStyleLbl="bgAccFollowNode1" presStyleIdx="0" presStyleCnt="4"/>
      <dgm:spPr/>
    </dgm:pt>
    <dgm:pt modelId="{7137AD4C-F4C4-41A0-A94B-AFEC46594391}" type="pres">
      <dgm:prSet presAssocID="{D8D02F6B-8F7C-4BD1-B7EF-BCC1BDC0CAF2}" presName="sp" presStyleCnt="0"/>
      <dgm:spPr/>
    </dgm:pt>
    <dgm:pt modelId="{2B128DBE-F00D-4878-A813-BC4EF637A33B}" type="pres">
      <dgm:prSet presAssocID="{4CDFFFE9-9ADF-477D-A793-03567F4747FC}" presName="arrowAndChildren" presStyleCnt="0"/>
      <dgm:spPr/>
    </dgm:pt>
    <dgm:pt modelId="{0A467FBB-E03E-4D55-8B0B-999F9B3632AE}" type="pres">
      <dgm:prSet presAssocID="{4CDFFFE9-9ADF-477D-A793-03567F4747FC}" presName="parentTextArrow" presStyleLbl="node1" presStyleIdx="0" presStyleCnt="0"/>
      <dgm:spPr/>
    </dgm:pt>
    <dgm:pt modelId="{004FE1DF-EEB6-4A65-BFB2-11263B6A6766}" type="pres">
      <dgm:prSet presAssocID="{4CDFFFE9-9ADF-477D-A793-03567F4747FC}" presName="arrow" presStyleLbl="alignNode1" presStyleIdx="1" presStyleCnt="4"/>
      <dgm:spPr/>
    </dgm:pt>
    <dgm:pt modelId="{3AADB99C-54CF-4DAA-8E2D-F4B90D7B04A4}" type="pres">
      <dgm:prSet presAssocID="{4CDFFFE9-9ADF-477D-A793-03567F4747FC}" presName="descendantArrow" presStyleLbl="bgAccFollowNode1" presStyleIdx="1" presStyleCnt="4"/>
      <dgm:spPr/>
    </dgm:pt>
    <dgm:pt modelId="{7EC04D97-BB54-4E6B-9217-FA06E4E788A2}" type="pres">
      <dgm:prSet presAssocID="{413B661A-A6C2-4E99-A0B3-9F69B651C1A2}" presName="sp" presStyleCnt="0"/>
      <dgm:spPr/>
    </dgm:pt>
    <dgm:pt modelId="{0BD8794B-D3D4-4C6E-80C8-B6C3E26AE10C}" type="pres">
      <dgm:prSet presAssocID="{20F621EF-8942-4101-BB86-8E03164D206E}" presName="arrowAndChildren" presStyleCnt="0"/>
      <dgm:spPr/>
    </dgm:pt>
    <dgm:pt modelId="{5BFE00A7-D304-4516-9CDF-D50BCCEAB1DD}" type="pres">
      <dgm:prSet presAssocID="{20F621EF-8942-4101-BB86-8E03164D206E}" presName="parentTextArrow" presStyleLbl="node1" presStyleIdx="0" presStyleCnt="0"/>
      <dgm:spPr/>
    </dgm:pt>
    <dgm:pt modelId="{48EDA3BF-21F5-4FFE-8456-37A7599F872E}" type="pres">
      <dgm:prSet presAssocID="{20F621EF-8942-4101-BB86-8E03164D206E}" presName="arrow" presStyleLbl="alignNode1" presStyleIdx="2" presStyleCnt="4"/>
      <dgm:spPr/>
    </dgm:pt>
    <dgm:pt modelId="{C739E629-63AF-40B1-89DD-0F1E995A970F}" type="pres">
      <dgm:prSet presAssocID="{20F621EF-8942-4101-BB86-8E03164D206E}" presName="descendantArrow" presStyleLbl="bgAccFollowNode1" presStyleIdx="2" presStyleCnt="4"/>
      <dgm:spPr/>
    </dgm:pt>
    <dgm:pt modelId="{9A9ABC51-A3E1-4A2A-AF93-04294A81E7A6}" type="pres">
      <dgm:prSet presAssocID="{158EC0F3-1B9E-404A-A925-BC537401F38E}" presName="sp" presStyleCnt="0"/>
      <dgm:spPr/>
    </dgm:pt>
    <dgm:pt modelId="{63B7B9D1-0616-41B8-8FFA-2839802BFD7B}" type="pres">
      <dgm:prSet presAssocID="{9A0FB2B5-99C5-441B-AD38-E44B4646FE88}" presName="arrowAndChildren" presStyleCnt="0"/>
      <dgm:spPr/>
    </dgm:pt>
    <dgm:pt modelId="{21EFF333-0FDA-41A8-AD7F-FB348F86B038}" type="pres">
      <dgm:prSet presAssocID="{9A0FB2B5-99C5-441B-AD38-E44B4646FE88}" presName="parentTextArrow" presStyleLbl="node1" presStyleIdx="0" presStyleCnt="0"/>
      <dgm:spPr/>
    </dgm:pt>
    <dgm:pt modelId="{7678B7F6-B822-472F-8A7E-A4EAFBC508DB}" type="pres">
      <dgm:prSet presAssocID="{9A0FB2B5-99C5-441B-AD38-E44B4646FE88}" presName="arrow" presStyleLbl="alignNode1" presStyleIdx="3" presStyleCnt="4"/>
      <dgm:spPr/>
    </dgm:pt>
    <dgm:pt modelId="{5340A64C-21B3-48C5-833D-4AB1C17174E0}" type="pres">
      <dgm:prSet presAssocID="{9A0FB2B5-99C5-441B-AD38-E44B4646FE88}" presName="descendantArrow" presStyleLbl="bgAccFollowNode1" presStyleIdx="3" presStyleCnt="4" custLinFactNeighborX="4" custLinFactNeighborY="-13135"/>
      <dgm:spPr/>
    </dgm:pt>
  </dgm:ptLst>
  <dgm:cxnLst>
    <dgm:cxn modelId="{A2020A0A-0D6B-47A1-B6B9-E6F78C89092B}" srcId="{9A0FB2B5-99C5-441B-AD38-E44B4646FE88}" destId="{9FD26E66-2AE5-4B4A-8096-E3AFEA802FFE}" srcOrd="0" destOrd="0" parTransId="{D1CC3ABC-C1CD-414A-9093-BC436C6E17EB}" sibTransId="{0EC944AA-E114-4BFA-A8A9-860B636F8461}"/>
    <dgm:cxn modelId="{EE996A14-2C7B-4CDC-8347-FE4D420D69AC}" type="presOf" srcId="{079E8A31-712D-4C69-979A-0414FE27C9F7}" destId="{4E9AC9D0-7421-42C6-B8AA-0C872FB443C7}" srcOrd="0" destOrd="0" presId="urn:microsoft.com/office/officeart/2016/7/layout/VerticalDownArrowProcess"/>
    <dgm:cxn modelId="{54D4482E-B636-4E28-92DB-D6AE88682EA0}" type="presOf" srcId="{993A8CFE-21D8-4A44-A574-98F7941A6BA0}" destId="{3AADB99C-54CF-4DAA-8E2D-F4B90D7B04A4}" srcOrd="0" destOrd="0" presId="urn:microsoft.com/office/officeart/2016/7/layout/VerticalDownArrowProcess"/>
    <dgm:cxn modelId="{ADDCFF3D-E01B-4F89-9284-F31F0E6E6D59}" srcId="{079E8A31-712D-4C69-979A-0414FE27C9F7}" destId="{2BF52CCA-4129-4611-B635-8D0BF133B1E6}" srcOrd="3" destOrd="0" parTransId="{CCEA1135-BB71-4CC4-AF85-CF2836493F55}" sibTransId="{2DF68BD2-C77E-4390-A622-1318551F56D9}"/>
    <dgm:cxn modelId="{1320E061-B053-49AA-BC43-84F4D17EBC2A}" srcId="{20F621EF-8942-4101-BB86-8E03164D206E}" destId="{FD7312C7-8508-4492-BAC7-40C5CDA99B4E}" srcOrd="0" destOrd="0" parTransId="{C191B02D-7D64-46B0-8FBD-C39B09850517}" sibTransId="{A8BF4E43-E622-4B03-A30F-447BD0D7181F}"/>
    <dgm:cxn modelId="{289E6E6B-C286-46C5-953B-9B47293B1EA6}" type="presOf" srcId="{9FD26E66-2AE5-4B4A-8096-E3AFEA802FFE}" destId="{5340A64C-21B3-48C5-833D-4AB1C17174E0}" srcOrd="0" destOrd="0" presId="urn:microsoft.com/office/officeart/2016/7/layout/VerticalDownArrowProcess"/>
    <dgm:cxn modelId="{D47CE37A-B315-4649-86B7-76F433BD0741}" srcId="{4CDFFFE9-9ADF-477D-A793-03567F4747FC}" destId="{993A8CFE-21D8-4A44-A574-98F7941A6BA0}" srcOrd="0" destOrd="0" parTransId="{8C703913-43A9-4133-B26E-871050930883}" sibTransId="{82BE2A34-B833-461E-924A-4AAF8F1D6D9A}"/>
    <dgm:cxn modelId="{D7FE8187-857A-49DF-BEE8-FE9633F07BC6}" srcId="{079E8A31-712D-4C69-979A-0414FE27C9F7}" destId="{4CDFFFE9-9ADF-477D-A793-03567F4747FC}" srcOrd="2" destOrd="0" parTransId="{483B408A-2A81-4E5A-8905-A622479B5E47}" sibTransId="{D8D02F6B-8F7C-4BD1-B7EF-BCC1BDC0CAF2}"/>
    <dgm:cxn modelId="{B465888D-AD0D-4A2D-99E8-BDD9F7BC2074}" srcId="{079E8A31-712D-4C69-979A-0414FE27C9F7}" destId="{20F621EF-8942-4101-BB86-8E03164D206E}" srcOrd="1" destOrd="0" parTransId="{8E858035-6BE3-4D18-9103-0C19270BA4CE}" sibTransId="{413B661A-A6C2-4E99-A0B3-9F69B651C1A2}"/>
    <dgm:cxn modelId="{007D6B8F-E67B-4332-AE0E-73FC7DB255A1}" type="presOf" srcId="{20F621EF-8942-4101-BB86-8E03164D206E}" destId="{5BFE00A7-D304-4516-9CDF-D50BCCEAB1DD}" srcOrd="0" destOrd="0" presId="urn:microsoft.com/office/officeart/2016/7/layout/VerticalDownArrowProcess"/>
    <dgm:cxn modelId="{EB99A09A-087E-4CF7-A3C5-F9DE12B5F68F}" type="presOf" srcId="{9A0FB2B5-99C5-441B-AD38-E44B4646FE88}" destId="{7678B7F6-B822-472F-8A7E-A4EAFBC508DB}" srcOrd="1" destOrd="0" presId="urn:microsoft.com/office/officeart/2016/7/layout/VerticalDownArrowProcess"/>
    <dgm:cxn modelId="{828BBBA3-B4BA-4B41-886B-14F7FAF9E87F}" type="presOf" srcId="{4CDFFFE9-9ADF-477D-A793-03567F4747FC}" destId="{0A467FBB-E03E-4D55-8B0B-999F9B3632AE}" srcOrd="0" destOrd="0" presId="urn:microsoft.com/office/officeart/2016/7/layout/VerticalDownArrowProcess"/>
    <dgm:cxn modelId="{E83721AC-858C-4A48-88AC-1980402F4271}" type="presOf" srcId="{4CDFFFE9-9ADF-477D-A793-03567F4747FC}" destId="{004FE1DF-EEB6-4A65-BFB2-11263B6A6766}" srcOrd="1" destOrd="0" presId="urn:microsoft.com/office/officeart/2016/7/layout/VerticalDownArrowProcess"/>
    <dgm:cxn modelId="{2A2159AE-F9BF-4808-AA05-F26A188CCD83}" srcId="{079E8A31-712D-4C69-979A-0414FE27C9F7}" destId="{9A0FB2B5-99C5-441B-AD38-E44B4646FE88}" srcOrd="0" destOrd="0" parTransId="{25F0F693-7704-4A45-A12D-7B091D10206D}" sibTransId="{158EC0F3-1B9E-404A-A925-BC537401F38E}"/>
    <dgm:cxn modelId="{C015F0B5-C5C6-4724-856A-D522D6639530}" type="presOf" srcId="{FD7312C7-8508-4492-BAC7-40C5CDA99B4E}" destId="{C739E629-63AF-40B1-89DD-0F1E995A970F}" srcOrd="0" destOrd="0" presId="urn:microsoft.com/office/officeart/2016/7/layout/VerticalDownArrowProcess"/>
    <dgm:cxn modelId="{FC01FCBA-8952-4523-941C-BCAAB5358102}" type="presOf" srcId="{2BF52CCA-4129-4611-B635-8D0BF133B1E6}" destId="{2FF12502-613D-43D5-B8B6-D48D272C59CD}" srcOrd="0" destOrd="0" presId="urn:microsoft.com/office/officeart/2016/7/layout/VerticalDownArrowProcess"/>
    <dgm:cxn modelId="{478E22E0-85EE-40E4-8B5A-FE10343F61EC}" srcId="{2BF52CCA-4129-4611-B635-8D0BF133B1E6}" destId="{043EA65F-E144-4B49-8A26-A45DDB3BE1A0}" srcOrd="0" destOrd="0" parTransId="{4E7C4AC1-8ED0-4A8A-AEF9-C2A0FB445F50}" sibTransId="{B678B979-3DA4-4847-9645-AF962CA29258}"/>
    <dgm:cxn modelId="{903D78EC-04AD-4156-82BE-83DFC0BBE244}" type="presOf" srcId="{043EA65F-E144-4B49-8A26-A45DDB3BE1A0}" destId="{9AF0BAE9-5AC0-496B-B29A-1F3FB156CB2B}" srcOrd="0" destOrd="0" presId="urn:microsoft.com/office/officeart/2016/7/layout/VerticalDownArrowProcess"/>
    <dgm:cxn modelId="{C38EA8EF-55C9-4E04-88C2-2F4879750885}" type="presOf" srcId="{9A0FB2B5-99C5-441B-AD38-E44B4646FE88}" destId="{21EFF333-0FDA-41A8-AD7F-FB348F86B038}" srcOrd="0" destOrd="0" presId="urn:microsoft.com/office/officeart/2016/7/layout/VerticalDownArrowProcess"/>
    <dgm:cxn modelId="{D76AB6F7-C034-4D3D-8A46-DA44BF1974DB}" type="presOf" srcId="{20F621EF-8942-4101-BB86-8E03164D206E}" destId="{48EDA3BF-21F5-4FFE-8456-37A7599F872E}" srcOrd="1" destOrd="0" presId="urn:microsoft.com/office/officeart/2016/7/layout/VerticalDownArrowProcess"/>
    <dgm:cxn modelId="{496448C5-8451-43B4-8A90-CB3875A1349D}" type="presParOf" srcId="{4E9AC9D0-7421-42C6-B8AA-0C872FB443C7}" destId="{05B76F20-92AC-46F9-88BB-0D5D95A92E36}" srcOrd="0" destOrd="0" presId="urn:microsoft.com/office/officeart/2016/7/layout/VerticalDownArrowProcess"/>
    <dgm:cxn modelId="{195B808A-84F2-4C0C-914C-A24EE771ACF8}" type="presParOf" srcId="{05B76F20-92AC-46F9-88BB-0D5D95A92E36}" destId="{2FF12502-613D-43D5-B8B6-D48D272C59CD}" srcOrd="0" destOrd="0" presId="urn:microsoft.com/office/officeart/2016/7/layout/VerticalDownArrowProcess"/>
    <dgm:cxn modelId="{6926EF32-250D-4A72-85F9-3F1ADF72D7E8}" type="presParOf" srcId="{05B76F20-92AC-46F9-88BB-0D5D95A92E36}" destId="{9AF0BAE9-5AC0-496B-B29A-1F3FB156CB2B}" srcOrd="1" destOrd="0" presId="urn:microsoft.com/office/officeart/2016/7/layout/VerticalDownArrowProcess"/>
    <dgm:cxn modelId="{D86ECDF4-8786-4C63-8482-A285B0B41036}" type="presParOf" srcId="{4E9AC9D0-7421-42C6-B8AA-0C872FB443C7}" destId="{7137AD4C-F4C4-41A0-A94B-AFEC46594391}" srcOrd="1" destOrd="0" presId="urn:microsoft.com/office/officeart/2016/7/layout/VerticalDownArrowProcess"/>
    <dgm:cxn modelId="{991373E1-8D67-4F0A-BDB4-B744E9AB9B2E}" type="presParOf" srcId="{4E9AC9D0-7421-42C6-B8AA-0C872FB443C7}" destId="{2B128DBE-F00D-4878-A813-BC4EF637A33B}" srcOrd="2" destOrd="0" presId="urn:microsoft.com/office/officeart/2016/7/layout/VerticalDownArrowProcess"/>
    <dgm:cxn modelId="{72975C8C-6AE9-4B5C-BB45-8FB65723456E}" type="presParOf" srcId="{2B128DBE-F00D-4878-A813-BC4EF637A33B}" destId="{0A467FBB-E03E-4D55-8B0B-999F9B3632AE}" srcOrd="0" destOrd="0" presId="urn:microsoft.com/office/officeart/2016/7/layout/VerticalDownArrowProcess"/>
    <dgm:cxn modelId="{C878D163-2E59-4EF8-AEB5-4409489DD22B}" type="presParOf" srcId="{2B128DBE-F00D-4878-A813-BC4EF637A33B}" destId="{004FE1DF-EEB6-4A65-BFB2-11263B6A6766}" srcOrd="1" destOrd="0" presId="urn:microsoft.com/office/officeart/2016/7/layout/VerticalDownArrowProcess"/>
    <dgm:cxn modelId="{78739385-340B-4352-84F1-5FDE63DEEEAC}" type="presParOf" srcId="{2B128DBE-F00D-4878-A813-BC4EF637A33B}" destId="{3AADB99C-54CF-4DAA-8E2D-F4B90D7B04A4}" srcOrd="2" destOrd="0" presId="urn:microsoft.com/office/officeart/2016/7/layout/VerticalDownArrowProcess"/>
    <dgm:cxn modelId="{EF98F600-CCDF-47A5-BEF4-8A2620B50991}" type="presParOf" srcId="{4E9AC9D0-7421-42C6-B8AA-0C872FB443C7}" destId="{7EC04D97-BB54-4E6B-9217-FA06E4E788A2}" srcOrd="3" destOrd="0" presId="urn:microsoft.com/office/officeart/2016/7/layout/VerticalDownArrowProcess"/>
    <dgm:cxn modelId="{B8065537-4466-45FB-8393-928DBC9A9521}" type="presParOf" srcId="{4E9AC9D0-7421-42C6-B8AA-0C872FB443C7}" destId="{0BD8794B-D3D4-4C6E-80C8-B6C3E26AE10C}" srcOrd="4" destOrd="0" presId="urn:microsoft.com/office/officeart/2016/7/layout/VerticalDownArrowProcess"/>
    <dgm:cxn modelId="{9C724B14-0025-42CD-A9CC-766CCC73FC01}" type="presParOf" srcId="{0BD8794B-D3D4-4C6E-80C8-B6C3E26AE10C}" destId="{5BFE00A7-D304-4516-9CDF-D50BCCEAB1DD}" srcOrd="0" destOrd="0" presId="urn:microsoft.com/office/officeart/2016/7/layout/VerticalDownArrowProcess"/>
    <dgm:cxn modelId="{A6484247-FDDD-4F28-9633-989C44EF162B}" type="presParOf" srcId="{0BD8794B-D3D4-4C6E-80C8-B6C3E26AE10C}" destId="{48EDA3BF-21F5-4FFE-8456-37A7599F872E}" srcOrd="1" destOrd="0" presId="urn:microsoft.com/office/officeart/2016/7/layout/VerticalDownArrowProcess"/>
    <dgm:cxn modelId="{DC2AA58E-0216-4A17-81CB-189759E53F6C}" type="presParOf" srcId="{0BD8794B-D3D4-4C6E-80C8-B6C3E26AE10C}" destId="{C739E629-63AF-40B1-89DD-0F1E995A970F}" srcOrd="2" destOrd="0" presId="urn:microsoft.com/office/officeart/2016/7/layout/VerticalDownArrowProcess"/>
    <dgm:cxn modelId="{C90EFAF2-4719-49FF-8280-5863E084A175}" type="presParOf" srcId="{4E9AC9D0-7421-42C6-B8AA-0C872FB443C7}" destId="{9A9ABC51-A3E1-4A2A-AF93-04294A81E7A6}" srcOrd="5" destOrd="0" presId="urn:microsoft.com/office/officeart/2016/7/layout/VerticalDownArrowProcess"/>
    <dgm:cxn modelId="{5B09A11E-C194-48BB-8B7B-4700541A2E3C}" type="presParOf" srcId="{4E9AC9D0-7421-42C6-B8AA-0C872FB443C7}" destId="{63B7B9D1-0616-41B8-8FFA-2839802BFD7B}" srcOrd="6" destOrd="0" presId="urn:microsoft.com/office/officeart/2016/7/layout/VerticalDownArrowProcess"/>
    <dgm:cxn modelId="{BDF552AE-D947-4683-A625-BB4F2479DB31}" type="presParOf" srcId="{63B7B9D1-0616-41B8-8FFA-2839802BFD7B}" destId="{21EFF333-0FDA-41A8-AD7F-FB348F86B038}" srcOrd="0" destOrd="0" presId="urn:microsoft.com/office/officeart/2016/7/layout/VerticalDownArrowProcess"/>
    <dgm:cxn modelId="{C7CB20FB-9B12-4691-A215-919CEF00C591}" type="presParOf" srcId="{63B7B9D1-0616-41B8-8FFA-2839802BFD7B}" destId="{7678B7F6-B822-472F-8A7E-A4EAFBC508DB}" srcOrd="1" destOrd="0" presId="urn:microsoft.com/office/officeart/2016/7/layout/VerticalDownArrowProcess"/>
    <dgm:cxn modelId="{05BBA34A-5EB0-48FC-9BF9-9372DC49B780}" type="presParOf" srcId="{63B7B9D1-0616-41B8-8FFA-2839802BFD7B}" destId="{5340A64C-21B3-48C5-833D-4AB1C17174E0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EB03AB5-B79D-42C1-AE43-E1E18C962B2B}" type="doc">
      <dgm:prSet loTypeId="urn:microsoft.com/office/officeart/2016/7/layout/VerticalSolidAction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AB368BE-8370-4A7A-A540-28BE0D635878}">
      <dgm:prSet custT="1"/>
      <dgm:spPr/>
      <dgm:t>
        <a:bodyPr/>
        <a:lstStyle/>
        <a:p>
          <a:r>
            <a:rPr lang="en-US" sz="2000"/>
            <a:t>Use</a:t>
          </a:r>
        </a:p>
      </dgm:t>
    </dgm:pt>
    <dgm:pt modelId="{1CD12098-EFDC-4F43-9426-43B4481FDBA0}" type="parTrans" cxnId="{E284457F-151A-4D73-85A1-1E7BD277AD8C}">
      <dgm:prSet/>
      <dgm:spPr/>
      <dgm:t>
        <a:bodyPr/>
        <a:lstStyle/>
        <a:p>
          <a:endParaRPr lang="en-US" sz="1600"/>
        </a:p>
      </dgm:t>
    </dgm:pt>
    <dgm:pt modelId="{DD67E05C-E8B2-4C0E-A7BC-21BF9EBC1865}" type="sibTrans" cxnId="{E284457F-151A-4D73-85A1-1E7BD277AD8C}">
      <dgm:prSet/>
      <dgm:spPr/>
      <dgm:t>
        <a:bodyPr/>
        <a:lstStyle/>
        <a:p>
          <a:endParaRPr lang="en-US" sz="1600"/>
        </a:p>
      </dgm:t>
    </dgm:pt>
    <dgm:pt modelId="{1323FDFD-94CB-4299-BF12-28386D6D0DC1}">
      <dgm:prSet custT="1"/>
      <dgm:spPr/>
      <dgm:t>
        <a:bodyPr/>
        <a:lstStyle/>
        <a:p>
          <a:r>
            <a:rPr lang="en-US" sz="1800" dirty="0"/>
            <a:t>Multiple communication channels (meetings, social media, surveys).</a:t>
          </a:r>
        </a:p>
      </dgm:t>
    </dgm:pt>
    <dgm:pt modelId="{83A62B37-AB75-4EF5-8BFE-355E740456D2}" type="parTrans" cxnId="{1653326B-ADD0-4186-8712-28A77FA2FE48}">
      <dgm:prSet/>
      <dgm:spPr/>
      <dgm:t>
        <a:bodyPr/>
        <a:lstStyle/>
        <a:p>
          <a:endParaRPr lang="en-US" sz="1600"/>
        </a:p>
      </dgm:t>
    </dgm:pt>
    <dgm:pt modelId="{78123D40-BB6B-4B67-A1BE-3C993E9BD0E1}" type="sibTrans" cxnId="{1653326B-ADD0-4186-8712-28A77FA2FE48}">
      <dgm:prSet/>
      <dgm:spPr/>
      <dgm:t>
        <a:bodyPr/>
        <a:lstStyle/>
        <a:p>
          <a:endParaRPr lang="en-US" sz="1600"/>
        </a:p>
      </dgm:t>
    </dgm:pt>
    <dgm:pt modelId="{C775330D-C874-4B89-8389-11D5837B9715}">
      <dgm:prSet custT="1"/>
      <dgm:spPr/>
      <dgm:t>
        <a:bodyPr/>
        <a:lstStyle/>
        <a:p>
          <a:r>
            <a:rPr lang="en-US" sz="2000"/>
            <a:t>Foster</a:t>
          </a:r>
        </a:p>
      </dgm:t>
    </dgm:pt>
    <dgm:pt modelId="{8666939A-5252-4B87-8BC7-100BC4CE78AA}" type="parTrans" cxnId="{74CB9FD2-6C26-4624-B7F2-7B8BC287B904}">
      <dgm:prSet/>
      <dgm:spPr/>
      <dgm:t>
        <a:bodyPr/>
        <a:lstStyle/>
        <a:p>
          <a:endParaRPr lang="en-US" sz="1600"/>
        </a:p>
      </dgm:t>
    </dgm:pt>
    <dgm:pt modelId="{ABCEA5F3-A512-464D-A7B3-C72FBC5D1644}" type="sibTrans" cxnId="{74CB9FD2-6C26-4624-B7F2-7B8BC287B904}">
      <dgm:prSet/>
      <dgm:spPr/>
      <dgm:t>
        <a:bodyPr/>
        <a:lstStyle/>
        <a:p>
          <a:endParaRPr lang="en-US" sz="1600"/>
        </a:p>
      </dgm:t>
    </dgm:pt>
    <dgm:pt modelId="{1911CF7D-B3AA-4188-AA95-6E7FC62B00BB}">
      <dgm:prSet custT="1"/>
      <dgm:spPr/>
      <dgm:t>
        <a:bodyPr/>
        <a:lstStyle/>
        <a:p>
          <a:r>
            <a:rPr lang="en-US" sz="1800" dirty="0"/>
            <a:t>Leadership within the community.</a:t>
          </a:r>
        </a:p>
      </dgm:t>
    </dgm:pt>
    <dgm:pt modelId="{225306F1-93D8-47A7-A21A-4110936BBB79}" type="parTrans" cxnId="{2BA6B86C-A397-4B9F-8F14-BD9A6583BB19}">
      <dgm:prSet/>
      <dgm:spPr/>
      <dgm:t>
        <a:bodyPr/>
        <a:lstStyle/>
        <a:p>
          <a:endParaRPr lang="en-US" sz="1600"/>
        </a:p>
      </dgm:t>
    </dgm:pt>
    <dgm:pt modelId="{0D650894-1B59-4183-8DCA-935C26D61DFF}" type="sibTrans" cxnId="{2BA6B86C-A397-4B9F-8F14-BD9A6583BB19}">
      <dgm:prSet/>
      <dgm:spPr/>
      <dgm:t>
        <a:bodyPr/>
        <a:lstStyle/>
        <a:p>
          <a:endParaRPr lang="en-US" sz="1600"/>
        </a:p>
      </dgm:t>
    </dgm:pt>
    <dgm:pt modelId="{514EBA6F-AA59-4226-B46B-32DAB41A89FB}">
      <dgm:prSet custT="1"/>
      <dgm:spPr/>
      <dgm:t>
        <a:bodyPr/>
        <a:lstStyle/>
        <a:p>
          <a:r>
            <a:rPr lang="en-US" sz="2000"/>
            <a:t>Provide</a:t>
          </a:r>
        </a:p>
      </dgm:t>
    </dgm:pt>
    <dgm:pt modelId="{5F83482E-70A1-4896-8991-C8E862814B85}" type="parTrans" cxnId="{B8470EEA-F927-4437-8DFC-433812E4B4DF}">
      <dgm:prSet/>
      <dgm:spPr/>
      <dgm:t>
        <a:bodyPr/>
        <a:lstStyle/>
        <a:p>
          <a:endParaRPr lang="en-US" sz="1600"/>
        </a:p>
      </dgm:t>
    </dgm:pt>
    <dgm:pt modelId="{B9CC183E-70FF-4970-B4CB-82E1C18E417E}" type="sibTrans" cxnId="{B8470EEA-F927-4437-8DFC-433812E4B4DF}">
      <dgm:prSet/>
      <dgm:spPr/>
      <dgm:t>
        <a:bodyPr/>
        <a:lstStyle/>
        <a:p>
          <a:endParaRPr lang="en-US" sz="1600"/>
        </a:p>
      </dgm:t>
    </dgm:pt>
    <dgm:pt modelId="{6598C778-173A-429D-AC65-5D66DEB3A174}">
      <dgm:prSet custT="1"/>
      <dgm:spPr/>
      <dgm:t>
        <a:bodyPr/>
        <a:lstStyle/>
        <a:p>
          <a:r>
            <a:rPr lang="en-US" sz="1800" dirty="0"/>
            <a:t>Training and capacity-building workshops.</a:t>
          </a:r>
        </a:p>
      </dgm:t>
    </dgm:pt>
    <dgm:pt modelId="{671450D5-24A9-4523-A0A3-5CAE6771DD2A}" type="parTrans" cxnId="{54304053-5F5E-4055-B62E-AAD453B7B717}">
      <dgm:prSet/>
      <dgm:spPr/>
      <dgm:t>
        <a:bodyPr/>
        <a:lstStyle/>
        <a:p>
          <a:endParaRPr lang="en-US" sz="1600"/>
        </a:p>
      </dgm:t>
    </dgm:pt>
    <dgm:pt modelId="{9F5279F8-9A21-4B04-992A-A4C7E6C1442D}" type="sibTrans" cxnId="{54304053-5F5E-4055-B62E-AAD453B7B717}">
      <dgm:prSet/>
      <dgm:spPr/>
      <dgm:t>
        <a:bodyPr/>
        <a:lstStyle/>
        <a:p>
          <a:endParaRPr lang="en-US" sz="1600"/>
        </a:p>
      </dgm:t>
    </dgm:pt>
    <dgm:pt modelId="{D9BB6763-5381-4931-BFB6-D8B273AE2449}">
      <dgm:prSet custT="1"/>
      <dgm:spPr/>
      <dgm:t>
        <a:bodyPr/>
        <a:lstStyle/>
        <a:p>
          <a:r>
            <a:rPr lang="en-US" sz="2000"/>
            <a:t>Encourage</a:t>
          </a:r>
        </a:p>
      </dgm:t>
    </dgm:pt>
    <dgm:pt modelId="{6B6627AC-7963-4BBD-BA57-CA753F2AE002}" type="parTrans" cxnId="{D14682B1-8CD4-4B7D-B5DD-EC3D847F18AF}">
      <dgm:prSet/>
      <dgm:spPr/>
      <dgm:t>
        <a:bodyPr/>
        <a:lstStyle/>
        <a:p>
          <a:endParaRPr lang="en-US" sz="1600"/>
        </a:p>
      </dgm:t>
    </dgm:pt>
    <dgm:pt modelId="{E95BD67F-6A80-4D1B-9C2C-DF0674A59311}" type="sibTrans" cxnId="{D14682B1-8CD4-4B7D-B5DD-EC3D847F18AF}">
      <dgm:prSet/>
      <dgm:spPr/>
      <dgm:t>
        <a:bodyPr/>
        <a:lstStyle/>
        <a:p>
          <a:endParaRPr lang="en-US" sz="1600"/>
        </a:p>
      </dgm:t>
    </dgm:pt>
    <dgm:pt modelId="{224F14F3-6761-493D-AC21-15D869A70D61}">
      <dgm:prSet custT="1"/>
      <dgm:spPr/>
      <dgm:t>
        <a:bodyPr/>
        <a:lstStyle/>
        <a:p>
          <a:r>
            <a:rPr lang="en-US" sz="1800" dirty="0"/>
            <a:t>Continuous feedback and evaluation.</a:t>
          </a:r>
        </a:p>
      </dgm:t>
    </dgm:pt>
    <dgm:pt modelId="{3EEE7BA9-B37E-4738-994A-502C7C40D58E}" type="parTrans" cxnId="{5BB499E1-F21A-4241-AA5F-E0EC026BF01E}">
      <dgm:prSet/>
      <dgm:spPr/>
      <dgm:t>
        <a:bodyPr/>
        <a:lstStyle/>
        <a:p>
          <a:endParaRPr lang="en-US" sz="1600"/>
        </a:p>
      </dgm:t>
    </dgm:pt>
    <dgm:pt modelId="{0F534786-E720-44E4-AE31-73DFE66B0FC6}" type="sibTrans" cxnId="{5BB499E1-F21A-4241-AA5F-E0EC026BF01E}">
      <dgm:prSet/>
      <dgm:spPr/>
      <dgm:t>
        <a:bodyPr/>
        <a:lstStyle/>
        <a:p>
          <a:endParaRPr lang="en-US" sz="1600"/>
        </a:p>
      </dgm:t>
    </dgm:pt>
    <dgm:pt modelId="{0E3A2C67-6FDC-4E9E-9B96-382731FF04FD}">
      <dgm:prSet custT="1"/>
      <dgm:spPr/>
      <dgm:t>
        <a:bodyPr/>
        <a:lstStyle/>
        <a:p>
          <a:r>
            <a:rPr lang="en-US" sz="2000"/>
            <a:t>Ensure</a:t>
          </a:r>
        </a:p>
      </dgm:t>
    </dgm:pt>
    <dgm:pt modelId="{088AA5E4-2BDE-4A39-A2A3-401CC004575B}" type="parTrans" cxnId="{7FFA7B12-A617-4C57-8576-B26970E41BE4}">
      <dgm:prSet/>
      <dgm:spPr/>
      <dgm:t>
        <a:bodyPr/>
        <a:lstStyle/>
        <a:p>
          <a:endParaRPr lang="en-US" sz="1600"/>
        </a:p>
      </dgm:t>
    </dgm:pt>
    <dgm:pt modelId="{FCC9AB17-668F-49E2-B290-7892F9E0A281}" type="sibTrans" cxnId="{7FFA7B12-A617-4C57-8576-B26970E41BE4}">
      <dgm:prSet/>
      <dgm:spPr/>
      <dgm:t>
        <a:bodyPr/>
        <a:lstStyle/>
        <a:p>
          <a:endParaRPr lang="en-US" sz="1600"/>
        </a:p>
      </dgm:t>
    </dgm:pt>
    <dgm:pt modelId="{1B8E847E-9896-455E-BE79-128C61AB1E56}">
      <dgm:prSet custT="1"/>
      <dgm:spPr/>
      <dgm:t>
        <a:bodyPr/>
        <a:lstStyle/>
        <a:p>
          <a:r>
            <a:rPr lang="en-US" sz="1800" dirty="0"/>
            <a:t>Accessibility and inclusivity in participation.</a:t>
          </a:r>
        </a:p>
      </dgm:t>
    </dgm:pt>
    <dgm:pt modelId="{A7223920-AEF8-4DCA-8CB2-C88665073217}" type="parTrans" cxnId="{C1CE28F9-A063-48C4-B1B5-C5CC6E3F74AD}">
      <dgm:prSet/>
      <dgm:spPr/>
      <dgm:t>
        <a:bodyPr/>
        <a:lstStyle/>
        <a:p>
          <a:endParaRPr lang="en-US" sz="1600"/>
        </a:p>
      </dgm:t>
    </dgm:pt>
    <dgm:pt modelId="{8FABDD07-625C-4DD0-AE51-8B06D6178F7D}" type="sibTrans" cxnId="{C1CE28F9-A063-48C4-B1B5-C5CC6E3F74AD}">
      <dgm:prSet/>
      <dgm:spPr/>
      <dgm:t>
        <a:bodyPr/>
        <a:lstStyle/>
        <a:p>
          <a:endParaRPr lang="en-US" sz="1600"/>
        </a:p>
      </dgm:t>
    </dgm:pt>
    <dgm:pt modelId="{3735DCC8-475F-4265-BAA8-CE0CBCE4F1C8}" type="pres">
      <dgm:prSet presAssocID="{5EB03AB5-B79D-42C1-AE43-E1E18C962B2B}" presName="Name0" presStyleCnt="0">
        <dgm:presLayoutVars>
          <dgm:dir/>
          <dgm:animLvl val="lvl"/>
          <dgm:resizeHandles val="exact"/>
        </dgm:presLayoutVars>
      </dgm:prSet>
      <dgm:spPr/>
    </dgm:pt>
    <dgm:pt modelId="{63244EC2-03B9-4CC3-91EE-FDFC337D9832}" type="pres">
      <dgm:prSet presAssocID="{9AB368BE-8370-4A7A-A540-28BE0D635878}" presName="linNode" presStyleCnt="0"/>
      <dgm:spPr/>
    </dgm:pt>
    <dgm:pt modelId="{78AFA4B9-4AD8-44BA-B5E8-E0F81BB439C7}" type="pres">
      <dgm:prSet presAssocID="{9AB368BE-8370-4A7A-A540-28BE0D635878}" presName="parentText" presStyleLbl="alignNode1" presStyleIdx="0" presStyleCnt="5">
        <dgm:presLayoutVars>
          <dgm:chMax val="1"/>
          <dgm:bulletEnabled/>
        </dgm:presLayoutVars>
      </dgm:prSet>
      <dgm:spPr/>
    </dgm:pt>
    <dgm:pt modelId="{5748EED7-8DC7-4BF9-8772-1AFF4A9B4A1F}" type="pres">
      <dgm:prSet presAssocID="{9AB368BE-8370-4A7A-A540-28BE0D635878}" presName="descendantText" presStyleLbl="alignAccFollowNode1" presStyleIdx="0" presStyleCnt="5">
        <dgm:presLayoutVars>
          <dgm:bulletEnabled/>
        </dgm:presLayoutVars>
      </dgm:prSet>
      <dgm:spPr/>
    </dgm:pt>
    <dgm:pt modelId="{9A6C4AF8-E436-4444-9A62-3EB571F569C2}" type="pres">
      <dgm:prSet presAssocID="{DD67E05C-E8B2-4C0E-A7BC-21BF9EBC1865}" presName="sp" presStyleCnt="0"/>
      <dgm:spPr/>
    </dgm:pt>
    <dgm:pt modelId="{D3EB5643-8B43-4184-AC2C-57FB7EE54044}" type="pres">
      <dgm:prSet presAssocID="{C775330D-C874-4B89-8389-11D5837B9715}" presName="linNode" presStyleCnt="0"/>
      <dgm:spPr/>
    </dgm:pt>
    <dgm:pt modelId="{A3645868-527F-4BE4-A00F-F1EE318270E0}" type="pres">
      <dgm:prSet presAssocID="{C775330D-C874-4B89-8389-11D5837B9715}" presName="parentText" presStyleLbl="alignNode1" presStyleIdx="1" presStyleCnt="5">
        <dgm:presLayoutVars>
          <dgm:chMax val="1"/>
          <dgm:bulletEnabled/>
        </dgm:presLayoutVars>
      </dgm:prSet>
      <dgm:spPr/>
    </dgm:pt>
    <dgm:pt modelId="{B3DACA51-BB6B-4146-B843-B7F0CCEA9B24}" type="pres">
      <dgm:prSet presAssocID="{C775330D-C874-4B89-8389-11D5837B9715}" presName="descendantText" presStyleLbl="alignAccFollowNode1" presStyleIdx="1" presStyleCnt="5">
        <dgm:presLayoutVars>
          <dgm:bulletEnabled/>
        </dgm:presLayoutVars>
      </dgm:prSet>
      <dgm:spPr/>
    </dgm:pt>
    <dgm:pt modelId="{F904364E-E6D2-4422-A76E-A8A28AE9D556}" type="pres">
      <dgm:prSet presAssocID="{ABCEA5F3-A512-464D-A7B3-C72FBC5D1644}" presName="sp" presStyleCnt="0"/>
      <dgm:spPr/>
    </dgm:pt>
    <dgm:pt modelId="{2CF8EC9A-1B57-449D-BB71-C42EC24EA82E}" type="pres">
      <dgm:prSet presAssocID="{514EBA6F-AA59-4226-B46B-32DAB41A89FB}" presName="linNode" presStyleCnt="0"/>
      <dgm:spPr/>
    </dgm:pt>
    <dgm:pt modelId="{85BB2EA5-2583-4D27-915D-DD307C632C8E}" type="pres">
      <dgm:prSet presAssocID="{514EBA6F-AA59-4226-B46B-32DAB41A89FB}" presName="parentText" presStyleLbl="alignNode1" presStyleIdx="2" presStyleCnt="5">
        <dgm:presLayoutVars>
          <dgm:chMax val="1"/>
          <dgm:bulletEnabled/>
        </dgm:presLayoutVars>
      </dgm:prSet>
      <dgm:spPr/>
    </dgm:pt>
    <dgm:pt modelId="{0FA8488A-B285-42D6-A70E-8D51841BFB47}" type="pres">
      <dgm:prSet presAssocID="{514EBA6F-AA59-4226-B46B-32DAB41A89FB}" presName="descendantText" presStyleLbl="alignAccFollowNode1" presStyleIdx="2" presStyleCnt="5">
        <dgm:presLayoutVars>
          <dgm:bulletEnabled/>
        </dgm:presLayoutVars>
      </dgm:prSet>
      <dgm:spPr/>
    </dgm:pt>
    <dgm:pt modelId="{A7796E4C-6F81-47A5-A7EE-25F6A62C49CF}" type="pres">
      <dgm:prSet presAssocID="{B9CC183E-70FF-4970-B4CB-82E1C18E417E}" presName="sp" presStyleCnt="0"/>
      <dgm:spPr/>
    </dgm:pt>
    <dgm:pt modelId="{32CACD9C-5128-4ED5-A944-B7EC44F7DB98}" type="pres">
      <dgm:prSet presAssocID="{D9BB6763-5381-4931-BFB6-D8B273AE2449}" presName="linNode" presStyleCnt="0"/>
      <dgm:spPr/>
    </dgm:pt>
    <dgm:pt modelId="{7C783B0D-36B4-472F-A0EA-5D35D6C18D64}" type="pres">
      <dgm:prSet presAssocID="{D9BB6763-5381-4931-BFB6-D8B273AE2449}" presName="parentText" presStyleLbl="alignNode1" presStyleIdx="3" presStyleCnt="5">
        <dgm:presLayoutVars>
          <dgm:chMax val="1"/>
          <dgm:bulletEnabled/>
        </dgm:presLayoutVars>
      </dgm:prSet>
      <dgm:spPr/>
    </dgm:pt>
    <dgm:pt modelId="{17DF3B8E-0E09-40AE-8FC6-0234AED2E8D3}" type="pres">
      <dgm:prSet presAssocID="{D9BB6763-5381-4931-BFB6-D8B273AE2449}" presName="descendantText" presStyleLbl="alignAccFollowNode1" presStyleIdx="3" presStyleCnt="5">
        <dgm:presLayoutVars>
          <dgm:bulletEnabled/>
        </dgm:presLayoutVars>
      </dgm:prSet>
      <dgm:spPr/>
    </dgm:pt>
    <dgm:pt modelId="{F6613B2A-E6AA-4FFF-BBA3-D2BB991F2FBB}" type="pres">
      <dgm:prSet presAssocID="{E95BD67F-6A80-4D1B-9C2C-DF0674A59311}" presName="sp" presStyleCnt="0"/>
      <dgm:spPr/>
    </dgm:pt>
    <dgm:pt modelId="{54AFA22A-3CA6-431A-A902-B005C4A63880}" type="pres">
      <dgm:prSet presAssocID="{0E3A2C67-6FDC-4E9E-9B96-382731FF04FD}" presName="linNode" presStyleCnt="0"/>
      <dgm:spPr/>
    </dgm:pt>
    <dgm:pt modelId="{1D9C1FB2-9942-4317-B26F-B3E072BA250E}" type="pres">
      <dgm:prSet presAssocID="{0E3A2C67-6FDC-4E9E-9B96-382731FF04FD}" presName="parentText" presStyleLbl="alignNode1" presStyleIdx="4" presStyleCnt="5">
        <dgm:presLayoutVars>
          <dgm:chMax val="1"/>
          <dgm:bulletEnabled/>
        </dgm:presLayoutVars>
      </dgm:prSet>
      <dgm:spPr/>
    </dgm:pt>
    <dgm:pt modelId="{FFC7F8C5-EBD0-4647-BDA5-1B98D0A4F4F9}" type="pres">
      <dgm:prSet presAssocID="{0E3A2C67-6FDC-4E9E-9B96-382731FF04FD}" presName="descendantText" presStyleLbl="alignAccFollowNode1" presStyleIdx="4" presStyleCnt="5">
        <dgm:presLayoutVars>
          <dgm:bulletEnabled/>
        </dgm:presLayoutVars>
      </dgm:prSet>
      <dgm:spPr/>
    </dgm:pt>
  </dgm:ptLst>
  <dgm:cxnLst>
    <dgm:cxn modelId="{7FFA7B12-A617-4C57-8576-B26970E41BE4}" srcId="{5EB03AB5-B79D-42C1-AE43-E1E18C962B2B}" destId="{0E3A2C67-6FDC-4E9E-9B96-382731FF04FD}" srcOrd="4" destOrd="0" parTransId="{088AA5E4-2BDE-4A39-A2A3-401CC004575B}" sibTransId="{FCC9AB17-668F-49E2-B290-7892F9E0A281}"/>
    <dgm:cxn modelId="{10903E16-A573-4972-A91D-C2C262926639}" type="presOf" srcId="{5EB03AB5-B79D-42C1-AE43-E1E18C962B2B}" destId="{3735DCC8-475F-4265-BAA8-CE0CBCE4F1C8}" srcOrd="0" destOrd="0" presId="urn:microsoft.com/office/officeart/2016/7/layout/VerticalSolidActionList"/>
    <dgm:cxn modelId="{54B8C91E-006A-4522-8166-E25B15E593AC}" type="presOf" srcId="{224F14F3-6761-493D-AC21-15D869A70D61}" destId="{17DF3B8E-0E09-40AE-8FC6-0234AED2E8D3}" srcOrd="0" destOrd="0" presId="urn:microsoft.com/office/officeart/2016/7/layout/VerticalSolidActionList"/>
    <dgm:cxn modelId="{0DF5F93D-1B4A-4474-A92E-E26D31D61F81}" type="presOf" srcId="{514EBA6F-AA59-4226-B46B-32DAB41A89FB}" destId="{85BB2EA5-2583-4D27-915D-DD307C632C8E}" srcOrd="0" destOrd="0" presId="urn:microsoft.com/office/officeart/2016/7/layout/VerticalSolidActionList"/>
    <dgm:cxn modelId="{AB81F965-4CC6-45AD-83AD-3A3D4B469483}" type="presOf" srcId="{C775330D-C874-4B89-8389-11D5837B9715}" destId="{A3645868-527F-4BE4-A00F-F1EE318270E0}" srcOrd="0" destOrd="0" presId="urn:microsoft.com/office/officeart/2016/7/layout/VerticalSolidActionList"/>
    <dgm:cxn modelId="{1653326B-ADD0-4186-8712-28A77FA2FE48}" srcId="{9AB368BE-8370-4A7A-A540-28BE0D635878}" destId="{1323FDFD-94CB-4299-BF12-28386D6D0DC1}" srcOrd="0" destOrd="0" parTransId="{83A62B37-AB75-4EF5-8BFE-355E740456D2}" sibTransId="{78123D40-BB6B-4B67-A1BE-3C993E9BD0E1}"/>
    <dgm:cxn modelId="{2BA6B86C-A397-4B9F-8F14-BD9A6583BB19}" srcId="{C775330D-C874-4B89-8389-11D5837B9715}" destId="{1911CF7D-B3AA-4188-AA95-6E7FC62B00BB}" srcOrd="0" destOrd="0" parTransId="{225306F1-93D8-47A7-A21A-4110936BBB79}" sibTransId="{0D650894-1B59-4183-8DCA-935C26D61DFF}"/>
    <dgm:cxn modelId="{487A0A72-1A5D-4D77-AE33-5CF834C41209}" type="presOf" srcId="{1B8E847E-9896-455E-BE79-128C61AB1E56}" destId="{FFC7F8C5-EBD0-4647-BDA5-1B98D0A4F4F9}" srcOrd="0" destOrd="0" presId="urn:microsoft.com/office/officeart/2016/7/layout/VerticalSolidActionList"/>
    <dgm:cxn modelId="{54304053-5F5E-4055-B62E-AAD453B7B717}" srcId="{514EBA6F-AA59-4226-B46B-32DAB41A89FB}" destId="{6598C778-173A-429D-AC65-5D66DEB3A174}" srcOrd="0" destOrd="0" parTransId="{671450D5-24A9-4523-A0A3-5CAE6771DD2A}" sibTransId="{9F5279F8-9A21-4B04-992A-A4C7E6C1442D}"/>
    <dgm:cxn modelId="{B7956F74-0E1D-477C-8266-779047FEAC0A}" type="presOf" srcId="{D9BB6763-5381-4931-BFB6-D8B273AE2449}" destId="{7C783B0D-36B4-472F-A0EA-5D35D6C18D64}" srcOrd="0" destOrd="0" presId="urn:microsoft.com/office/officeart/2016/7/layout/VerticalSolidActionList"/>
    <dgm:cxn modelId="{986DE078-5806-4D45-8942-C227940B0F0E}" type="presOf" srcId="{6598C778-173A-429D-AC65-5D66DEB3A174}" destId="{0FA8488A-B285-42D6-A70E-8D51841BFB47}" srcOrd="0" destOrd="0" presId="urn:microsoft.com/office/officeart/2016/7/layout/VerticalSolidActionList"/>
    <dgm:cxn modelId="{E284457F-151A-4D73-85A1-1E7BD277AD8C}" srcId="{5EB03AB5-B79D-42C1-AE43-E1E18C962B2B}" destId="{9AB368BE-8370-4A7A-A540-28BE0D635878}" srcOrd="0" destOrd="0" parTransId="{1CD12098-EFDC-4F43-9426-43B4481FDBA0}" sibTransId="{DD67E05C-E8B2-4C0E-A7BC-21BF9EBC1865}"/>
    <dgm:cxn modelId="{D14682B1-8CD4-4B7D-B5DD-EC3D847F18AF}" srcId="{5EB03AB5-B79D-42C1-AE43-E1E18C962B2B}" destId="{D9BB6763-5381-4931-BFB6-D8B273AE2449}" srcOrd="3" destOrd="0" parTransId="{6B6627AC-7963-4BBD-BA57-CA753F2AE002}" sibTransId="{E95BD67F-6A80-4D1B-9C2C-DF0674A59311}"/>
    <dgm:cxn modelId="{74CB9FD2-6C26-4624-B7F2-7B8BC287B904}" srcId="{5EB03AB5-B79D-42C1-AE43-E1E18C962B2B}" destId="{C775330D-C874-4B89-8389-11D5837B9715}" srcOrd="1" destOrd="0" parTransId="{8666939A-5252-4B87-8BC7-100BC4CE78AA}" sibTransId="{ABCEA5F3-A512-464D-A7B3-C72FBC5D1644}"/>
    <dgm:cxn modelId="{FF4307D7-7BBC-4E42-877A-B42F687B566E}" type="presOf" srcId="{1323FDFD-94CB-4299-BF12-28386D6D0DC1}" destId="{5748EED7-8DC7-4BF9-8772-1AFF4A9B4A1F}" srcOrd="0" destOrd="0" presId="urn:microsoft.com/office/officeart/2016/7/layout/VerticalSolidActionList"/>
    <dgm:cxn modelId="{0EC1ECDB-EB24-488B-A076-B34415FA2901}" type="presOf" srcId="{1911CF7D-B3AA-4188-AA95-6E7FC62B00BB}" destId="{B3DACA51-BB6B-4146-B843-B7F0CCEA9B24}" srcOrd="0" destOrd="0" presId="urn:microsoft.com/office/officeart/2016/7/layout/VerticalSolidActionList"/>
    <dgm:cxn modelId="{5BB499E1-F21A-4241-AA5F-E0EC026BF01E}" srcId="{D9BB6763-5381-4931-BFB6-D8B273AE2449}" destId="{224F14F3-6761-493D-AC21-15D869A70D61}" srcOrd="0" destOrd="0" parTransId="{3EEE7BA9-B37E-4738-994A-502C7C40D58E}" sibTransId="{0F534786-E720-44E4-AE31-73DFE66B0FC6}"/>
    <dgm:cxn modelId="{FF1181E3-F933-4E71-87A2-CF0DAA5CCDB4}" type="presOf" srcId="{9AB368BE-8370-4A7A-A540-28BE0D635878}" destId="{78AFA4B9-4AD8-44BA-B5E8-E0F81BB439C7}" srcOrd="0" destOrd="0" presId="urn:microsoft.com/office/officeart/2016/7/layout/VerticalSolidActionList"/>
    <dgm:cxn modelId="{F34EFFE8-8E43-44F1-AFC3-3729FE782091}" type="presOf" srcId="{0E3A2C67-6FDC-4E9E-9B96-382731FF04FD}" destId="{1D9C1FB2-9942-4317-B26F-B3E072BA250E}" srcOrd="0" destOrd="0" presId="urn:microsoft.com/office/officeart/2016/7/layout/VerticalSolidActionList"/>
    <dgm:cxn modelId="{B8470EEA-F927-4437-8DFC-433812E4B4DF}" srcId="{5EB03AB5-B79D-42C1-AE43-E1E18C962B2B}" destId="{514EBA6F-AA59-4226-B46B-32DAB41A89FB}" srcOrd="2" destOrd="0" parTransId="{5F83482E-70A1-4896-8991-C8E862814B85}" sibTransId="{B9CC183E-70FF-4970-B4CB-82E1C18E417E}"/>
    <dgm:cxn modelId="{C1CE28F9-A063-48C4-B1B5-C5CC6E3F74AD}" srcId="{0E3A2C67-6FDC-4E9E-9B96-382731FF04FD}" destId="{1B8E847E-9896-455E-BE79-128C61AB1E56}" srcOrd="0" destOrd="0" parTransId="{A7223920-AEF8-4DCA-8CB2-C88665073217}" sibTransId="{8FABDD07-625C-4DD0-AE51-8B06D6178F7D}"/>
    <dgm:cxn modelId="{FBFAD99C-3A5E-4899-B1C1-87A1FBE2696F}" type="presParOf" srcId="{3735DCC8-475F-4265-BAA8-CE0CBCE4F1C8}" destId="{63244EC2-03B9-4CC3-91EE-FDFC337D9832}" srcOrd="0" destOrd="0" presId="urn:microsoft.com/office/officeart/2016/7/layout/VerticalSolidActionList"/>
    <dgm:cxn modelId="{49382E79-880A-4593-9322-F4CBF1B33250}" type="presParOf" srcId="{63244EC2-03B9-4CC3-91EE-FDFC337D9832}" destId="{78AFA4B9-4AD8-44BA-B5E8-E0F81BB439C7}" srcOrd="0" destOrd="0" presId="urn:microsoft.com/office/officeart/2016/7/layout/VerticalSolidActionList"/>
    <dgm:cxn modelId="{AF3134C3-E725-412B-940E-5BB631AC373E}" type="presParOf" srcId="{63244EC2-03B9-4CC3-91EE-FDFC337D9832}" destId="{5748EED7-8DC7-4BF9-8772-1AFF4A9B4A1F}" srcOrd="1" destOrd="0" presId="urn:microsoft.com/office/officeart/2016/7/layout/VerticalSolidActionList"/>
    <dgm:cxn modelId="{56909EB6-2E36-413A-AC40-19E91A140D4A}" type="presParOf" srcId="{3735DCC8-475F-4265-BAA8-CE0CBCE4F1C8}" destId="{9A6C4AF8-E436-4444-9A62-3EB571F569C2}" srcOrd="1" destOrd="0" presId="urn:microsoft.com/office/officeart/2016/7/layout/VerticalSolidActionList"/>
    <dgm:cxn modelId="{7D634D01-1255-4AFF-B917-1430774B4939}" type="presParOf" srcId="{3735DCC8-475F-4265-BAA8-CE0CBCE4F1C8}" destId="{D3EB5643-8B43-4184-AC2C-57FB7EE54044}" srcOrd="2" destOrd="0" presId="urn:microsoft.com/office/officeart/2016/7/layout/VerticalSolidActionList"/>
    <dgm:cxn modelId="{E508D7CF-8B42-44CB-B4C5-138ED330467A}" type="presParOf" srcId="{D3EB5643-8B43-4184-AC2C-57FB7EE54044}" destId="{A3645868-527F-4BE4-A00F-F1EE318270E0}" srcOrd="0" destOrd="0" presId="urn:microsoft.com/office/officeart/2016/7/layout/VerticalSolidActionList"/>
    <dgm:cxn modelId="{90D541ED-B9B3-493B-9CC8-921740FD1EF5}" type="presParOf" srcId="{D3EB5643-8B43-4184-AC2C-57FB7EE54044}" destId="{B3DACA51-BB6B-4146-B843-B7F0CCEA9B24}" srcOrd="1" destOrd="0" presId="urn:microsoft.com/office/officeart/2016/7/layout/VerticalSolidActionList"/>
    <dgm:cxn modelId="{0B8134C2-5040-4F92-894F-29A8AFBDF645}" type="presParOf" srcId="{3735DCC8-475F-4265-BAA8-CE0CBCE4F1C8}" destId="{F904364E-E6D2-4422-A76E-A8A28AE9D556}" srcOrd="3" destOrd="0" presId="urn:microsoft.com/office/officeart/2016/7/layout/VerticalSolidActionList"/>
    <dgm:cxn modelId="{398E8C4D-5586-4228-95F3-8DF7D8DC02CD}" type="presParOf" srcId="{3735DCC8-475F-4265-BAA8-CE0CBCE4F1C8}" destId="{2CF8EC9A-1B57-449D-BB71-C42EC24EA82E}" srcOrd="4" destOrd="0" presId="urn:microsoft.com/office/officeart/2016/7/layout/VerticalSolidActionList"/>
    <dgm:cxn modelId="{B9817091-0F98-4BEC-8C76-FCA59C1076EE}" type="presParOf" srcId="{2CF8EC9A-1B57-449D-BB71-C42EC24EA82E}" destId="{85BB2EA5-2583-4D27-915D-DD307C632C8E}" srcOrd="0" destOrd="0" presId="urn:microsoft.com/office/officeart/2016/7/layout/VerticalSolidActionList"/>
    <dgm:cxn modelId="{CEBD4F3C-B740-4586-9BDB-B926A81447C4}" type="presParOf" srcId="{2CF8EC9A-1B57-449D-BB71-C42EC24EA82E}" destId="{0FA8488A-B285-42D6-A70E-8D51841BFB47}" srcOrd="1" destOrd="0" presId="urn:microsoft.com/office/officeart/2016/7/layout/VerticalSolidActionList"/>
    <dgm:cxn modelId="{B0B7C55E-4142-47D2-835B-E85AE2EDD35B}" type="presParOf" srcId="{3735DCC8-475F-4265-BAA8-CE0CBCE4F1C8}" destId="{A7796E4C-6F81-47A5-A7EE-25F6A62C49CF}" srcOrd="5" destOrd="0" presId="urn:microsoft.com/office/officeart/2016/7/layout/VerticalSolidActionList"/>
    <dgm:cxn modelId="{666E02A1-159E-4869-AE8F-5A76BED2E142}" type="presParOf" srcId="{3735DCC8-475F-4265-BAA8-CE0CBCE4F1C8}" destId="{32CACD9C-5128-4ED5-A944-B7EC44F7DB98}" srcOrd="6" destOrd="0" presId="urn:microsoft.com/office/officeart/2016/7/layout/VerticalSolidActionList"/>
    <dgm:cxn modelId="{2A19217D-1C8E-4184-849E-6FC439C6A2A7}" type="presParOf" srcId="{32CACD9C-5128-4ED5-A944-B7EC44F7DB98}" destId="{7C783B0D-36B4-472F-A0EA-5D35D6C18D64}" srcOrd="0" destOrd="0" presId="urn:microsoft.com/office/officeart/2016/7/layout/VerticalSolidActionList"/>
    <dgm:cxn modelId="{221B7E13-B885-46D4-A193-685C427EBF76}" type="presParOf" srcId="{32CACD9C-5128-4ED5-A944-B7EC44F7DB98}" destId="{17DF3B8E-0E09-40AE-8FC6-0234AED2E8D3}" srcOrd="1" destOrd="0" presId="urn:microsoft.com/office/officeart/2016/7/layout/VerticalSolidActionList"/>
    <dgm:cxn modelId="{79152759-87BE-4C17-B6A3-A110B9152D31}" type="presParOf" srcId="{3735DCC8-475F-4265-BAA8-CE0CBCE4F1C8}" destId="{F6613B2A-E6AA-4FFF-BBA3-D2BB991F2FBB}" srcOrd="7" destOrd="0" presId="urn:microsoft.com/office/officeart/2016/7/layout/VerticalSolidActionList"/>
    <dgm:cxn modelId="{E5A5AFFD-82A9-4A14-8CEF-608FA877F3A4}" type="presParOf" srcId="{3735DCC8-475F-4265-BAA8-CE0CBCE4F1C8}" destId="{54AFA22A-3CA6-431A-A902-B005C4A63880}" srcOrd="8" destOrd="0" presId="urn:microsoft.com/office/officeart/2016/7/layout/VerticalSolidActionList"/>
    <dgm:cxn modelId="{92BFE84A-BF5A-4766-A942-E5BC2F90093E}" type="presParOf" srcId="{54AFA22A-3CA6-431A-A902-B005C4A63880}" destId="{1D9C1FB2-9942-4317-B26F-B3E072BA250E}" srcOrd="0" destOrd="0" presId="urn:microsoft.com/office/officeart/2016/7/layout/VerticalSolidActionList"/>
    <dgm:cxn modelId="{E4B642DF-6F03-48A6-92ED-B3BE49553850}" type="presParOf" srcId="{54AFA22A-3CA6-431A-A902-B005C4A63880}" destId="{FFC7F8C5-EBD0-4647-BDA5-1B98D0A4F4F9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F2D7737-8FFF-489A-AEF6-2DCC3A77F45E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F8533095-FDB8-4F1E-A2B0-C631D0D461E9}">
      <dgm:prSet custT="1"/>
      <dgm:spPr/>
      <dgm:t>
        <a:bodyPr/>
        <a:lstStyle/>
        <a:p>
          <a:pPr algn="just"/>
          <a:r>
            <a:rPr lang="en-US" sz="1800" b="1" dirty="0"/>
            <a:t>System Building: </a:t>
          </a:r>
          <a:r>
            <a:rPr lang="en-US" sz="1800" dirty="0"/>
            <a:t>Integrate Community Engagement into all stages of policy and program cycles for sustainable impact.</a:t>
          </a:r>
        </a:p>
      </dgm:t>
    </dgm:pt>
    <dgm:pt modelId="{0B94568E-22A5-475D-AB12-096CECE29EC1}" type="parTrans" cxnId="{82707DD3-90B0-4E3D-8743-F68E553DE430}">
      <dgm:prSet/>
      <dgm:spPr/>
      <dgm:t>
        <a:bodyPr/>
        <a:lstStyle/>
        <a:p>
          <a:pPr algn="just"/>
          <a:endParaRPr lang="en-US"/>
        </a:p>
      </dgm:t>
    </dgm:pt>
    <dgm:pt modelId="{F3E34D93-FA7E-4089-8435-7C3DA6BE1C97}" type="sibTrans" cxnId="{82707DD3-90B0-4E3D-8743-F68E553DE430}">
      <dgm:prSet/>
      <dgm:spPr/>
      <dgm:t>
        <a:bodyPr/>
        <a:lstStyle/>
        <a:p>
          <a:pPr algn="just"/>
          <a:endParaRPr lang="en-US"/>
        </a:p>
      </dgm:t>
    </dgm:pt>
    <dgm:pt modelId="{71A114F0-7B93-4485-8841-F5B88AAACDA7}">
      <dgm:prSet custT="1"/>
      <dgm:spPr>
        <a:solidFill>
          <a:srgbClr val="F0F9EB"/>
        </a:solidFill>
      </dgm:spPr>
      <dgm:t>
        <a:bodyPr/>
        <a:lstStyle/>
        <a:p>
          <a:pPr algn="just"/>
          <a:r>
            <a:rPr lang="en-US" sz="1800" b="1" dirty="0"/>
            <a:t>Two-Way Communication: </a:t>
          </a:r>
          <a:r>
            <a:rPr lang="en-US" sz="1800" dirty="0"/>
            <a:t>Maintain open, regular communication channels to ensure transparency and accountability.</a:t>
          </a:r>
        </a:p>
      </dgm:t>
    </dgm:pt>
    <dgm:pt modelId="{02769CF3-1DBE-440C-9324-0F553A6E6E25}" type="parTrans" cxnId="{566CA630-8D70-4CCC-8371-A4866FB3D270}">
      <dgm:prSet/>
      <dgm:spPr/>
      <dgm:t>
        <a:bodyPr/>
        <a:lstStyle/>
        <a:p>
          <a:pPr algn="just"/>
          <a:endParaRPr lang="en-US"/>
        </a:p>
      </dgm:t>
    </dgm:pt>
    <dgm:pt modelId="{C1346706-6CE6-49EB-B41C-A0E14653F381}" type="sibTrans" cxnId="{566CA630-8D70-4CCC-8371-A4866FB3D270}">
      <dgm:prSet/>
      <dgm:spPr/>
      <dgm:t>
        <a:bodyPr/>
        <a:lstStyle/>
        <a:p>
          <a:pPr algn="just"/>
          <a:endParaRPr lang="en-US"/>
        </a:p>
      </dgm:t>
    </dgm:pt>
    <dgm:pt modelId="{78C851BC-AF2C-4D39-ADCE-9836FDB38675}">
      <dgm:prSet custT="1"/>
      <dgm:spPr>
        <a:solidFill>
          <a:srgbClr val="F0F9EB"/>
        </a:solidFill>
      </dgm:spPr>
      <dgm:t>
        <a:bodyPr/>
        <a:lstStyle/>
        <a:p>
          <a:pPr algn="just"/>
          <a:r>
            <a:rPr lang="en-US" sz="1800" b="1" dirty="0"/>
            <a:t>Participation: </a:t>
          </a:r>
          <a:r>
            <a:rPr lang="en-US" sz="1800" dirty="0"/>
            <a:t>Foster trust and dialogue through inclusive, participatory spaces.</a:t>
          </a:r>
        </a:p>
      </dgm:t>
    </dgm:pt>
    <dgm:pt modelId="{B0A780F2-D5AD-4EE3-8558-2E0EF58CBD0F}" type="parTrans" cxnId="{9586C778-47ED-4FB0-942F-FEB55EFE0E1D}">
      <dgm:prSet/>
      <dgm:spPr/>
      <dgm:t>
        <a:bodyPr/>
        <a:lstStyle/>
        <a:p>
          <a:pPr algn="just"/>
          <a:endParaRPr lang="en-US"/>
        </a:p>
      </dgm:t>
    </dgm:pt>
    <dgm:pt modelId="{F78FC7B4-C69B-4525-AE63-D27DD73C4F51}" type="sibTrans" cxnId="{9586C778-47ED-4FB0-942F-FEB55EFE0E1D}">
      <dgm:prSet/>
      <dgm:spPr/>
      <dgm:t>
        <a:bodyPr/>
        <a:lstStyle/>
        <a:p>
          <a:pPr algn="just"/>
          <a:endParaRPr lang="en-US"/>
        </a:p>
      </dgm:t>
    </dgm:pt>
    <dgm:pt modelId="{10DEBF19-5A9F-4ED3-9514-9374810D6C5F}">
      <dgm:prSet custT="1"/>
      <dgm:spPr>
        <a:solidFill>
          <a:srgbClr val="F0F9EB"/>
        </a:solidFill>
      </dgm:spPr>
      <dgm:t>
        <a:bodyPr/>
        <a:lstStyle/>
        <a:p>
          <a:pPr algn="just"/>
          <a:r>
            <a:rPr lang="en-US" sz="1800" b="1" dirty="0"/>
            <a:t>Inclusion: </a:t>
          </a:r>
          <a:r>
            <a:rPr lang="en-US" sz="1800" dirty="0"/>
            <a:t>Address power imbalances to ensure marginalized voices are heard and valued.</a:t>
          </a:r>
        </a:p>
      </dgm:t>
    </dgm:pt>
    <dgm:pt modelId="{C2CA6621-2980-4405-89D3-AD26055E4AF7}" type="parTrans" cxnId="{00B7EB8D-4CFC-4154-BA5B-C4F4EB8E4BFA}">
      <dgm:prSet/>
      <dgm:spPr/>
      <dgm:t>
        <a:bodyPr/>
        <a:lstStyle/>
        <a:p>
          <a:pPr algn="just"/>
          <a:endParaRPr lang="en-US"/>
        </a:p>
      </dgm:t>
    </dgm:pt>
    <dgm:pt modelId="{E027A8CE-B7F8-45F5-B6BE-39C3E5A58499}" type="sibTrans" cxnId="{00B7EB8D-4CFC-4154-BA5B-C4F4EB8E4BFA}">
      <dgm:prSet/>
      <dgm:spPr/>
      <dgm:t>
        <a:bodyPr/>
        <a:lstStyle/>
        <a:p>
          <a:pPr algn="just"/>
          <a:endParaRPr lang="en-US"/>
        </a:p>
      </dgm:t>
    </dgm:pt>
    <dgm:pt modelId="{B327D379-6BAD-45D9-B297-7DD99E1F1DDD}">
      <dgm:prSet custT="1"/>
      <dgm:spPr>
        <a:solidFill>
          <a:srgbClr val="F0F9EB"/>
        </a:solidFill>
      </dgm:spPr>
      <dgm:t>
        <a:bodyPr/>
        <a:lstStyle/>
        <a:p>
          <a:pPr algn="just"/>
          <a:r>
            <a:rPr lang="en-US" sz="1800" b="1" dirty="0"/>
            <a:t>Empowerment and Ownership: </a:t>
          </a:r>
          <a:r>
            <a:rPr lang="en-US" sz="1800" dirty="0"/>
            <a:t>Leverage community strengths to foster autonomy and local ownership.</a:t>
          </a:r>
        </a:p>
      </dgm:t>
    </dgm:pt>
    <dgm:pt modelId="{94B0A755-54E0-4C31-9C04-87E88B768DD8}" type="parTrans" cxnId="{AED16F26-31FF-49DD-B028-98907326ADD5}">
      <dgm:prSet/>
      <dgm:spPr/>
      <dgm:t>
        <a:bodyPr/>
        <a:lstStyle/>
        <a:p>
          <a:pPr algn="just"/>
          <a:endParaRPr lang="en-US"/>
        </a:p>
      </dgm:t>
    </dgm:pt>
    <dgm:pt modelId="{8B3984D9-C354-471B-93CA-4C7461BEFF3C}" type="sibTrans" cxnId="{AED16F26-31FF-49DD-B028-98907326ADD5}">
      <dgm:prSet/>
      <dgm:spPr/>
      <dgm:t>
        <a:bodyPr/>
        <a:lstStyle/>
        <a:p>
          <a:pPr algn="just"/>
          <a:endParaRPr lang="en-US"/>
        </a:p>
      </dgm:t>
    </dgm:pt>
    <dgm:pt modelId="{C7D83909-AB15-4582-B680-C08EDCDE0EC7}">
      <dgm:prSet custT="1"/>
      <dgm:spPr>
        <a:solidFill>
          <a:srgbClr val="F0F9EB"/>
        </a:solidFill>
      </dgm:spPr>
      <dgm:t>
        <a:bodyPr/>
        <a:lstStyle/>
        <a:p>
          <a:pPr algn="just"/>
          <a:r>
            <a:rPr lang="en-US" sz="1800" b="1"/>
            <a:t>Adaptability and Localization: </a:t>
          </a:r>
          <a:r>
            <a:rPr lang="en-US" sz="1800"/>
            <a:t>Tailor approaches to local contexts and remain responsive to evolving needs.</a:t>
          </a:r>
        </a:p>
      </dgm:t>
    </dgm:pt>
    <dgm:pt modelId="{1E860120-E471-48AC-8526-75F6B268DFEE}" type="parTrans" cxnId="{177BFDD9-4839-45A4-94BC-58333692907A}">
      <dgm:prSet/>
      <dgm:spPr/>
      <dgm:t>
        <a:bodyPr/>
        <a:lstStyle/>
        <a:p>
          <a:pPr algn="just"/>
          <a:endParaRPr lang="en-US"/>
        </a:p>
      </dgm:t>
    </dgm:pt>
    <dgm:pt modelId="{29344082-442F-4DFA-9F94-8F56A1234C0A}" type="sibTrans" cxnId="{177BFDD9-4839-45A4-94BC-58333692907A}">
      <dgm:prSet/>
      <dgm:spPr/>
      <dgm:t>
        <a:bodyPr/>
        <a:lstStyle/>
        <a:p>
          <a:pPr algn="just"/>
          <a:endParaRPr lang="en-US"/>
        </a:p>
      </dgm:t>
    </dgm:pt>
    <dgm:pt modelId="{E19DAF9E-9A56-441E-A7A5-8157F4CCBFD7}">
      <dgm:prSet custT="1"/>
      <dgm:spPr>
        <a:solidFill>
          <a:srgbClr val="F0F9EB"/>
        </a:solidFill>
      </dgm:spPr>
      <dgm:t>
        <a:bodyPr/>
        <a:lstStyle/>
        <a:p>
          <a:pPr algn="just"/>
          <a:r>
            <a:rPr lang="en-US" sz="1800" b="1" dirty="0"/>
            <a:t>Building on Local Capacity: </a:t>
          </a:r>
          <a:r>
            <a:rPr lang="en-US" sz="1800" dirty="0"/>
            <a:t>Strengthen and collaborate with existing community resources and organizations.</a:t>
          </a:r>
        </a:p>
      </dgm:t>
    </dgm:pt>
    <dgm:pt modelId="{F719FA42-2956-40F1-B195-252A77FB4EEB}" type="parTrans" cxnId="{B40B3AD4-D191-4F5B-9DB1-D4CCF2AF481D}">
      <dgm:prSet/>
      <dgm:spPr/>
      <dgm:t>
        <a:bodyPr/>
        <a:lstStyle/>
        <a:p>
          <a:pPr algn="just"/>
          <a:endParaRPr lang="en-US"/>
        </a:p>
      </dgm:t>
    </dgm:pt>
    <dgm:pt modelId="{A488A14F-AF4E-4A05-8C36-D4AFA4655E2C}" type="sibTrans" cxnId="{B40B3AD4-D191-4F5B-9DB1-D4CCF2AF481D}">
      <dgm:prSet/>
      <dgm:spPr/>
      <dgm:t>
        <a:bodyPr/>
        <a:lstStyle/>
        <a:p>
          <a:pPr algn="just"/>
          <a:endParaRPr lang="en-US"/>
        </a:p>
      </dgm:t>
    </dgm:pt>
    <dgm:pt modelId="{D710AB2A-9C4E-4759-A5EA-A2D59014655D}" type="pres">
      <dgm:prSet presAssocID="{BF2D7737-8FFF-489A-AEF6-2DCC3A77F45E}" presName="linear" presStyleCnt="0">
        <dgm:presLayoutVars>
          <dgm:animLvl val="lvl"/>
          <dgm:resizeHandles val="exact"/>
        </dgm:presLayoutVars>
      </dgm:prSet>
      <dgm:spPr/>
    </dgm:pt>
    <dgm:pt modelId="{50C0FFF9-BCC8-4926-B5B7-D547731763A0}" type="pres">
      <dgm:prSet presAssocID="{F8533095-FDB8-4F1E-A2B0-C631D0D461E9}" presName="parentText" presStyleLbl="node1" presStyleIdx="0" presStyleCnt="7" custLinFactY="-170528" custLinFactNeighborY="-200000">
        <dgm:presLayoutVars>
          <dgm:chMax val="0"/>
          <dgm:bulletEnabled val="1"/>
        </dgm:presLayoutVars>
      </dgm:prSet>
      <dgm:spPr/>
    </dgm:pt>
    <dgm:pt modelId="{C54878E7-4F44-475D-B8C8-80B155686109}" type="pres">
      <dgm:prSet presAssocID="{F3E34D93-FA7E-4089-8435-7C3DA6BE1C97}" presName="spacer" presStyleCnt="0"/>
      <dgm:spPr/>
    </dgm:pt>
    <dgm:pt modelId="{A22E3F78-6038-49AB-B655-5609E153D4AD}" type="pres">
      <dgm:prSet presAssocID="{71A114F0-7B93-4485-8841-F5B88AAACDA7}" presName="parentText" presStyleLbl="node1" presStyleIdx="1" presStyleCnt="7" custLinFactY="-154245" custLinFactNeighborY="-200000">
        <dgm:presLayoutVars>
          <dgm:chMax val="0"/>
          <dgm:bulletEnabled val="1"/>
        </dgm:presLayoutVars>
      </dgm:prSet>
      <dgm:spPr/>
    </dgm:pt>
    <dgm:pt modelId="{A2C11F84-4931-441A-9DCD-A00F211F2794}" type="pres">
      <dgm:prSet presAssocID="{C1346706-6CE6-49EB-B41C-A0E14653F381}" presName="spacer" presStyleCnt="0"/>
      <dgm:spPr/>
    </dgm:pt>
    <dgm:pt modelId="{4E293E88-9BC7-49D7-BBD3-AC45AF727584}" type="pres">
      <dgm:prSet presAssocID="{78C851BC-AF2C-4D39-ADCE-9836FDB38675}" presName="parentText" presStyleLbl="node1" presStyleIdx="2" presStyleCnt="7" custLinFactY="-109558" custLinFactNeighborY="-200000">
        <dgm:presLayoutVars>
          <dgm:chMax val="0"/>
          <dgm:bulletEnabled val="1"/>
        </dgm:presLayoutVars>
      </dgm:prSet>
      <dgm:spPr/>
    </dgm:pt>
    <dgm:pt modelId="{FE971948-95EC-45D8-B45E-2FA29439AE41}" type="pres">
      <dgm:prSet presAssocID="{F78FC7B4-C69B-4525-AE63-D27DD73C4F51}" presName="spacer" presStyleCnt="0"/>
      <dgm:spPr/>
    </dgm:pt>
    <dgm:pt modelId="{EB866211-E09B-4B66-9A53-21525405529C}" type="pres">
      <dgm:prSet presAssocID="{10DEBF19-5A9F-4ED3-9514-9374810D6C5F}" presName="parentText" presStyleLbl="node1" presStyleIdx="3" presStyleCnt="7" custLinFactY="-100000" custLinFactNeighborY="-150090">
        <dgm:presLayoutVars>
          <dgm:chMax val="0"/>
          <dgm:bulletEnabled val="1"/>
        </dgm:presLayoutVars>
      </dgm:prSet>
      <dgm:spPr/>
    </dgm:pt>
    <dgm:pt modelId="{6FE3471D-8220-4179-B6B2-BE708C957885}" type="pres">
      <dgm:prSet presAssocID="{E027A8CE-B7F8-45F5-B6BE-39C3E5A58499}" presName="spacer" presStyleCnt="0"/>
      <dgm:spPr/>
    </dgm:pt>
    <dgm:pt modelId="{1DECF9F5-714D-46E4-8C00-4A89EFD56C7A}" type="pres">
      <dgm:prSet presAssocID="{B327D379-6BAD-45D9-B297-7DD99E1F1DDD}" presName="parentText" presStyleLbl="node1" presStyleIdx="4" presStyleCnt="7" custLinFactY="-94962" custLinFactNeighborY="-100000">
        <dgm:presLayoutVars>
          <dgm:chMax val="0"/>
          <dgm:bulletEnabled val="1"/>
        </dgm:presLayoutVars>
      </dgm:prSet>
      <dgm:spPr/>
    </dgm:pt>
    <dgm:pt modelId="{A5AAA3F6-A76F-43B0-9B82-08E7FBC7E9F6}" type="pres">
      <dgm:prSet presAssocID="{8B3984D9-C354-471B-93CA-4C7461BEFF3C}" presName="spacer" presStyleCnt="0"/>
      <dgm:spPr/>
    </dgm:pt>
    <dgm:pt modelId="{D02B4161-E57C-425A-8DEE-2C191DAFEC3B}" type="pres">
      <dgm:prSet presAssocID="{C7D83909-AB15-4582-B680-C08EDCDE0EC7}" presName="parentText" presStyleLbl="node1" presStyleIdx="5" presStyleCnt="7" custLinFactY="-90435" custLinFactNeighborY="-100000">
        <dgm:presLayoutVars>
          <dgm:chMax val="0"/>
          <dgm:bulletEnabled val="1"/>
        </dgm:presLayoutVars>
      </dgm:prSet>
      <dgm:spPr/>
    </dgm:pt>
    <dgm:pt modelId="{A6FED367-39A6-4BCD-A9E4-5F6A68CEF189}" type="pres">
      <dgm:prSet presAssocID="{29344082-442F-4DFA-9F94-8F56A1234C0A}" presName="spacer" presStyleCnt="0"/>
      <dgm:spPr/>
    </dgm:pt>
    <dgm:pt modelId="{BE6EF6DB-B8A1-422B-A26D-AC45A62D3369}" type="pres">
      <dgm:prSet presAssocID="{E19DAF9E-9A56-441E-A7A5-8157F4CCBFD7}" presName="parentText" presStyleLbl="node1" presStyleIdx="6" presStyleCnt="7" custLinFactY="-81861" custLinFactNeighborY="-100000">
        <dgm:presLayoutVars>
          <dgm:chMax val="0"/>
          <dgm:bulletEnabled val="1"/>
        </dgm:presLayoutVars>
      </dgm:prSet>
      <dgm:spPr/>
    </dgm:pt>
  </dgm:ptLst>
  <dgm:cxnLst>
    <dgm:cxn modelId="{24728603-E981-4C47-B332-992DB16AD8AC}" type="presOf" srcId="{BF2D7737-8FFF-489A-AEF6-2DCC3A77F45E}" destId="{D710AB2A-9C4E-4759-A5EA-A2D59014655D}" srcOrd="0" destOrd="0" presId="urn:microsoft.com/office/officeart/2005/8/layout/vList2"/>
    <dgm:cxn modelId="{A53B2E0A-331F-4184-9B17-7615B47B92BD}" type="presOf" srcId="{E19DAF9E-9A56-441E-A7A5-8157F4CCBFD7}" destId="{BE6EF6DB-B8A1-422B-A26D-AC45A62D3369}" srcOrd="0" destOrd="0" presId="urn:microsoft.com/office/officeart/2005/8/layout/vList2"/>
    <dgm:cxn modelId="{AED16F26-31FF-49DD-B028-98907326ADD5}" srcId="{BF2D7737-8FFF-489A-AEF6-2DCC3A77F45E}" destId="{B327D379-6BAD-45D9-B297-7DD99E1F1DDD}" srcOrd="4" destOrd="0" parTransId="{94B0A755-54E0-4C31-9C04-87E88B768DD8}" sibTransId="{8B3984D9-C354-471B-93CA-4C7461BEFF3C}"/>
    <dgm:cxn modelId="{1C4F372B-A47F-4A50-8E35-F4236B0EFF79}" type="presOf" srcId="{78C851BC-AF2C-4D39-ADCE-9836FDB38675}" destId="{4E293E88-9BC7-49D7-BBD3-AC45AF727584}" srcOrd="0" destOrd="0" presId="urn:microsoft.com/office/officeart/2005/8/layout/vList2"/>
    <dgm:cxn modelId="{566CA630-8D70-4CCC-8371-A4866FB3D270}" srcId="{BF2D7737-8FFF-489A-AEF6-2DCC3A77F45E}" destId="{71A114F0-7B93-4485-8841-F5B88AAACDA7}" srcOrd="1" destOrd="0" parTransId="{02769CF3-1DBE-440C-9324-0F553A6E6E25}" sibTransId="{C1346706-6CE6-49EB-B41C-A0E14653F381}"/>
    <dgm:cxn modelId="{DA7F5555-0967-4548-A30B-F48EA7038916}" type="presOf" srcId="{71A114F0-7B93-4485-8841-F5B88AAACDA7}" destId="{A22E3F78-6038-49AB-B655-5609E153D4AD}" srcOrd="0" destOrd="0" presId="urn:microsoft.com/office/officeart/2005/8/layout/vList2"/>
    <dgm:cxn modelId="{9586C778-47ED-4FB0-942F-FEB55EFE0E1D}" srcId="{BF2D7737-8FFF-489A-AEF6-2DCC3A77F45E}" destId="{78C851BC-AF2C-4D39-ADCE-9836FDB38675}" srcOrd="2" destOrd="0" parTransId="{B0A780F2-D5AD-4EE3-8558-2E0EF58CBD0F}" sibTransId="{F78FC7B4-C69B-4525-AE63-D27DD73C4F51}"/>
    <dgm:cxn modelId="{00B7EB8D-4CFC-4154-BA5B-C4F4EB8E4BFA}" srcId="{BF2D7737-8FFF-489A-AEF6-2DCC3A77F45E}" destId="{10DEBF19-5A9F-4ED3-9514-9374810D6C5F}" srcOrd="3" destOrd="0" parTransId="{C2CA6621-2980-4405-89D3-AD26055E4AF7}" sibTransId="{E027A8CE-B7F8-45F5-B6BE-39C3E5A58499}"/>
    <dgm:cxn modelId="{D943A098-E24D-4448-B6CE-7328FD810A22}" type="presOf" srcId="{B327D379-6BAD-45D9-B297-7DD99E1F1DDD}" destId="{1DECF9F5-714D-46E4-8C00-4A89EFD56C7A}" srcOrd="0" destOrd="0" presId="urn:microsoft.com/office/officeart/2005/8/layout/vList2"/>
    <dgm:cxn modelId="{188FF5A2-28D6-4187-8038-8D856B84D5A4}" type="presOf" srcId="{C7D83909-AB15-4582-B680-C08EDCDE0EC7}" destId="{D02B4161-E57C-425A-8DEE-2C191DAFEC3B}" srcOrd="0" destOrd="0" presId="urn:microsoft.com/office/officeart/2005/8/layout/vList2"/>
    <dgm:cxn modelId="{EB131AA5-67EE-4848-8119-85124C98733F}" type="presOf" srcId="{F8533095-FDB8-4F1E-A2B0-C631D0D461E9}" destId="{50C0FFF9-BCC8-4926-B5B7-D547731763A0}" srcOrd="0" destOrd="0" presId="urn:microsoft.com/office/officeart/2005/8/layout/vList2"/>
    <dgm:cxn modelId="{EDC359C5-C3E5-4FAA-BD08-BB75D8AB1294}" type="presOf" srcId="{10DEBF19-5A9F-4ED3-9514-9374810D6C5F}" destId="{EB866211-E09B-4B66-9A53-21525405529C}" srcOrd="0" destOrd="0" presId="urn:microsoft.com/office/officeart/2005/8/layout/vList2"/>
    <dgm:cxn modelId="{82707DD3-90B0-4E3D-8743-F68E553DE430}" srcId="{BF2D7737-8FFF-489A-AEF6-2DCC3A77F45E}" destId="{F8533095-FDB8-4F1E-A2B0-C631D0D461E9}" srcOrd="0" destOrd="0" parTransId="{0B94568E-22A5-475D-AB12-096CECE29EC1}" sibTransId="{F3E34D93-FA7E-4089-8435-7C3DA6BE1C97}"/>
    <dgm:cxn modelId="{B40B3AD4-D191-4F5B-9DB1-D4CCF2AF481D}" srcId="{BF2D7737-8FFF-489A-AEF6-2DCC3A77F45E}" destId="{E19DAF9E-9A56-441E-A7A5-8157F4CCBFD7}" srcOrd="6" destOrd="0" parTransId="{F719FA42-2956-40F1-B195-252A77FB4EEB}" sibTransId="{A488A14F-AF4E-4A05-8C36-D4AFA4655E2C}"/>
    <dgm:cxn modelId="{177BFDD9-4839-45A4-94BC-58333692907A}" srcId="{BF2D7737-8FFF-489A-AEF6-2DCC3A77F45E}" destId="{C7D83909-AB15-4582-B680-C08EDCDE0EC7}" srcOrd="5" destOrd="0" parTransId="{1E860120-E471-48AC-8526-75F6B268DFEE}" sibTransId="{29344082-442F-4DFA-9F94-8F56A1234C0A}"/>
    <dgm:cxn modelId="{EE29D9EA-ACF4-4539-B549-79000AD15099}" type="presParOf" srcId="{D710AB2A-9C4E-4759-A5EA-A2D59014655D}" destId="{50C0FFF9-BCC8-4926-B5B7-D547731763A0}" srcOrd="0" destOrd="0" presId="urn:microsoft.com/office/officeart/2005/8/layout/vList2"/>
    <dgm:cxn modelId="{696BC6D6-D833-4B65-A243-20E4B13B1AFA}" type="presParOf" srcId="{D710AB2A-9C4E-4759-A5EA-A2D59014655D}" destId="{C54878E7-4F44-475D-B8C8-80B155686109}" srcOrd="1" destOrd="0" presId="urn:microsoft.com/office/officeart/2005/8/layout/vList2"/>
    <dgm:cxn modelId="{D0B2EBE6-80C5-45BF-B027-001797919237}" type="presParOf" srcId="{D710AB2A-9C4E-4759-A5EA-A2D59014655D}" destId="{A22E3F78-6038-49AB-B655-5609E153D4AD}" srcOrd="2" destOrd="0" presId="urn:microsoft.com/office/officeart/2005/8/layout/vList2"/>
    <dgm:cxn modelId="{CCF66871-32E6-4DE5-AD63-043E93D1AE79}" type="presParOf" srcId="{D710AB2A-9C4E-4759-A5EA-A2D59014655D}" destId="{A2C11F84-4931-441A-9DCD-A00F211F2794}" srcOrd="3" destOrd="0" presId="urn:microsoft.com/office/officeart/2005/8/layout/vList2"/>
    <dgm:cxn modelId="{4CB5B20B-C9AC-4FBE-9548-8A24E472EB5F}" type="presParOf" srcId="{D710AB2A-9C4E-4759-A5EA-A2D59014655D}" destId="{4E293E88-9BC7-49D7-BBD3-AC45AF727584}" srcOrd="4" destOrd="0" presId="urn:microsoft.com/office/officeart/2005/8/layout/vList2"/>
    <dgm:cxn modelId="{0FB19F2E-260F-405F-B132-B73F84C146B0}" type="presParOf" srcId="{D710AB2A-9C4E-4759-A5EA-A2D59014655D}" destId="{FE971948-95EC-45D8-B45E-2FA29439AE41}" srcOrd="5" destOrd="0" presId="urn:microsoft.com/office/officeart/2005/8/layout/vList2"/>
    <dgm:cxn modelId="{DFC140D2-2568-4FB6-917E-FCED1526C8DA}" type="presParOf" srcId="{D710AB2A-9C4E-4759-A5EA-A2D59014655D}" destId="{EB866211-E09B-4B66-9A53-21525405529C}" srcOrd="6" destOrd="0" presId="urn:microsoft.com/office/officeart/2005/8/layout/vList2"/>
    <dgm:cxn modelId="{A4FEB385-B69F-4699-81FB-190E59C00282}" type="presParOf" srcId="{D710AB2A-9C4E-4759-A5EA-A2D59014655D}" destId="{6FE3471D-8220-4179-B6B2-BE708C957885}" srcOrd="7" destOrd="0" presId="urn:microsoft.com/office/officeart/2005/8/layout/vList2"/>
    <dgm:cxn modelId="{959FC447-0F85-42E2-8B0D-B04422ACD923}" type="presParOf" srcId="{D710AB2A-9C4E-4759-A5EA-A2D59014655D}" destId="{1DECF9F5-714D-46E4-8C00-4A89EFD56C7A}" srcOrd="8" destOrd="0" presId="urn:microsoft.com/office/officeart/2005/8/layout/vList2"/>
    <dgm:cxn modelId="{FA2535F1-179A-4636-B1CA-86662A297536}" type="presParOf" srcId="{D710AB2A-9C4E-4759-A5EA-A2D59014655D}" destId="{A5AAA3F6-A76F-43B0-9B82-08E7FBC7E9F6}" srcOrd="9" destOrd="0" presId="urn:microsoft.com/office/officeart/2005/8/layout/vList2"/>
    <dgm:cxn modelId="{0BDF2698-D75B-4590-BD07-EEFF7FC494ED}" type="presParOf" srcId="{D710AB2A-9C4E-4759-A5EA-A2D59014655D}" destId="{D02B4161-E57C-425A-8DEE-2C191DAFEC3B}" srcOrd="10" destOrd="0" presId="urn:microsoft.com/office/officeart/2005/8/layout/vList2"/>
    <dgm:cxn modelId="{38D54AA2-976E-4E80-96A2-13E8E5072A38}" type="presParOf" srcId="{D710AB2A-9C4E-4759-A5EA-A2D59014655D}" destId="{A6FED367-39A6-4BCD-A9E4-5F6A68CEF189}" srcOrd="11" destOrd="0" presId="urn:microsoft.com/office/officeart/2005/8/layout/vList2"/>
    <dgm:cxn modelId="{8866ACE9-7A1E-4118-99AD-516878C6D1D0}" type="presParOf" srcId="{D710AB2A-9C4E-4759-A5EA-A2D59014655D}" destId="{BE6EF6DB-B8A1-422B-A26D-AC45A62D3369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2FAB203-1854-4455-9DE9-C3FB90931EC3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230877E1-B25E-4F3B-A714-400257B60830}">
      <dgm:prSet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>
        <a:solidFill>
          <a:srgbClr val="F0F9EB"/>
        </a:solidFill>
      </dgm:spPr>
      <dgm:t>
        <a:bodyPr/>
        <a:lstStyle/>
        <a:p>
          <a:r>
            <a:rPr lang="en-US" sz="2000" dirty="0"/>
            <a:t>Exclusion of marginalized groups because of power dynamics.</a:t>
          </a:r>
        </a:p>
      </dgm:t>
    </dgm:pt>
    <dgm:pt modelId="{B4BCE69D-0642-4109-82CD-5A536E230628}" type="parTrans" cxnId="{462E91CC-F38D-4201-AF5C-719009A1BE91}">
      <dgm:prSet/>
      <dgm:spPr/>
      <dgm:t>
        <a:bodyPr/>
        <a:lstStyle/>
        <a:p>
          <a:endParaRPr lang="en-US" sz="2000"/>
        </a:p>
      </dgm:t>
    </dgm:pt>
    <dgm:pt modelId="{F4CAD2CF-80D4-4581-A549-96F6F302C777}" type="sibTrans" cxnId="{462E91CC-F38D-4201-AF5C-719009A1BE91}">
      <dgm:prSet phldrT="01"/>
      <dgm:spPr/>
      <dgm:t>
        <a:bodyPr/>
        <a:lstStyle/>
        <a:p>
          <a:endParaRPr lang="en-US" sz="2000"/>
        </a:p>
      </dgm:t>
    </dgm:pt>
    <dgm:pt modelId="{8828A1DC-610D-46E2-BC0E-7808F5BFA040}">
      <dgm:prSet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>
        <a:solidFill>
          <a:srgbClr val="F0F9EB"/>
        </a:solidFill>
      </dgm:spPr>
      <dgm:t>
        <a:bodyPr/>
        <a:lstStyle/>
        <a:p>
          <a:r>
            <a:rPr lang="en-US" sz="2000" dirty="0"/>
            <a:t>Lack of institutionalization, leading to inadequate resources.</a:t>
          </a:r>
        </a:p>
      </dgm:t>
    </dgm:pt>
    <dgm:pt modelId="{87371F4C-7AC2-4A2D-8EC4-EE36089930C3}" type="parTrans" cxnId="{E83AE761-F87C-46A9-ADC2-2C5CE95EA967}">
      <dgm:prSet/>
      <dgm:spPr/>
      <dgm:t>
        <a:bodyPr/>
        <a:lstStyle/>
        <a:p>
          <a:endParaRPr lang="en-US" sz="2000"/>
        </a:p>
      </dgm:t>
    </dgm:pt>
    <dgm:pt modelId="{CFC362EE-DF88-4829-8189-46058ACE9B06}" type="sibTrans" cxnId="{E83AE761-F87C-46A9-ADC2-2C5CE95EA967}">
      <dgm:prSet phldrT="02"/>
      <dgm:spPr/>
      <dgm:t>
        <a:bodyPr/>
        <a:lstStyle/>
        <a:p>
          <a:endParaRPr lang="en-US" sz="2000"/>
        </a:p>
      </dgm:t>
    </dgm:pt>
    <dgm:pt modelId="{D268AD35-5100-452C-8B59-F746F4710CDA}">
      <dgm:prSet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>
        <a:solidFill>
          <a:srgbClr val="F0F9EB"/>
        </a:solidFill>
      </dgm:spPr>
      <dgm:t>
        <a:bodyPr/>
        <a:lstStyle/>
        <a:p>
          <a:r>
            <a:rPr lang="en-US" sz="2000" dirty="0"/>
            <a:t>Superficial or tokenistic engagement causing disillusionment.</a:t>
          </a:r>
        </a:p>
      </dgm:t>
    </dgm:pt>
    <dgm:pt modelId="{BFE51D90-FC09-4EB5-BBBE-8EF098322959}" type="parTrans" cxnId="{503B9548-660D-4508-984D-6116EAD0664C}">
      <dgm:prSet/>
      <dgm:spPr/>
      <dgm:t>
        <a:bodyPr/>
        <a:lstStyle/>
        <a:p>
          <a:endParaRPr lang="en-US" sz="2000"/>
        </a:p>
      </dgm:t>
    </dgm:pt>
    <dgm:pt modelId="{C7A7518F-12EE-4B9B-B97E-D3A8DD504077}" type="sibTrans" cxnId="{503B9548-660D-4508-984D-6116EAD0664C}">
      <dgm:prSet phldrT="03"/>
      <dgm:spPr/>
      <dgm:t>
        <a:bodyPr/>
        <a:lstStyle/>
        <a:p>
          <a:endParaRPr lang="en-US" sz="2000"/>
        </a:p>
      </dgm:t>
    </dgm:pt>
    <dgm:pt modelId="{405B1006-0E40-4B5F-8D9B-D85E503D5BB7}">
      <dgm:prSet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>
        <a:solidFill>
          <a:srgbClr val="F0F9EB"/>
        </a:solidFill>
      </dgm:spPr>
      <dgm:t>
        <a:bodyPr/>
        <a:lstStyle/>
        <a:p>
          <a:r>
            <a:rPr lang="en-US" sz="2000" dirty="0"/>
            <a:t>Over-reliance on digital outreach, excluding vulnerable populations (Women, Poor families, People with disabilities, those in conflict-affected or remote rural areas &amp; individuals without stable housing)</a:t>
          </a:r>
        </a:p>
      </dgm:t>
    </dgm:pt>
    <dgm:pt modelId="{02F70A43-24A0-4BF9-AB91-A5F82DBD4BDA}" type="parTrans" cxnId="{24E9E70F-874A-431E-A700-C337642F8B52}">
      <dgm:prSet/>
      <dgm:spPr/>
      <dgm:t>
        <a:bodyPr/>
        <a:lstStyle/>
        <a:p>
          <a:endParaRPr lang="en-US" sz="2000"/>
        </a:p>
      </dgm:t>
    </dgm:pt>
    <dgm:pt modelId="{A2DC67A6-D8DE-4594-A234-51004A724933}" type="sibTrans" cxnId="{24E9E70F-874A-431E-A700-C337642F8B52}">
      <dgm:prSet phldrT="04"/>
      <dgm:spPr/>
      <dgm:t>
        <a:bodyPr/>
        <a:lstStyle/>
        <a:p>
          <a:endParaRPr lang="en-US" sz="2000"/>
        </a:p>
      </dgm:t>
    </dgm:pt>
    <dgm:pt modelId="{393F9CE0-EB90-4FE8-B741-A1EB4D2AD48F}">
      <dgm:prSet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>
        <a:solidFill>
          <a:srgbClr val="F0F9EB"/>
        </a:solidFill>
      </dgm:spPr>
      <dgm:t>
        <a:bodyPr/>
        <a:lstStyle/>
        <a:p>
          <a:r>
            <a:rPr lang="en-US" sz="2000" dirty="0"/>
            <a:t>Insufficient data collection and use in decision-making.</a:t>
          </a:r>
        </a:p>
      </dgm:t>
    </dgm:pt>
    <dgm:pt modelId="{4B4991FE-1D3A-4010-A31D-BDB21B34C259}" type="parTrans" cxnId="{09F55687-C191-4FC5-8BA8-BF9CB8C0C02C}">
      <dgm:prSet/>
      <dgm:spPr/>
      <dgm:t>
        <a:bodyPr/>
        <a:lstStyle/>
        <a:p>
          <a:endParaRPr lang="en-US" sz="2000"/>
        </a:p>
      </dgm:t>
    </dgm:pt>
    <dgm:pt modelId="{68D93920-9628-4EDE-9CDA-EC249C365FBD}" type="sibTrans" cxnId="{09F55687-C191-4FC5-8BA8-BF9CB8C0C02C}">
      <dgm:prSet phldrT="05"/>
      <dgm:spPr/>
      <dgm:t>
        <a:bodyPr/>
        <a:lstStyle/>
        <a:p>
          <a:endParaRPr lang="en-US" sz="2000"/>
        </a:p>
      </dgm:t>
    </dgm:pt>
    <dgm:pt modelId="{85925102-F456-42FE-86B1-C108AD63447C}" type="pres">
      <dgm:prSet presAssocID="{62FAB203-1854-4455-9DE9-C3FB90931EC3}" presName="linear" presStyleCnt="0">
        <dgm:presLayoutVars>
          <dgm:animLvl val="lvl"/>
          <dgm:resizeHandles val="exact"/>
        </dgm:presLayoutVars>
      </dgm:prSet>
      <dgm:spPr/>
    </dgm:pt>
    <dgm:pt modelId="{FF7CAB73-06BA-4EC7-ADF1-6CABFDF8B69F}" type="pres">
      <dgm:prSet presAssocID="{230877E1-B25E-4F3B-A714-400257B60830}" presName="parentText" presStyleLbl="node1" presStyleIdx="0" presStyleCnt="5" custLinFactNeighborY="-826">
        <dgm:presLayoutVars>
          <dgm:chMax val="0"/>
          <dgm:bulletEnabled val="1"/>
        </dgm:presLayoutVars>
      </dgm:prSet>
      <dgm:spPr/>
    </dgm:pt>
    <dgm:pt modelId="{D38AEDBD-6807-4D20-B1AC-4D28B91007AD}" type="pres">
      <dgm:prSet presAssocID="{F4CAD2CF-80D4-4581-A549-96F6F302C777}" presName="spacer" presStyleCnt="0"/>
      <dgm:spPr/>
    </dgm:pt>
    <dgm:pt modelId="{75AE1346-D728-4104-BD69-23324C44A8A6}" type="pres">
      <dgm:prSet presAssocID="{8828A1DC-610D-46E2-BC0E-7808F5BFA040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C5F997F7-CCAB-457E-92F7-50FE5D99AC8A}" type="pres">
      <dgm:prSet presAssocID="{CFC362EE-DF88-4829-8189-46058ACE9B06}" presName="spacer" presStyleCnt="0"/>
      <dgm:spPr/>
    </dgm:pt>
    <dgm:pt modelId="{CF161E1D-E5C6-441D-A945-7E7A6AA1200B}" type="pres">
      <dgm:prSet presAssocID="{D268AD35-5100-452C-8B59-F746F4710CDA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779732DF-9F8E-4D73-91ED-E7F84954BE47}" type="pres">
      <dgm:prSet presAssocID="{C7A7518F-12EE-4B9B-B97E-D3A8DD504077}" presName="spacer" presStyleCnt="0"/>
      <dgm:spPr/>
    </dgm:pt>
    <dgm:pt modelId="{1DE55E01-C930-425E-9D0E-B7E6B9D72934}" type="pres">
      <dgm:prSet presAssocID="{405B1006-0E40-4B5F-8D9B-D85E503D5BB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EC63D64-4C99-49D1-ACC6-24A15FB2D084}" type="pres">
      <dgm:prSet presAssocID="{A2DC67A6-D8DE-4594-A234-51004A724933}" presName="spacer" presStyleCnt="0"/>
      <dgm:spPr/>
    </dgm:pt>
    <dgm:pt modelId="{38710529-A5C2-4876-ABF2-DE6AE79FFA04}" type="pres">
      <dgm:prSet presAssocID="{393F9CE0-EB90-4FE8-B741-A1EB4D2AD48F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24E9E70F-874A-431E-A700-C337642F8B52}" srcId="{62FAB203-1854-4455-9DE9-C3FB90931EC3}" destId="{405B1006-0E40-4B5F-8D9B-D85E503D5BB7}" srcOrd="3" destOrd="0" parTransId="{02F70A43-24A0-4BF9-AB91-A5F82DBD4BDA}" sibTransId="{A2DC67A6-D8DE-4594-A234-51004A724933}"/>
    <dgm:cxn modelId="{C1669F5F-9D50-43EB-AB36-7C0E8B2A5304}" type="presOf" srcId="{D268AD35-5100-452C-8B59-F746F4710CDA}" destId="{CF161E1D-E5C6-441D-A945-7E7A6AA1200B}" srcOrd="0" destOrd="0" presId="urn:microsoft.com/office/officeart/2005/8/layout/vList2"/>
    <dgm:cxn modelId="{E83AE761-F87C-46A9-ADC2-2C5CE95EA967}" srcId="{62FAB203-1854-4455-9DE9-C3FB90931EC3}" destId="{8828A1DC-610D-46E2-BC0E-7808F5BFA040}" srcOrd="1" destOrd="0" parTransId="{87371F4C-7AC2-4A2D-8EC4-EE36089930C3}" sibTransId="{CFC362EE-DF88-4829-8189-46058ACE9B06}"/>
    <dgm:cxn modelId="{503B9548-660D-4508-984D-6116EAD0664C}" srcId="{62FAB203-1854-4455-9DE9-C3FB90931EC3}" destId="{D268AD35-5100-452C-8B59-F746F4710CDA}" srcOrd="2" destOrd="0" parTransId="{BFE51D90-FC09-4EB5-BBBE-8EF098322959}" sibTransId="{C7A7518F-12EE-4B9B-B97E-D3A8DD504077}"/>
    <dgm:cxn modelId="{FDE7256F-8E92-4714-9C77-ACD9B7B700B9}" type="presOf" srcId="{405B1006-0E40-4B5F-8D9B-D85E503D5BB7}" destId="{1DE55E01-C930-425E-9D0E-B7E6B9D72934}" srcOrd="0" destOrd="0" presId="urn:microsoft.com/office/officeart/2005/8/layout/vList2"/>
    <dgm:cxn modelId="{4C4C826F-5FED-46DB-92B7-1783E325D63D}" type="presOf" srcId="{393F9CE0-EB90-4FE8-B741-A1EB4D2AD48F}" destId="{38710529-A5C2-4876-ABF2-DE6AE79FFA04}" srcOrd="0" destOrd="0" presId="urn:microsoft.com/office/officeart/2005/8/layout/vList2"/>
    <dgm:cxn modelId="{09F55687-C191-4FC5-8BA8-BF9CB8C0C02C}" srcId="{62FAB203-1854-4455-9DE9-C3FB90931EC3}" destId="{393F9CE0-EB90-4FE8-B741-A1EB4D2AD48F}" srcOrd="4" destOrd="0" parTransId="{4B4991FE-1D3A-4010-A31D-BDB21B34C259}" sibTransId="{68D93920-9628-4EDE-9CDA-EC249C365FBD}"/>
    <dgm:cxn modelId="{0F2412A3-A5F9-4E08-9FFD-3E1F6C59F115}" type="presOf" srcId="{62FAB203-1854-4455-9DE9-C3FB90931EC3}" destId="{85925102-F456-42FE-86B1-C108AD63447C}" srcOrd="0" destOrd="0" presId="urn:microsoft.com/office/officeart/2005/8/layout/vList2"/>
    <dgm:cxn modelId="{CFFA31B4-1C0D-4726-9FDF-9D6FECF52ED6}" type="presOf" srcId="{230877E1-B25E-4F3B-A714-400257B60830}" destId="{FF7CAB73-06BA-4EC7-ADF1-6CABFDF8B69F}" srcOrd="0" destOrd="0" presId="urn:microsoft.com/office/officeart/2005/8/layout/vList2"/>
    <dgm:cxn modelId="{462E91CC-F38D-4201-AF5C-719009A1BE91}" srcId="{62FAB203-1854-4455-9DE9-C3FB90931EC3}" destId="{230877E1-B25E-4F3B-A714-400257B60830}" srcOrd="0" destOrd="0" parTransId="{B4BCE69D-0642-4109-82CD-5A536E230628}" sibTransId="{F4CAD2CF-80D4-4581-A549-96F6F302C777}"/>
    <dgm:cxn modelId="{E36A72DB-12D0-4926-8202-ED2FF10E2F62}" type="presOf" srcId="{8828A1DC-610D-46E2-BC0E-7808F5BFA040}" destId="{75AE1346-D728-4104-BD69-23324C44A8A6}" srcOrd="0" destOrd="0" presId="urn:microsoft.com/office/officeart/2005/8/layout/vList2"/>
    <dgm:cxn modelId="{0F08B997-CDCA-4611-846A-25DAF8D1569E}" type="presParOf" srcId="{85925102-F456-42FE-86B1-C108AD63447C}" destId="{FF7CAB73-06BA-4EC7-ADF1-6CABFDF8B69F}" srcOrd="0" destOrd="0" presId="urn:microsoft.com/office/officeart/2005/8/layout/vList2"/>
    <dgm:cxn modelId="{27813307-B00F-4CF7-800F-D72EB3043A3E}" type="presParOf" srcId="{85925102-F456-42FE-86B1-C108AD63447C}" destId="{D38AEDBD-6807-4D20-B1AC-4D28B91007AD}" srcOrd="1" destOrd="0" presId="urn:microsoft.com/office/officeart/2005/8/layout/vList2"/>
    <dgm:cxn modelId="{F6690110-B7EB-4970-A4FC-BF5BE486FB48}" type="presParOf" srcId="{85925102-F456-42FE-86B1-C108AD63447C}" destId="{75AE1346-D728-4104-BD69-23324C44A8A6}" srcOrd="2" destOrd="0" presId="urn:microsoft.com/office/officeart/2005/8/layout/vList2"/>
    <dgm:cxn modelId="{72A6647E-5C75-4BF2-91B8-1C86E63FCC9A}" type="presParOf" srcId="{85925102-F456-42FE-86B1-C108AD63447C}" destId="{C5F997F7-CCAB-457E-92F7-50FE5D99AC8A}" srcOrd="3" destOrd="0" presId="urn:microsoft.com/office/officeart/2005/8/layout/vList2"/>
    <dgm:cxn modelId="{D54F7589-3BAA-483C-92E3-C83CE3A66D42}" type="presParOf" srcId="{85925102-F456-42FE-86B1-C108AD63447C}" destId="{CF161E1D-E5C6-441D-A945-7E7A6AA1200B}" srcOrd="4" destOrd="0" presId="urn:microsoft.com/office/officeart/2005/8/layout/vList2"/>
    <dgm:cxn modelId="{2CF80646-AA1D-40EE-AC3C-2F27B1443F6C}" type="presParOf" srcId="{85925102-F456-42FE-86B1-C108AD63447C}" destId="{779732DF-9F8E-4D73-91ED-E7F84954BE47}" srcOrd="5" destOrd="0" presId="urn:microsoft.com/office/officeart/2005/8/layout/vList2"/>
    <dgm:cxn modelId="{DC1C9E42-D06E-4EDB-8FB1-CC737513130A}" type="presParOf" srcId="{85925102-F456-42FE-86B1-C108AD63447C}" destId="{1DE55E01-C930-425E-9D0E-B7E6B9D72934}" srcOrd="6" destOrd="0" presId="urn:microsoft.com/office/officeart/2005/8/layout/vList2"/>
    <dgm:cxn modelId="{8CE69C05-C062-4916-BB12-AEE7E4234856}" type="presParOf" srcId="{85925102-F456-42FE-86B1-C108AD63447C}" destId="{6EC63D64-4C99-49D1-ACC6-24A15FB2D084}" srcOrd="7" destOrd="0" presId="urn:microsoft.com/office/officeart/2005/8/layout/vList2"/>
    <dgm:cxn modelId="{A2153AB8-5F84-4B22-B91B-BEA2CB0DE342}" type="presParOf" srcId="{85925102-F456-42FE-86B1-C108AD63447C}" destId="{38710529-A5C2-4876-ABF2-DE6AE79FFA04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3E3E77B-2EE9-405C-8F86-8C4AF5594E75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E9A111B-1E5E-4F93-B460-B2E7891701CB}">
      <dgm:prSet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>
        <a:solidFill>
          <a:srgbClr val="F0F9EB"/>
        </a:solidFill>
      </dgm:spPr>
      <dgm:t>
        <a:bodyPr/>
        <a:lstStyle/>
        <a:p>
          <a:r>
            <a:rPr lang="en-US" sz="2000" dirty="0"/>
            <a:t>Lack of resources (financial, human, or technical).</a:t>
          </a:r>
        </a:p>
      </dgm:t>
    </dgm:pt>
    <dgm:pt modelId="{8B4CF3B1-D9D6-4A4F-A918-653A7153AD0D}" type="parTrans" cxnId="{A16913C1-EB89-4FA5-80AE-12062D5BCB7F}">
      <dgm:prSet/>
      <dgm:spPr/>
      <dgm:t>
        <a:bodyPr/>
        <a:lstStyle/>
        <a:p>
          <a:endParaRPr lang="en-US" sz="1600"/>
        </a:p>
      </dgm:t>
    </dgm:pt>
    <dgm:pt modelId="{C7C21CC0-7878-4A5A-862E-310EEBC5DA27}" type="sibTrans" cxnId="{A16913C1-EB89-4FA5-80AE-12062D5BCB7F}">
      <dgm:prSet/>
      <dgm:spPr/>
      <dgm:t>
        <a:bodyPr/>
        <a:lstStyle/>
        <a:p>
          <a:endParaRPr lang="en-US" sz="1600"/>
        </a:p>
      </dgm:t>
    </dgm:pt>
    <dgm:pt modelId="{7765E5BD-D4BF-4B91-9367-D8B72F78E57C}">
      <dgm:prSet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>
        <a:solidFill>
          <a:srgbClr val="F0F9EB"/>
        </a:solidFill>
      </dgm:spPr>
      <dgm:t>
        <a:bodyPr/>
        <a:lstStyle/>
        <a:p>
          <a:r>
            <a:rPr lang="en-US" sz="2000" dirty="0"/>
            <a:t>Difficulty in sustaining long-term participation.</a:t>
          </a:r>
        </a:p>
      </dgm:t>
    </dgm:pt>
    <dgm:pt modelId="{817097F9-C7CC-49A3-997A-DD097871ACDC}" type="parTrans" cxnId="{2581C39E-F6BB-4C71-844B-847BC78B99A7}">
      <dgm:prSet/>
      <dgm:spPr/>
      <dgm:t>
        <a:bodyPr/>
        <a:lstStyle/>
        <a:p>
          <a:endParaRPr lang="en-US" sz="1600"/>
        </a:p>
      </dgm:t>
    </dgm:pt>
    <dgm:pt modelId="{28592C68-31F3-4D7F-A8FB-18BC53E20830}" type="sibTrans" cxnId="{2581C39E-F6BB-4C71-844B-847BC78B99A7}">
      <dgm:prSet/>
      <dgm:spPr/>
      <dgm:t>
        <a:bodyPr/>
        <a:lstStyle/>
        <a:p>
          <a:endParaRPr lang="en-US" sz="1600"/>
        </a:p>
      </dgm:t>
    </dgm:pt>
    <dgm:pt modelId="{6F8FDB25-CE86-4F95-A6C9-7D0B612CF63D}">
      <dgm:prSet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>
        <a:solidFill>
          <a:srgbClr val="F0F9EB"/>
        </a:solidFill>
      </dgm:spPr>
      <dgm:t>
        <a:bodyPr/>
        <a:lstStyle/>
        <a:p>
          <a:r>
            <a:rPr lang="en-US" sz="2000" dirty="0"/>
            <a:t>Conflicts of interest between stakeholders.</a:t>
          </a:r>
        </a:p>
      </dgm:t>
    </dgm:pt>
    <dgm:pt modelId="{B927E4AF-9158-4507-ADF9-5457979A62A8}" type="parTrans" cxnId="{99F45709-7D92-44EA-A2CD-421FC81D2008}">
      <dgm:prSet/>
      <dgm:spPr/>
      <dgm:t>
        <a:bodyPr/>
        <a:lstStyle/>
        <a:p>
          <a:endParaRPr lang="en-US" sz="1600"/>
        </a:p>
      </dgm:t>
    </dgm:pt>
    <dgm:pt modelId="{89974F21-1622-43F6-B513-493B71077159}" type="sibTrans" cxnId="{99F45709-7D92-44EA-A2CD-421FC81D2008}">
      <dgm:prSet/>
      <dgm:spPr/>
      <dgm:t>
        <a:bodyPr/>
        <a:lstStyle/>
        <a:p>
          <a:endParaRPr lang="en-US" sz="1600"/>
        </a:p>
      </dgm:t>
    </dgm:pt>
    <dgm:pt modelId="{3D04606B-0CE1-4D09-B7A0-5B3A41163DC7}">
      <dgm:prSet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>
        <a:solidFill>
          <a:srgbClr val="F0F9EB"/>
        </a:solidFill>
      </dgm:spPr>
      <dgm:t>
        <a:bodyPr/>
        <a:lstStyle/>
        <a:p>
          <a:r>
            <a:rPr lang="en-US" sz="2000"/>
            <a:t>Misinformation and lack of trust.</a:t>
          </a:r>
        </a:p>
      </dgm:t>
    </dgm:pt>
    <dgm:pt modelId="{CD37AA11-41AA-451F-915E-3071DB6C2012}" type="parTrans" cxnId="{FC2F2AE6-4A4A-43FF-88AB-E07F7B74E8F2}">
      <dgm:prSet/>
      <dgm:spPr/>
      <dgm:t>
        <a:bodyPr/>
        <a:lstStyle/>
        <a:p>
          <a:endParaRPr lang="en-US" sz="1600"/>
        </a:p>
      </dgm:t>
    </dgm:pt>
    <dgm:pt modelId="{CCB5DE75-ED51-4D5E-966D-33C4AB7C0FA6}" type="sibTrans" cxnId="{FC2F2AE6-4A4A-43FF-88AB-E07F7B74E8F2}">
      <dgm:prSet/>
      <dgm:spPr/>
      <dgm:t>
        <a:bodyPr/>
        <a:lstStyle/>
        <a:p>
          <a:endParaRPr lang="en-US" sz="1600"/>
        </a:p>
      </dgm:t>
    </dgm:pt>
    <dgm:pt modelId="{204F17D3-4167-4AD0-8C6F-D846A611F6EF}">
      <dgm:prSet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>
        <a:solidFill>
          <a:srgbClr val="F0F9EB"/>
        </a:solidFill>
      </dgm:spPr>
      <dgm:t>
        <a:bodyPr/>
        <a:lstStyle/>
        <a:p>
          <a:r>
            <a:rPr lang="en-US" sz="2000" dirty="0"/>
            <a:t>Resistance to change from the community.</a:t>
          </a:r>
        </a:p>
      </dgm:t>
    </dgm:pt>
    <dgm:pt modelId="{73F2EBE7-4C24-4A2D-82CF-2143EA2E5CD3}" type="sibTrans" cxnId="{68312BB5-9E24-4AD4-9B7A-0CC29070947A}">
      <dgm:prSet/>
      <dgm:spPr/>
      <dgm:t>
        <a:bodyPr/>
        <a:lstStyle/>
        <a:p>
          <a:endParaRPr lang="en-US" sz="1600"/>
        </a:p>
      </dgm:t>
    </dgm:pt>
    <dgm:pt modelId="{4F599B90-786A-489B-8E1A-92E1A242A246}" type="parTrans" cxnId="{68312BB5-9E24-4AD4-9B7A-0CC29070947A}">
      <dgm:prSet/>
      <dgm:spPr/>
      <dgm:t>
        <a:bodyPr/>
        <a:lstStyle/>
        <a:p>
          <a:endParaRPr lang="en-US" sz="1600"/>
        </a:p>
      </dgm:t>
    </dgm:pt>
    <dgm:pt modelId="{F30B743F-93CC-4B01-B7EB-CEC42344FBB6}" type="pres">
      <dgm:prSet presAssocID="{E3E3E77B-2EE9-405C-8F86-8C4AF5594E75}" presName="linear" presStyleCnt="0">
        <dgm:presLayoutVars>
          <dgm:animLvl val="lvl"/>
          <dgm:resizeHandles val="exact"/>
        </dgm:presLayoutVars>
      </dgm:prSet>
      <dgm:spPr/>
    </dgm:pt>
    <dgm:pt modelId="{95BB9DC6-9490-4C78-8860-777E9549D7AB}" type="pres">
      <dgm:prSet presAssocID="{204F17D3-4167-4AD0-8C6F-D846A611F6EF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E5B67253-4564-48B2-8B94-482A630C930D}" type="pres">
      <dgm:prSet presAssocID="{73F2EBE7-4C24-4A2D-82CF-2143EA2E5CD3}" presName="spacer" presStyleCnt="0"/>
      <dgm:spPr/>
    </dgm:pt>
    <dgm:pt modelId="{07B1839D-6BC9-4287-BF4B-B4C60141DCB7}" type="pres">
      <dgm:prSet presAssocID="{3E9A111B-1E5E-4F93-B460-B2E7891701CB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77BB073F-9406-4FCC-A5CC-81893CC5650F}" type="pres">
      <dgm:prSet presAssocID="{C7C21CC0-7878-4A5A-862E-310EEBC5DA27}" presName="spacer" presStyleCnt="0"/>
      <dgm:spPr/>
    </dgm:pt>
    <dgm:pt modelId="{7C04B813-653D-4684-9226-395B278E27EE}" type="pres">
      <dgm:prSet presAssocID="{7765E5BD-D4BF-4B91-9367-D8B72F78E57C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AB72D2F4-CE1B-4BF3-B79C-450F30EEE862}" type="pres">
      <dgm:prSet presAssocID="{28592C68-31F3-4D7F-A8FB-18BC53E20830}" presName="spacer" presStyleCnt="0"/>
      <dgm:spPr/>
    </dgm:pt>
    <dgm:pt modelId="{55FFDD36-8695-4FF6-825B-592D61C1CB85}" type="pres">
      <dgm:prSet presAssocID="{6F8FDB25-CE86-4F95-A6C9-7D0B612CF63D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29CA02A-1EC3-4510-A1C3-4532A57CCE01}" type="pres">
      <dgm:prSet presAssocID="{89974F21-1622-43F6-B513-493B71077159}" presName="spacer" presStyleCnt="0"/>
      <dgm:spPr/>
    </dgm:pt>
    <dgm:pt modelId="{5CA8A47B-A71F-4F1C-8E4E-8046C7103CEF}" type="pres">
      <dgm:prSet presAssocID="{3D04606B-0CE1-4D09-B7A0-5B3A41163DC7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99F45709-7D92-44EA-A2CD-421FC81D2008}" srcId="{E3E3E77B-2EE9-405C-8F86-8C4AF5594E75}" destId="{6F8FDB25-CE86-4F95-A6C9-7D0B612CF63D}" srcOrd="3" destOrd="0" parTransId="{B927E4AF-9158-4507-ADF9-5457979A62A8}" sibTransId="{89974F21-1622-43F6-B513-493B71077159}"/>
    <dgm:cxn modelId="{9CBB951B-B992-4989-939C-254F15BD9E4C}" type="presOf" srcId="{204F17D3-4167-4AD0-8C6F-D846A611F6EF}" destId="{95BB9DC6-9490-4C78-8860-777E9549D7AB}" srcOrd="0" destOrd="0" presId="urn:microsoft.com/office/officeart/2005/8/layout/vList2"/>
    <dgm:cxn modelId="{C6FA123F-D133-43CF-89E6-F19E97E024DD}" type="presOf" srcId="{3D04606B-0CE1-4D09-B7A0-5B3A41163DC7}" destId="{5CA8A47B-A71F-4F1C-8E4E-8046C7103CEF}" srcOrd="0" destOrd="0" presId="urn:microsoft.com/office/officeart/2005/8/layout/vList2"/>
    <dgm:cxn modelId="{3441AD7C-2B8A-4105-8DDA-FD21777C2E93}" type="presOf" srcId="{3E9A111B-1E5E-4F93-B460-B2E7891701CB}" destId="{07B1839D-6BC9-4287-BF4B-B4C60141DCB7}" srcOrd="0" destOrd="0" presId="urn:microsoft.com/office/officeart/2005/8/layout/vList2"/>
    <dgm:cxn modelId="{1A073F92-286B-41C4-BB9B-3080E92915A9}" type="presOf" srcId="{7765E5BD-D4BF-4B91-9367-D8B72F78E57C}" destId="{7C04B813-653D-4684-9226-395B278E27EE}" srcOrd="0" destOrd="0" presId="urn:microsoft.com/office/officeart/2005/8/layout/vList2"/>
    <dgm:cxn modelId="{2581C39E-F6BB-4C71-844B-847BC78B99A7}" srcId="{E3E3E77B-2EE9-405C-8F86-8C4AF5594E75}" destId="{7765E5BD-D4BF-4B91-9367-D8B72F78E57C}" srcOrd="2" destOrd="0" parTransId="{817097F9-C7CC-49A3-997A-DD097871ACDC}" sibTransId="{28592C68-31F3-4D7F-A8FB-18BC53E20830}"/>
    <dgm:cxn modelId="{68312BB5-9E24-4AD4-9B7A-0CC29070947A}" srcId="{E3E3E77B-2EE9-405C-8F86-8C4AF5594E75}" destId="{204F17D3-4167-4AD0-8C6F-D846A611F6EF}" srcOrd="0" destOrd="0" parTransId="{4F599B90-786A-489B-8E1A-92E1A242A246}" sibTransId="{73F2EBE7-4C24-4A2D-82CF-2143EA2E5CD3}"/>
    <dgm:cxn modelId="{A16913C1-EB89-4FA5-80AE-12062D5BCB7F}" srcId="{E3E3E77B-2EE9-405C-8F86-8C4AF5594E75}" destId="{3E9A111B-1E5E-4F93-B460-B2E7891701CB}" srcOrd="1" destOrd="0" parTransId="{8B4CF3B1-D9D6-4A4F-A918-653A7153AD0D}" sibTransId="{C7C21CC0-7878-4A5A-862E-310EEBC5DA27}"/>
    <dgm:cxn modelId="{F66B88D9-F61E-460F-8876-64700C3B0D04}" type="presOf" srcId="{E3E3E77B-2EE9-405C-8F86-8C4AF5594E75}" destId="{F30B743F-93CC-4B01-B7EB-CEC42344FBB6}" srcOrd="0" destOrd="0" presId="urn:microsoft.com/office/officeart/2005/8/layout/vList2"/>
    <dgm:cxn modelId="{D868B8E0-345B-4E72-AF4F-852D4B83C250}" type="presOf" srcId="{6F8FDB25-CE86-4F95-A6C9-7D0B612CF63D}" destId="{55FFDD36-8695-4FF6-825B-592D61C1CB85}" srcOrd="0" destOrd="0" presId="urn:microsoft.com/office/officeart/2005/8/layout/vList2"/>
    <dgm:cxn modelId="{FC2F2AE6-4A4A-43FF-88AB-E07F7B74E8F2}" srcId="{E3E3E77B-2EE9-405C-8F86-8C4AF5594E75}" destId="{3D04606B-0CE1-4D09-B7A0-5B3A41163DC7}" srcOrd="4" destOrd="0" parTransId="{CD37AA11-41AA-451F-915E-3071DB6C2012}" sibTransId="{CCB5DE75-ED51-4D5E-966D-33C4AB7C0FA6}"/>
    <dgm:cxn modelId="{1A517ABA-122A-471A-9C53-1BBE93B6662E}" type="presParOf" srcId="{F30B743F-93CC-4B01-B7EB-CEC42344FBB6}" destId="{95BB9DC6-9490-4C78-8860-777E9549D7AB}" srcOrd="0" destOrd="0" presId="urn:microsoft.com/office/officeart/2005/8/layout/vList2"/>
    <dgm:cxn modelId="{09511342-A405-4BC3-AD01-9C9D2C564918}" type="presParOf" srcId="{F30B743F-93CC-4B01-B7EB-CEC42344FBB6}" destId="{E5B67253-4564-48B2-8B94-482A630C930D}" srcOrd="1" destOrd="0" presId="urn:microsoft.com/office/officeart/2005/8/layout/vList2"/>
    <dgm:cxn modelId="{2D89D6D3-748C-4253-8A8C-B12597EA9769}" type="presParOf" srcId="{F30B743F-93CC-4B01-B7EB-CEC42344FBB6}" destId="{07B1839D-6BC9-4287-BF4B-B4C60141DCB7}" srcOrd="2" destOrd="0" presId="urn:microsoft.com/office/officeart/2005/8/layout/vList2"/>
    <dgm:cxn modelId="{574C05D2-1AFF-43AE-974C-F4B118AD0497}" type="presParOf" srcId="{F30B743F-93CC-4B01-B7EB-CEC42344FBB6}" destId="{77BB073F-9406-4FCC-A5CC-81893CC5650F}" srcOrd="3" destOrd="0" presId="urn:microsoft.com/office/officeart/2005/8/layout/vList2"/>
    <dgm:cxn modelId="{F1D22A9D-A76F-43AB-AC98-0B7EE5F84E59}" type="presParOf" srcId="{F30B743F-93CC-4B01-B7EB-CEC42344FBB6}" destId="{7C04B813-653D-4684-9226-395B278E27EE}" srcOrd="4" destOrd="0" presId="urn:microsoft.com/office/officeart/2005/8/layout/vList2"/>
    <dgm:cxn modelId="{D8C83B16-F985-4665-BC4A-27E9E340C77E}" type="presParOf" srcId="{F30B743F-93CC-4B01-B7EB-CEC42344FBB6}" destId="{AB72D2F4-CE1B-4BF3-B79C-450F30EEE862}" srcOrd="5" destOrd="0" presId="urn:microsoft.com/office/officeart/2005/8/layout/vList2"/>
    <dgm:cxn modelId="{762987A2-6F1C-440C-B52F-C0334D9CC54B}" type="presParOf" srcId="{F30B743F-93CC-4B01-B7EB-CEC42344FBB6}" destId="{55FFDD36-8695-4FF6-825B-592D61C1CB85}" srcOrd="6" destOrd="0" presId="urn:microsoft.com/office/officeart/2005/8/layout/vList2"/>
    <dgm:cxn modelId="{60883369-3B50-45AD-85CD-BD73F58F2770}" type="presParOf" srcId="{F30B743F-93CC-4B01-B7EB-CEC42344FBB6}" destId="{429CA02A-1EC3-4510-A1C3-4532A57CCE01}" srcOrd="7" destOrd="0" presId="urn:microsoft.com/office/officeart/2005/8/layout/vList2"/>
    <dgm:cxn modelId="{C3C69FEF-19EB-455F-BB16-2DF8692E7B0B}" type="presParOf" srcId="{F30B743F-93CC-4B01-B7EB-CEC42344FBB6}" destId="{5CA8A47B-A71F-4F1C-8E4E-8046C7103CEF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722ADAA-B5B6-40B0-A8E9-C541812BA00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D2489F18-614C-491A-9FE8-E0EF7D0E05AD}">
      <dgm:prSet custT="1"/>
      <dgm:spPr/>
      <dgm:t>
        <a:bodyPr/>
        <a:lstStyle/>
        <a:p>
          <a:pPr>
            <a:defRPr cap="all"/>
          </a:pPr>
          <a:r>
            <a:rPr lang="en-US" sz="2000" cap="none" dirty="0"/>
            <a:t>Community feedback and satisfaction surveys.</a:t>
          </a:r>
        </a:p>
      </dgm:t>
    </dgm:pt>
    <dgm:pt modelId="{599C8A60-704D-4FDC-8481-890BB2C019B9}" type="parTrans" cxnId="{68E9E6D3-9FE0-4930-9872-195EF4A2D6BB}">
      <dgm:prSet/>
      <dgm:spPr/>
      <dgm:t>
        <a:bodyPr/>
        <a:lstStyle/>
        <a:p>
          <a:endParaRPr lang="en-US"/>
        </a:p>
      </dgm:t>
    </dgm:pt>
    <dgm:pt modelId="{00DA206B-A05A-4E5A-B11D-2FB603339C28}" type="sibTrans" cxnId="{68E9E6D3-9FE0-4930-9872-195EF4A2D6BB}">
      <dgm:prSet/>
      <dgm:spPr/>
      <dgm:t>
        <a:bodyPr/>
        <a:lstStyle/>
        <a:p>
          <a:endParaRPr lang="en-US"/>
        </a:p>
      </dgm:t>
    </dgm:pt>
    <dgm:pt modelId="{D2FA37BC-19F3-4322-959C-40DC3618AFF8}">
      <dgm:prSet custT="1"/>
      <dgm:spPr/>
      <dgm:t>
        <a:bodyPr/>
        <a:lstStyle/>
        <a:p>
          <a:pPr>
            <a:defRPr cap="all"/>
          </a:pPr>
          <a:r>
            <a:rPr lang="en-US" sz="2000" cap="none" dirty="0"/>
            <a:t>Improved quality of life (education, health, employment).</a:t>
          </a:r>
        </a:p>
      </dgm:t>
    </dgm:pt>
    <dgm:pt modelId="{6A914D82-272A-460F-AD69-4607ABE6EEC6}" type="parTrans" cxnId="{B266D2DB-D302-42B6-ABA2-6A68D3C21393}">
      <dgm:prSet/>
      <dgm:spPr/>
      <dgm:t>
        <a:bodyPr/>
        <a:lstStyle/>
        <a:p>
          <a:endParaRPr lang="en-US"/>
        </a:p>
      </dgm:t>
    </dgm:pt>
    <dgm:pt modelId="{852D16F3-62C8-43A8-A8C8-63B441A11C31}" type="sibTrans" cxnId="{B266D2DB-D302-42B6-ABA2-6A68D3C21393}">
      <dgm:prSet/>
      <dgm:spPr/>
      <dgm:t>
        <a:bodyPr/>
        <a:lstStyle/>
        <a:p>
          <a:endParaRPr lang="en-US"/>
        </a:p>
      </dgm:t>
    </dgm:pt>
    <dgm:pt modelId="{CBB34FBD-180A-422D-9256-95931EBEB739}">
      <dgm:prSet custT="1"/>
      <dgm:spPr/>
      <dgm:t>
        <a:bodyPr/>
        <a:lstStyle/>
        <a:p>
          <a:pPr>
            <a:defRPr cap="all"/>
          </a:pPr>
          <a:r>
            <a:rPr lang="en-US" sz="2000" cap="none" dirty="0"/>
            <a:t>Participation rates in programs and initiatives.</a:t>
          </a:r>
        </a:p>
      </dgm:t>
    </dgm:pt>
    <dgm:pt modelId="{003939CE-2656-4DA5-80DA-B0B238E13DEA}" type="parTrans" cxnId="{CB5FDC19-B65B-417E-A46B-CDAED8CCB4F8}">
      <dgm:prSet/>
      <dgm:spPr/>
      <dgm:t>
        <a:bodyPr/>
        <a:lstStyle/>
        <a:p>
          <a:endParaRPr lang="en-US"/>
        </a:p>
      </dgm:t>
    </dgm:pt>
    <dgm:pt modelId="{A351329A-9169-473C-AC12-218D4292ACEE}" type="sibTrans" cxnId="{CB5FDC19-B65B-417E-A46B-CDAED8CCB4F8}">
      <dgm:prSet/>
      <dgm:spPr/>
      <dgm:t>
        <a:bodyPr/>
        <a:lstStyle/>
        <a:p>
          <a:endParaRPr lang="en-US"/>
        </a:p>
      </dgm:t>
    </dgm:pt>
    <dgm:pt modelId="{F9380700-B2A3-4137-AEA7-3B094D9A8325}">
      <dgm:prSet custT="1"/>
      <dgm:spPr/>
      <dgm:t>
        <a:bodyPr/>
        <a:lstStyle/>
        <a:p>
          <a:pPr>
            <a:defRPr cap="all"/>
          </a:pPr>
          <a:r>
            <a:rPr lang="en-US" sz="2000" cap="none" dirty="0"/>
            <a:t>Policy changes resulting from engagement efforts.</a:t>
          </a:r>
        </a:p>
      </dgm:t>
    </dgm:pt>
    <dgm:pt modelId="{C968F3AD-785D-4E7A-B2B5-BAAE77EF3AF2}" type="parTrans" cxnId="{88ABBE28-F907-4DFA-9A7F-9BB19D732BDE}">
      <dgm:prSet/>
      <dgm:spPr/>
      <dgm:t>
        <a:bodyPr/>
        <a:lstStyle/>
        <a:p>
          <a:endParaRPr lang="en-US"/>
        </a:p>
      </dgm:t>
    </dgm:pt>
    <dgm:pt modelId="{6E66098F-D5F1-4DAF-9617-614FE250392A}" type="sibTrans" cxnId="{88ABBE28-F907-4DFA-9A7F-9BB19D732BDE}">
      <dgm:prSet/>
      <dgm:spPr/>
      <dgm:t>
        <a:bodyPr/>
        <a:lstStyle/>
        <a:p>
          <a:endParaRPr lang="en-US"/>
        </a:p>
      </dgm:t>
    </dgm:pt>
    <dgm:pt modelId="{78411410-3FA1-41BD-B794-39B88FBEE53F}">
      <dgm:prSet custT="1"/>
      <dgm:spPr/>
      <dgm:t>
        <a:bodyPr/>
        <a:lstStyle/>
        <a:p>
          <a:pPr>
            <a:defRPr cap="all"/>
          </a:pPr>
          <a:r>
            <a:rPr lang="en-US" sz="2000" cap="none" dirty="0"/>
            <a:t>Increased trust and collaboration among stakeholders.</a:t>
          </a:r>
        </a:p>
      </dgm:t>
    </dgm:pt>
    <dgm:pt modelId="{D33A873F-4AF2-425D-9A32-28CCB1844D00}" type="parTrans" cxnId="{AF4B2925-274B-40D4-A957-7E811B94F1EF}">
      <dgm:prSet/>
      <dgm:spPr/>
      <dgm:t>
        <a:bodyPr/>
        <a:lstStyle/>
        <a:p>
          <a:endParaRPr lang="en-US"/>
        </a:p>
      </dgm:t>
    </dgm:pt>
    <dgm:pt modelId="{70EFD9C9-B191-4FBB-9A29-1AE9A872B59A}" type="sibTrans" cxnId="{AF4B2925-274B-40D4-A957-7E811B94F1EF}">
      <dgm:prSet/>
      <dgm:spPr/>
      <dgm:t>
        <a:bodyPr/>
        <a:lstStyle/>
        <a:p>
          <a:endParaRPr lang="en-US"/>
        </a:p>
      </dgm:t>
    </dgm:pt>
    <dgm:pt modelId="{66DCEF25-FCFC-4246-B946-9C401B63DC8A}" type="pres">
      <dgm:prSet presAssocID="{7722ADAA-B5B6-40B0-A8E9-C541812BA006}" presName="root" presStyleCnt="0">
        <dgm:presLayoutVars>
          <dgm:dir/>
          <dgm:resizeHandles val="exact"/>
        </dgm:presLayoutVars>
      </dgm:prSet>
      <dgm:spPr/>
    </dgm:pt>
    <dgm:pt modelId="{078F1511-FA83-4AD7-A042-3D4490225CBC}" type="pres">
      <dgm:prSet presAssocID="{D2489F18-614C-491A-9FE8-E0EF7D0E05AD}" presName="compNode" presStyleCnt="0"/>
      <dgm:spPr/>
    </dgm:pt>
    <dgm:pt modelId="{F2EE7B94-5A88-444A-98CC-F2D2634AFA77}" type="pres">
      <dgm:prSet presAssocID="{D2489F18-614C-491A-9FE8-E0EF7D0E05AD}" presName="iconBgRect" presStyleLbl="bgShp" presStyleIdx="0" presStyleCnt="5"/>
      <dgm:spPr/>
    </dgm:pt>
    <dgm:pt modelId="{8F65A6DD-0B7B-4929-B8B6-6AF0386DFB90}" type="pres">
      <dgm:prSet presAssocID="{D2489F18-614C-491A-9FE8-E0EF7D0E05AD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95C6164A-161E-4FDC-8BE4-575667C8738C}" type="pres">
      <dgm:prSet presAssocID="{D2489F18-614C-491A-9FE8-E0EF7D0E05AD}" presName="spaceRect" presStyleCnt="0"/>
      <dgm:spPr/>
    </dgm:pt>
    <dgm:pt modelId="{679B6972-0ED3-42AB-81BD-3ED8C05E7FEE}" type="pres">
      <dgm:prSet presAssocID="{D2489F18-614C-491A-9FE8-E0EF7D0E05AD}" presName="textRect" presStyleLbl="revTx" presStyleIdx="0" presStyleCnt="5">
        <dgm:presLayoutVars>
          <dgm:chMax val="1"/>
          <dgm:chPref val="1"/>
        </dgm:presLayoutVars>
      </dgm:prSet>
      <dgm:spPr/>
    </dgm:pt>
    <dgm:pt modelId="{B1A2A260-C349-410D-A3C0-86B0C62C538B}" type="pres">
      <dgm:prSet presAssocID="{00DA206B-A05A-4E5A-B11D-2FB603339C28}" presName="sibTrans" presStyleCnt="0"/>
      <dgm:spPr/>
    </dgm:pt>
    <dgm:pt modelId="{2790D752-EF71-4609-ADC3-46FC4EB90A4B}" type="pres">
      <dgm:prSet presAssocID="{D2FA37BC-19F3-4322-959C-40DC3618AFF8}" presName="compNode" presStyleCnt="0"/>
      <dgm:spPr/>
    </dgm:pt>
    <dgm:pt modelId="{3CF20785-F0C7-4CE4-A1C1-EC326425B71F}" type="pres">
      <dgm:prSet presAssocID="{D2FA37BC-19F3-4322-959C-40DC3618AFF8}" presName="iconBgRect" presStyleLbl="bgShp" presStyleIdx="1" presStyleCnt="5"/>
      <dgm:spPr/>
    </dgm:pt>
    <dgm:pt modelId="{7BB0A150-DC05-4ACC-8080-F0F95F1918B5}" type="pres">
      <dgm:prSet presAssocID="{D2FA37BC-19F3-4322-959C-40DC3618AFF8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BBF8E453-A30E-495A-86F1-924B8120279D}" type="pres">
      <dgm:prSet presAssocID="{D2FA37BC-19F3-4322-959C-40DC3618AFF8}" presName="spaceRect" presStyleCnt="0"/>
      <dgm:spPr/>
    </dgm:pt>
    <dgm:pt modelId="{33D9326E-6F54-45BD-A022-9FF71521E9D3}" type="pres">
      <dgm:prSet presAssocID="{D2FA37BC-19F3-4322-959C-40DC3618AFF8}" presName="textRect" presStyleLbl="revTx" presStyleIdx="1" presStyleCnt="5">
        <dgm:presLayoutVars>
          <dgm:chMax val="1"/>
          <dgm:chPref val="1"/>
        </dgm:presLayoutVars>
      </dgm:prSet>
      <dgm:spPr/>
    </dgm:pt>
    <dgm:pt modelId="{0B202608-6B29-4774-89AE-0674553056A9}" type="pres">
      <dgm:prSet presAssocID="{852D16F3-62C8-43A8-A8C8-63B441A11C31}" presName="sibTrans" presStyleCnt="0"/>
      <dgm:spPr/>
    </dgm:pt>
    <dgm:pt modelId="{955DB3EE-B289-4AD3-A747-BDACD488610D}" type="pres">
      <dgm:prSet presAssocID="{CBB34FBD-180A-422D-9256-95931EBEB739}" presName="compNode" presStyleCnt="0"/>
      <dgm:spPr/>
    </dgm:pt>
    <dgm:pt modelId="{8CE5B9FC-34A8-48B4-9EAC-53F5184FA6D9}" type="pres">
      <dgm:prSet presAssocID="{CBB34FBD-180A-422D-9256-95931EBEB739}" presName="iconBgRect" presStyleLbl="bgShp" presStyleIdx="2" presStyleCnt="5"/>
      <dgm:spPr/>
    </dgm:pt>
    <dgm:pt modelId="{789B6CCE-51BF-484E-91A0-F296A0D91A76}" type="pres">
      <dgm:prSet presAssocID="{CBB34FBD-180A-422D-9256-95931EBEB739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D3F02D9-17C2-4310-B7E6-772F3CEA2423}" type="pres">
      <dgm:prSet presAssocID="{CBB34FBD-180A-422D-9256-95931EBEB739}" presName="spaceRect" presStyleCnt="0"/>
      <dgm:spPr/>
    </dgm:pt>
    <dgm:pt modelId="{E12F3574-77DD-492B-A58F-A60A7B4C923F}" type="pres">
      <dgm:prSet presAssocID="{CBB34FBD-180A-422D-9256-95931EBEB739}" presName="textRect" presStyleLbl="revTx" presStyleIdx="2" presStyleCnt="5">
        <dgm:presLayoutVars>
          <dgm:chMax val="1"/>
          <dgm:chPref val="1"/>
        </dgm:presLayoutVars>
      </dgm:prSet>
      <dgm:spPr/>
    </dgm:pt>
    <dgm:pt modelId="{4A4935F8-4930-4922-BABB-AAAF4BEB7919}" type="pres">
      <dgm:prSet presAssocID="{A351329A-9169-473C-AC12-218D4292ACEE}" presName="sibTrans" presStyleCnt="0"/>
      <dgm:spPr/>
    </dgm:pt>
    <dgm:pt modelId="{19679589-9AD0-4C2C-A40F-2C421AD6AE7F}" type="pres">
      <dgm:prSet presAssocID="{F9380700-B2A3-4137-AEA7-3B094D9A8325}" presName="compNode" presStyleCnt="0"/>
      <dgm:spPr/>
    </dgm:pt>
    <dgm:pt modelId="{4F525C8D-8DCF-426E-9370-AE06C0D62771}" type="pres">
      <dgm:prSet presAssocID="{F9380700-B2A3-4137-AEA7-3B094D9A8325}" presName="iconBgRect" presStyleLbl="bgShp" presStyleIdx="3" presStyleCnt="5"/>
      <dgm:spPr/>
    </dgm:pt>
    <dgm:pt modelId="{7770A778-6A1B-41B9-BCE3-28158547377E}" type="pres">
      <dgm:prSet presAssocID="{F9380700-B2A3-4137-AEA7-3B094D9A8325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62D0828E-BDA6-436D-ACE6-19F7C3D036D4}" type="pres">
      <dgm:prSet presAssocID="{F9380700-B2A3-4137-AEA7-3B094D9A8325}" presName="spaceRect" presStyleCnt="0"/>
      <dgm:spPr/>
    </dgm:pt>
    <dgm:pt modelId="{FAD84EFD-A993-4B4E-8397-9000D9E28243}" type="pres">
      <dgm:prSet presAssocID="{F9380700-B2A3-4137-AEA7-3B094D9A8325}" presName="textRect" presStyleLbl="revTx" presStyleIdx="3" presStyleCnt="5">
        <dgm:presLayoutVars>
          <dgm:chMax val="1"/>
          <dgm:chPref val="1"/>
        </dgm:presLayoutVars>
      </dgm:prSet>
      <dgm:spPr/>
    </dgm:pt>
    <dgm:pt modelId="{22A7705B-19BF-4005-8FE9-3C55719AA0E9}" type="pres">
      <dgm:prSet presAssocID="{6E66098F-D5F1-4DAF-9617-614FE250392A}" presName="sibTrans" presStyleCnt="0"/>
      <dgm:spPr/>
    </dgm:pt>
    <dgm:pt modelId="{A5BC4EEB-CAF7-48F1-82E0-0FBB4D78D036}" type="pres">
      <dgm:prSet presAssocID="{78411410-3FA1-41BD-B794-39B88FBEE53F}" presName="compNode" presStyleCnt="0"/>
      <dgm:spPr/>
    </dgm:pt>
    <dgm:pt modelId="{60DC6B1D-F3F2-4F6A-8AD0-70A347FBA676}" type="pres">
      <dgm:prSet presAssocID="{78411410-3FA1-41BD-B794-39B88FBEE53F}" presName="iconBgRect" presStyleLbl="bgShp" presStyleIdx="4" presStyleCnt="5"/>
      <dgm:spPr/>
    </dgm:pt>
    <dgm:pt modelId="{8C2AD062-3886-4431-A948-9FD21B5BD07D}" type="pres">
      <dgm:prSet presAssocID="{78411410-3FA1-41BD-B794-39B88FBEE53F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D6123304-708F-49C3-BED4-2A0C5D6215A9}" type="pres">
      <dgm:prSet presAssocID="{78411410-3FA1-41BD-B794-39B88FBEE53F}" presName="spaceRect" presStyleCnt="0"/>
      <dgm:spPr/>
    </dgm:pt>
    <dgm:pt modelId="{47E3AD75-D3C4-4B5C-81F6-C7712B8AAD9C}" type="pres">
      <dgm:prSet presAssocID="{78411410-3FA1-41BD-B794-39B88FBEE53F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CB5FDC19-B65B-417E-A46B-CDAED8CCB4F8}" srcId="{7722ADAA-B5B6-40B0-A8E9-C541812BA006}" destId="{CBB34FBD-180A-422D-9256-95931EBEB739}" srcOrd="2" destOrd="0" parTransId="{003939CE-2656-4DA5-80DA-B0B238E13DEA}" sibTransId="{A351329A-9169-473C-AC12-218D4292ACEE}"/>
    <dgm:cxn modelId="{AFF67B21-1102-47EC-BC75-F960AA2B9CD9}" type="presOf" srcId="{F9380700-B2A3-4137-AEA7-3B094D9A8325}" destId="{FAD84EFD-A993-4B4E-8397-9000D9E28243}" srcOrd="0" destOrd="0" presId="urn:microsoft.com/office/officeart/2018/5/layout/IconCircleLabelList"/>
    <dgm:cxn modelId="{AF4B2925-274B-40D4-A957-7E811B94F1EF}" srcId="{7722ADAA-B5B6-40B0-A8E9-C541812BA006}" destId="{78411410-3FA1-41BD-B794-39B88FBEE53F}" srcOrd="4" destOrd="0" parTransId="{D33A873F-4AF2-425D-9A32-28CCB1844D00}" sibTransId="{70EFD9C9-B191-4FBB-9A29-1AE9A872B59A}"/>
    <dgm:cxn modelId="{D8839425-56CA-4172-AB24-C6F72E7F4819}" type="presOf" srcId="{D2489F18-614C-491A-9FE8-E0EF7D0E05AD}" destId="{679B6972-0ED3-42AB-81BD-3ED8C05E7FEE}" srcOrd="0" destOrd="0" presId="urn:microsoft.com/office/officeart/2018/5/layout/IconCircleLabelList"/>
    <dgm:cxn modelId="{88ABBE28-F907-4DFA-9A7F-9BB19D732BDE}" srcId="{7722ADAA-B5B6-40B0-A8E9-C541812BA006}" destId="{F9380700-B2A3-4137-AEA7-3B094D9A8325}" srcOrd="3" destOrd="0" parTransId="{C968F3AD-785D-4E7A-B2B5-BAAE77EF3AF2}" sibTransId="{6E66098F-D5F1-4DAF-9617-614FE250392A}"/>
    <dgm:cxn modelId="{205D795C-CF06-47ED-82A8-5A6B23CC0445}" type="presOf" srcId="{78411410-3FA1-41BD-B794-39B88FBEE53F}" destId="{47E3AD75-D3C4-4B5C-81F6-C7712B8AAD9C}" srcOrd="0" destOrd="0" presId="urn:microsoft.com/office/officeart/2018/5/layout/IconCircleLabelList"/>
    <dgm:cxn modelId="{83B33985-57CA-42A8-9444-64350C6EEB91}" type="presOf" srcId="{7722ADAA-B5B6-40B0-A8E9-C541812BA006}" destId="{66DCEF25-FCFC-4246-B946-9C401B63DC8A}" srcOrd="0" destOrd="0" presId="urn:microsoft.com/office/officeart/2018/5/layout/IconCircleLabelList"/>
    <dgm:cxn modelId="{896D4BB8-A902-44EF-AC14-1E3B0D9B20CF}" type="presOf" srcId="{D2FA37BC-19F3-4322-959C-40DC3618AFF8}" destId="{33D9326E-6F54-45BD-A022-9FF71521E9D3}" srcOrd="0" destOrd="0" presId="urn:microsoft.com/office/officeart/2018/5/layout/IconCircleLabelList"/>
    <dgm:cxn modelId="{68E9E6D3-9FE0-4930-9872-195EF4A2D6BB}" srcId="{7722ADAA-B5B6-40B0-A8E9-C541812BA006}" destId="{D2489F18-614C-491A-9FE8-E0EF7D0E05AD}" srcOrd="0" destOrd="0" parTransId="{599C8A60-704D-4FDC-8481-890BB2C019B9}" sibTransId="{00DA206B-A05A-4E5A-B11D-2FB603339C28}"/>
    <dgm:cxn modelId="{B266D2DB-D302-42B6-ABA2-6A68D3C21393}" srcId="{7722ADAA-B5B6-40B0-A8E9-C541812BA006}" destId="{D2FA37BC-19F3-4322-959C-40DC3618AFF8}" srcOrd="1" destOrd="0" parTransId="{6A914D82-272A-460F-AD69-4607ABE6EEC6}" sibTransId="{852D16F3-62C8-43A8-A8C8-63B441A11C31}"/>
    <dgm:cxn modelId="{AB184CE2-EF90-445A-B038-335AC377A15D}" type="presOf" srcId="{CBB34FBD-180A-422D-9256-95931EBEB739}" destId="{E12F3574-77DD-492B-A58F-A60A7B4C923F}" srcOrd="0" destOrd="0" presId="urn:microsoft.com/office/officeart/2018/5/layout/IconCircleLabelList"/>
    <dgm:cxn modelId="{AC137AE3-A64B-4D7E-B97F-A4FC61DB9D54}" type="presParOf" srcId="{66DCEF25-FCFC-4246-B946-9C401B63DC8A}" destId="{078F1511-FA83-4AD7-A042-3D4490225CBC}" srcOrd="0" destOrd="0" presId="urn:microsoft.com/office/officeart/2018/5/layout/IconCircleLabelList"/>
    <dgm:cxn modelId="{3850CCC7-BFF3-4C4E-9141-2A40CF6102EC}" type="presParOf" srcId="{078F1511-FA83-4AD7-A042-3D4490225CBC}" destId="{F2EE7B94-5A88-444A-98CC-F2D2634AFA77}" srcOrd="0" destOrd="0" presId="urn:microsoft.com/office/officeart/2018/5/layout/IconCircleLabelList"/>
    <dgm:cxn modelId="{AB7B9B32-1984-431F-8382-DC41F4F3B7B6}" type="presParOf" srcId="{078F1511-FA83-4AD7-A042-3D4490225CBC}" destId="{8F65A6DD-0B7B-4929-B8B6-6AF0386DFB90}" srcOrd="1" destOrd="0" presId="urn:microsoft.com/office/officeart/2018/5/layout/IconCircleLabelList"/>
    <dgm:cxn modelId="{6304B01C-72C4-460A-AF70-5933A69EA719}" type="presParOf" srcId="{078F1511-FA83-4AD7-A042-3D4490225CBC}" destId="{95C6164A-161E-4FDC-8BE4-575667C8738C}" srcOrd="2" destOrd="0" presId="urn:microsoft.com/office/officeart/2018/5/layout/IconCircleLabelList"/>
    <dgm:cxn modelId="{5D844B5C-CEC7-4878-8376-03DED0F80A26}" type="presParOf" srcId="{078F1511-FA83-4AD7-A042-3D4490225CBC}" destId="{679B6972-0ED3-42AB-81BD-3ED8C05E7FEE}" srcOrd="3" destOrd="0" presId="urn:microsoft.com/office/officeart/2018/5/layout/IconCircleLabelList"/>
    <dgm:cxn modelId="{0239FC17-DFC0-480D-BD15-B626F5DB43B7}" type="presParOf" srcId="{66DCEF25-FCFC-4246-B946-9C401B63DC8A}" destId="{B1A2A260-C349-410D-A3C0-86B0C62C538B}" srcOrd="1" destOrd="0" presId="urn:microsoft.com/office/officeart/2018/5/layout/IconCircleLabelList"/>
    <dgm:cxn modelId="{249F0098-EF13-426E-889D-99AC3258BEA6}" type="presParOf" srcId="{66DCEF25-FCFC-4246-B946-9C401B63DC8A}" destId="{2790D752-EF71-4609-ADC3-46FC4EB90A4B}" srcOrd="2" destOrd="0" presId="urn:microsoft.com/office/officeart/2018/5/layout/IconCircleLabelList"/>
    <dgm:cxn modelId="{09156FE9-195C-4C8B-AF7D-2BFF964F4268}" type="presParOf" srcId="{2790D752-EF71-4609-ADC3-46FC4EB90A4B}" destId="{3CF20785-F0C7-4CE4-A1C1-EC326425B71F}" srcOrd="0" destOrd="0" presId="urn:microsoft.com/office/officeart/2018/5/layout/IconCircleLabelList"/>
    <dgm:cxn modelId="{10E6117B-B49F-4F0E-A3CD-49B21BAC0F6F}" type="presParOf" srcId="{2790D752-EF71-4609-ADC3-46FC4EB90A4B}" destId="{7BB0A150-DC05-4ACC-8080-F0F95F1918B5}" srcOrd="1" destOrd="0" presId="urn:microsoft.com/office/officeart/2018/5/layout/IconCircleLabelList"/>
    <dgm:cxn modelId="{7C3DE18C-0880-452C-A965-31647E6E4A80}" type="presParOf" srcId="{2790D752-EF71-4609-ADC3-46FC4EB90A4B}" destId="{BBF8E453-A30E-495A-86F1-924B8120279D}" srcOrd="2" destOrd="0" presId="urn:microsoft.com/office/officeart/2018/5/layout/IconCircleLabelList"/>
    <dgm:cxn modelId="{562D393F-0841-4DAA-9BFA-62F43F6BD634}" type="presParOf" srcId="{2790D752-EF71-4609-ADC3-46FC4EB90A4B}" destId="{33D9326E-6F54-45BD-A022-9FF71521E9D3}" srcOrd="3" destOrd="0" presId="urn:microsoft.com/office/officeart/2018/5/layout/IconCircleLabelList"/>
    <dgm:cxn modelId="{733086DF-97F1-41C0-89B7-D54774631104}" type="presParOf" srcId="{66DCEF25-FCFC-4246-B946-9C401B63DC8A}" destId="{0B202608-6B29-4774-89AE-0674553056A9}" srcOrd="3" destOrd="0" presId="urn:microsoft.com/office/officeart/2018/5/layout/IconCircleLabelList"/>
    <dgm:cxn modelId="{F6FB4E14-8C8A-4CED-AC6A-C376AB2EAA98}" type="presParOf" srcId="{66DCEF25-FCFC-4246-B946-9C401B63DC8A}" destId="{955DB3EE-B289-4AD3-A747-BDACD488610D}" srcOrd="4" destOrd="0" presId="urn:microsoft.com/office/officeart/2018/5/layout/IconCircleLabelList"/>
    <dgm:cxn modelId="{F71FAE2C-ED09-41DD-933F-0B08A72052D2}" type="presParOf" srcId="{955DB3EE-B289-4AD3-A747-BDACD488610D}" destId="{8CE5B9FC-34A8-48B4-9EAC-53F5184FA6D9}" srcOrd="0" destOrd="0" presId="urn:microsoft.com/office/officeart/2018/5/layout/IconCircleLabelList"/>
    <dgm:cxn modelId="{7596A9FC-0447-4604-8F6A-EF6E5EEF8FCB}" type="presParOf" srcId="{955DB3EE-B289-4AD3-A747-BDACD488610D}" destId="{789B6CCE-51BF-484E-91A0-F296A0D91A76}" srcOrd="1" destOrd="0" presId="urn:microsoft.com/office/officeart/2018/5/layout/IconCircleLabelList"/>
    <dgm:cxn modelId="{68FE02E2-01B4-4BC2-9F2A-92D7F5627A59}" type="presParOf" srcId="{955DB3EE-B289-4AD3-A747-BDACD488610D}" destId="{ED3F02D9-17C2-4310-B7E6-772F3CEA2423}" srcOrd="2" destOrd="0" presId="urn:microsoft.com/office/officeart/2018/5/layout/IconCircleLabelList"/>
    <dgm:cxn modelId="{C7954B4C-FDD0-4651-8CD0-5414D5014DCC}" type="presParOf" srcId="{955DB3EE-B289-4AD3-A747-BDACD488610D}" destId="{E12F3574-77DD-492B-A58F-A60A7B4C923F}" srcOrd="3" destOrd="0" presId="urn:microsoft.com/office/officeart/2018/5/layout/IconCircleLabelList"/>
    <dgm:cxn modelId="{AFBA3278-D14C-41B1-9651-21E0B6D171EF}" type="presParOf" srcId="{66DCEF25-FCFC-4246-B946-9C401B63DC8A}" destId="{4A4935F8-4930-4922-BABB-AAAF4BEB7919}" srcOrd="5" destOrd="0" presId="urn:microsoft.com/office/officeart/2018/5/layout/IconCircleLabelList"/>
    <dgm:cxn modelId="{7F3D2CAA-89C1-4A13-8F33-1B7870E86888}" type="presParOf" srcId="{66DCEF25-FCFC-4246-B946-9C401B63DC8A}" destId="{19679589-9AD0-4C2C-A40F-2C421AD6AE7F}" srcOrd="6" destOrd="0" presId="urn:microsoft.com/office/officeart/2018/5/layout/IconCircleLabelList"/>
    <dgm:cxn modelId="{562856C8-BDE5-40A7-8433-EF736BFF88B9}" type="presParOf" srcId="{19679589-9AD0-4C2C-A40F-2C421AD6AE7F}" destId="{4F525C8D-8DCF-426E-9370-AE06C0D62771}" srcOrd="0" destOrd="0" presId="urn:microsoft.com/office/officeart/2018/5/layout/IconCircleLabelList"/>
    <dgm:cxn modelId="{2E6651FE-64B4-4F8A-B5BD-DE775F67CAE8}" type="presParOf" srcId="{19679589-9AD0-4C2C-A40F-2C421AD6AE7F}" destId="{7770A778-6A1B-41B9-BCE3-28158547377E}" srcOrd="1" destOrd="0" presId="urn:microsoft.com/office/officeart/2018/5/layout/IconCircleLabelList"/>
    <dgm:cxn modelId="{96AFDEED-D929-4C7E-B8DA-96FA38B0E505}" type="presParOf" srcId="{19679589-9AD0-4C2C-A40F-2C421AD6AE7F}" destId="{62D0828E-BDA6-436D-ACE6-19F7C3D036D4}" srcOrd="2" destOrd="0" presId="urn:microsoft.com/office/officeart/2018/5/layout/IconCircleLabelList"/>
    <dgm:cxn modelId="{A92DE83B-246D-42AB-B3FB-B2BFF2D76042}" type="presParOf" srcId="{19679589-9AD0-4C2C-A40F-2C421AD6AE7F}" destId="{FAD84EFD-A993-4B4E-8397-9000D9E28243}" srcOrd="3" destOrd="0" presId="urn:microsoft.com/office/officeart/2018/5/layout/IconCircleLabelList"/>
    <dgm:cxn modelId="{09FF71ED-EE38-4AC5-A36C-B610FAF3E15B}" type="presParOf" srcId="{66DCEF25-FCFC-4246-B946-9C401B63DC8A}" destId="{22A7705B-19BF-4005-8FE9-3C55719AA0E9}" srcOrd="7" destOrd="0" presId="urn:microsoft.com/office/officeart/2018/5/layout/IconCircleLabelList"/>
    <dgm:cxn modelId="{C5214A48-0132-4249-BF59-6FA043A3A5E0}" type="presParOf" srcId="{66DCEF25-FCFC-4246-B946-9C401B63DC8A}" destId="{A5BC4EEB-CAF7-48F1-82E0-0FBB4D78D036}" srcOrd="8" destOrd="0" presId="urn:microsoft.com/office/officeart/2018/5/layout/IconCircleLabelList"/>
    <dgm:cxn modelId="{A19DEFAF-39BA-46D5-AF4D-B85FF1BC949B}" type="presParOf" srcId="{A5BC4EEB-CAF7-48F1-82E0-0FBB4D78D036}" destId="{60DC6B1D-F3F2-4F6A-8AD0-70A347FBA676}" srcOrd="0" destOrd="0" presId="urn:microsoft.com/office/officeart/2018/5/layout/IconCircleLabelList"/>
    <dgm:cxn modelId="{9D4D1721-ADA6-4878-AC31-A9DDA4615D0E}" type="presParOf" srcId="{A5BC4EEB-CAF7-48F1-82E0-0FBB4D78D036}" destId="{8C2AD062-3886-4431-A948-9FD21B5BD07D}" srcOrd="1" destOrd="0" presId="urn:microsoft.com/office/officeart/2018/5/layout/IconCircleLabelList"/>
    <dgm:cxn modelId="{4685EA63-F728-45DD-9EFD-6FF0897C9EAA}" type="presParOf" srcId="{A5BC4EEB-CAF7-48F1-82E0-0FBB4D78D036}" destId="{D6123304-708F-49C3-BED4-2A0C5D6215A9}" srcOrd="2" destOrd="0" presId="urn:microsoft.com/office/officeart/2018/5/layout/IconCircleLabelList"/>
    <dgm:cxn modelId="{D689C5D5-AD7A-4DB2-B3A9-8832CF0C0426}" type="presParOf" srcId="{A5BC4EEB-CAF7-48F1-82E0-0FBB4D78D036}" destId="{47E3AD75-D3C4-4B5C-81F6-C7712B8AAD9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476DA428-0310-48B7-8ADD-4E21835DD637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49D3174-4E80-4626-8DC7-4C434DF5F07F}">
      <dgm:prSet custT="1"/>
      <dgm:spPr/>
      <dgm:t>
        <a:bodyPr/>
        <a:lstStyle/>
        <a:p>
          <a:pPr>
            <a:defRPr cap="all"/>
          </a:pPr>
          <a:r>
            <a:rPr lang="en-US" sz="2000" cap="none" dirty="0"/>
            <a:t>Community engagement is essential for sustainable development.</a:t>
          </a:r>
        </a:p>
      </dgm:t>
    </dgm:pt>
    <dgm:pt modelId="{EA13F4A8-BD43-4395-B460-E3EB9129DB62}" type="parTrans" cxnId="{A736BEA7-71C0-4A2C-BEE4-C29964882567}">
      <dgm:prSet/>
      <dgm:spPr/>
      <dgm:t>
        <a:bodyPr/>
        <a:lstStyle/>
        <a:p>
          <a:endParaRPr lang="en-US"/>
        </a:p>
      </dgm:t>
    </dgm:pt>
    <dgm:pt modelId="{3CC5267C-41A8-4E98-A9B4-AAE02634E9D9}" type="sibTrans" cxnId="{A736BEA7-71C0-4A2C-BEE4-C29964882567}">
      <dgm:prSet/>
      <dgm:spPr/>
      <dgm:t>
        <a:bodyPr/>
        <a:lstStyle/>
        <a:p>
          <a:endParaRPr lang="en-US"/>
        </a:p>
      </dgm:t>
    </dgm:pt>
    <dgm:pt modelId="{8235148B-94E8-4B3A-BAB7-C7FAE049B8B2}">
      <dgm:prSet custT="1"/>
      <dgm:spPr/>
      <dgm:t>
        <a:bodyPr/>
        <a:lstStyle/>
        <a:p>
          <a:pPr>
            <a:defRPr cap="all"/>
          </a:pPr>
          <a:r>
            <a:rPr lang="en-US" sz="2000" cap="none" dirty="0"/>
            <a:t>Effective engagement fosters trust, inclusivity, and empowerment</a:t>
          </a:r>
        </a:p>
      </dgm:t>
    </dgm:pt>
    <dgm:pt modelId="{34C62502-04F1-405E-9D97-F284D3C15134}" type="parTrans" cxnId="{18FD2D01-5BC1-405C-B813-66423B139171}">
      <dgm:prSet/>
      <dgm:spPr/>
      <dgm:t>
        <a:bodyPr/>
        <a:lstStyle/>
        <a:p>
          <a:endParaRPr lang="en-US"/>
        </a:p>
      </dgm:t>
    </dgm:pt>
    <dgm:pt modelId="{20F003F9-4875-425C-B87D-93E3A9EB20FD}" type="sibTrans" cxnId="{18FD2D01-5BC1-405C-B813-66423B139171}">
      <dgm:prSet/>
      <dgm:spPr/>
      <dgm:t>
        <a:bodyPr/>
        <a:lstStyle/>
        <a:p>
          <a:endParaRPr lang="en-US"/>
        </a:p>
      </dgm:t>
    </dgm:pt>
    <dgm:pt modelId="{02271CE2-7C3C-49B4-B736-51A2C09427A0}">
      <dgm:prSet custT="1"/>
      <dgm:spPr/>
      <dgm:t>
        <a:bodyPr/>
        <a:lstStyle/>
        <a:p>
          <a:pPr>
            <a:defRPr cap="all"/>
          </a:pPr>
          <a:r>
            <a:rPr lang="en-US" sz="2000" cap="none" dirty="0"/>
            <a:t>Overcoming challenges requires commitment and collaboration.</a:t>
          </a:r>
        </a:p>
      </dgm:t>
    </dgm:pt>
    <dgm:pt modelId="{C055A534-C580-481E-9019-B4388E836E32}" type="parTrans" cxnId="{4720AD0C-ACFC-44EE-BA41-FEFC7D33E554}">
      <dgm:prSet/>
      <dgm:spPr/>
      <dgm:t>
        <a:bodyPr/>
        <a:lstStyle/>
        <a:p>
          <a:endParaRPr lang="en-US"/>
        </a:p>
      </dgm:t>
    </dgm:pt>
    <dgm:pt modelId="{A17DF910-7406-4128-BE26-566CCC59EA3F}" type="sibTrans" cxnId="{4720AD0C-ACFC-44EE-BA41-FEFC7D33E554}">
      <dgm:prSet/>
      <dgm:spPr/>
      <dgm:t>
        <a:bodyPr/>
        <a:lstStyle/>
        <a:p>
          <a:endParaRPr lang="en-US"/>
        </a:p>
      </dgm:t>
    </dgm:pt>
    <dgm:pt modelId="{B426029F-2734-4BC6-BD69-4001A82BD6E9}">
      <dgm:prSet custT="1"/>
      <dgm:spPr/>
      <dgm:t>
        <a:bodyPr/>
        <a:lstStyle/>
        <a:p>
          <a:pPr>
            <a:defRPr cap="all"/>
          </a:pPr>
          <a:r>
            <a:rPr lang="en-US" sz="2000" cap="none" dirty="0"/>
            <a:t>Take action today—identify local issues and contribute to change!</a:t>
          </a:r>
        </a:p>
      </dgm:t>
    </dgm:pt>
    <dgm:pt modelId="{B4F838ED-4AEC-40D3-B83D-55FEB7F81C55}" type="parTrans" cxnId="{CA26BBA1-B992-46E0-A4A3-AE4AF2CB89AD}">
      <dgm:prSet/>
      <dgm:spPr/>
      <dgm:t>
        <a:bodyPr/>
        <a:lstStyle/>
        <a:p>
          <a:endParaRPr lang="en-US"/>
        </a:p>
      </dgm:t>
    </dgm:pt>
    <dgm:pt modelId="{E6EFD3DD-D658-4A81-A797-012267D59275}" type="sibTrans" cxnId="{CA26BBA1-B992-46E0-A4A3-AE4AF2CB89AD}">
      <dgm:prSet/>
      <dgm:spPr/>
      <dgm:t>
        <a:bodyPr/>
        <a:lstStyle/>
        <a:p>
          <a:endParaRPr lang="en-US"/>
        </a:p>
      </dgm:t>
    </dgm:pt>
    <dgm:pt modelId="{748176BA-518D-4D89-A852-B6012ECBDC1C}">
      <dgm:prSet custT="1"/>
      <dgm:spPr/>
      <dgm:t>
        <a:bodyPr/>
        <a:lstStyle/>
        <a:p>
          <a:pPr>
            <a:defRPr cap="all"/>
          </a:pPr>
          <a:r>
            <a:rPr lang="en-US" sz="2000" cap="none" dirty="0"/>
            <a:t>Get involved and make a difference!</a:t>
          </a:r>
        </a:p>
      </dgm:t>
    </dgm:pt>
    <dgm:pt modelId="{1A8FE79F-BC91-4CD8-8EF1-7AC7902B47BE}" type="parTrans" cxnId="{C50AFB8D-C9FD-4F39-AF8C-2B92586E6D65}">
      <dgm:prSet/>
      <dgm:spPr/>
      <dgm:t>
        <a:bodyPr/>
        <a:lstStyle/>
        <a:p>
          <a:endParaRPr lang="en-US"/>
        </a:p>
      </dgm:t>
    </dgm:pt>
    <dgm:pt modelId="{2BC96350-DB1B-4773-8915-2B6EA20F0C82}" type="sibTrans" cxnId="{C50AFB8D-C9FD-4F39-AF8C-2B92586E6D65}">
      <dgm:prSet/>
      <dgm:spPr/>
      <dgm:t>
        <a:bodyPr/>
        <a:lstStyle/>
        <a:p>
          <a:endParaRPr lang="en-US"/>
        </a:p>
      </dgm:t>
    </dgm:pt>
    <dgm:pt modelId="{D9F12A47-188A-4A0B-A52E-8942FC7383A8}" type="pres">
      <dgm:prSet presAssocID="{476DA428-0310-48B7-8ADD-4E21835DD637}" presName="root" presStyleCnt="0">
        <dgm:presLayoutVars>
          <dgm:dir/>
          <dgm:resizeHandles val="exact"/>
        </dgm:presLayoutVars>
      </dgm:prSet>
      <dgm:spPr/>
    </dgm:pt>
    <dgm:pt modelId="{691A486E-D2FE-4915-8DD2-763D1432A0C6}" type="pres">
      <dgm:prSet presAssocID="{149D3174-4E80-4626-8DC7-4C434DF5F07F}" presName="compNode" presStyleCnt="0"/>
      <dgm:spPr/>
    </dgm:pt>
    <dgm:pt modelId="{CFCB6286-5E08-493D-8AFC-9CF417A7038C}" type="pres">
      <dgm:prSet presAssocID="{149D3174-4E80-4626-8DC7-4C434DF5F07F}" presName="iconBgRect" presStyleLbl="bgShp" presStyleIdx="0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F5209376-5EA1-4BAA-AB9E-6174280F9825}" type="pres">
      <dgm:prSet presAssocID="{149D3174-4E80-4626-8DC7-4C434DF5F07F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stainability"/>
        </a:ext>
      </dgm:extLst>
    </dgm:pt>
    <dgm:pt modelId="{6EFB1B35-621A-4EF4-BF5F-8FF9B45E3686}" type="pres">
      <dgm:prSet presAssocID="{149D3174-4E80-4626-8DC7-4C434DF5F07F}" presName="spaceRect" presStyleCnt="0"/>
      <dgm:spPr/>
    </dgm:pt>
    <dgm:pt modelId="{E43368EF-30F1-4B49-A98F-D8D5793D5005}" type="pres">
      <dgm:prSet presAssocID="{149D3174-4E80-4626-8DC7-4C434DF5F07F}" presName="textRect" presStyleLbl="revTx" presStyleIdx="0" presStyleCnt="5">
        <dgm:presLayoutVars>
          <dgm:chMax val="1"/>
          <dgm:chPref val="1"/>
        </dgm:presLayoutVars>
      </dgm:prSet>
      <dgm:spPr/>
    </dgm:pt>
    <dgm:pt modelId="{60EDE5E3-4A51-4126-B520-28302361162F}" type="pres">
      <dgm:prSet presAssocID="{3CC5267C-41A8-4E98-A9B4-AAE02634E9D9}" presName="sibTrans" presStyleCnt="0"/>
      <dgm:spPr/>
    </dgm:pt>
    <dgm:pt modelId="{6A91B97B-A3BD-4CB4-84D1-C006B3714B25}" type="pres">
      <dgm:prSet presAssocID="{8235148B-94E8-4B3A-BAB7-C7FAE049B8B2}" presName="compNode" presStyleCnt="0"/>
      <dgm:spPr/>
    </dgm:pt>
    <dgm:pt modelId="{BA9F4B24-C46F-4075-95F1-3A43F7136E86}" type="pres">
      <dgm:prSet presAssocID="{8235148B-94E8-4B3A-BAB7-C7FAE049B8B2}" presName="iconBgRect" presStyleLbl="bgShp" presStyleIdx="1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1FEBFBDE-EF2B-4AE9-BCB5-E93B1F280A14}" type="pres">
      <dgm:prSet presAssocID="{8235148B-94E8-4B3A-BAB7-C7FAE049B8B2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ycle with People"/>
        </a:ext>
      </dgm:extLst>
    </dgm:pt>
    <dgm:pt modelId="{AFF6D268-FD06-46F7-9EEE-584497D70F7E}" type="pres">
      <dgm:prSet presAssocID="{8235148B-94E8-4B3A-BAB7-C7FAE049B8B2}" presName="spaceRect" presStyleCnt="0"/>
      <dgm:spPr/>
    </dgm:pt>
    <dgm:pt modelId="{7F396A9D-8CC8-4CDA-B13A-98C438A98897}" type="pres">
      <dgm:prSet presAssocID="{8235148B-94E8-4B3A-BAB7-C7FAE049B8B2}" presName="textRect" presStyleLbl="revTx" presStyleIdx="1" presStyleCnt="5">
        <dgm:presLayoutVars>
          <dgm:chMax val="1"/>
          <dgm:chPref val="1"/>
        </dgm:presLayoutVars>
      </dgm:prSet>
      <dgm:spPr/>
    </dgm:pt>
    <dgm:pt modelId="{2996D05B-5F06-49F8-BE0F-21BC7289E95A}" type="pres">
      <dgm:prSet presAssocID="{20F003F9-4875-425C-B87D-93E3A9EB20FD}" presName="sibTrans" presStyleCnt="0"/>
      <dgm:spPr/>
    </dgm:pt>
    <dgm:pt modelId="{E42F57BA-BDDE-45E5-85E5-19B52DFFEF9C}" type="pres">
      <dgm:prSet presAssocID="{02271CE2-7C3C-49B4-B736-51A2C09427A0}" presName="compNode" presStyleCnt="0"/>
      <dgm:spPr/>
    </dgm:pt>
    <dgm:pt modelId="{51F7D6D6-13DD-459D-ADFC-FBE4A7863CF3}" type="pres">
      <dgm:prSet presAssocID="{02271CE2-7C3C-49B4-B736-51A2C09427A0}" presName="iconBgRect" presStyleLbl="bgShp" presStyleIdx="2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57DA979D-DE19-4E15-A208-A19537CC542D}" type="pres">
      <dgm:prSet presAssocID="{02271CE2-7C3C-49B4-B736-51A2C09427A0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2C388A83-6350-4758-BC6F-241BFAE91CB0}" type="pres">
      <dgm:prSet presAssocID="{02271CE2-7C3C-49B4-B736-51A2C09427A0}" presName="spaceRect" presStyleCnt="0"/>
      <dgm:spPr/>
    </dgm:pt>
    <dgm:pt modelId="{7A40F80A-7B11-4757-9C0E-63E608F44069}" type="pres">
      <dgm:prSet presAssocID="{02271CE2-7C3C-49B4-B736-51A2C09427A0}" presName="textRect" presStyleLbl="revTx" presStyleIdx="2" presStyleCnt="5">
        <dgm:presLayoutVars>
          <dgm:chMax val="1"/>
          <dgm:chPref val="1"/>
        </dgm:presLayoutVars>
      </dgm:prSet>
      <dgm:spPr/>
    </dgm:pt>
    <dgm:pt modelId="{CB61933E-07DF-4AF5-ADD8-ADB39BF8DA0F}" type="pres">
      <dgm:prSet presAssocID="{A17DF910-7406-4128-BE26-566CCC59EA3F}" presName="sibTrans" presStyleCnt="0"/>
      <dgm:spPr/>
    </dgm:pt>
    <dgm:pt modelId="{A6133DCD-56B7-41BE-9EA1-F4CE6375428C}" type="pres">
      <dgm:prSet presAssocID="{B426029F-2734-4BC6-BD69-4001A82BD6E9}" presName="compNode" presStyleCnt="0"/>
      <dgm:spPr/>
    </dgm:pt>
    <dgm:pt modelId="{DB4E008E-D251-4425-84F3-528310AB2E8C}" type="pres">
      <dgm:prSet presAssocID="{B426029F-2734-4BC6-BD69-4001A82BD6E9}" presName="iconBgRect" presStyleLbl="bgShp" presStyleIdx="3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A58F2183-E99A-4ACD-A358-50A9A4CEFFC2}" type="pres">
      <dgm:prSet presAssocID="{B426029F-2734-4BC6-BD69-4001A82BD6E9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pper board"/>
        </a:ext>
      </dgm:extLst>
    </dgm:pt>
    <dgm:pt modelId="{38129DC2-B46E-4A54-93C3-63780F2263F2}" type="pres">
      <dgm:prSet presAssocID="{B426029F-2734-4BC6-BD69-4001A82BD6E9}" presName="spaceRect" presStyleCnt="0"/>
      <dgm:spPr/>
    </dgm:pt>
    <dgm:pt modelId="{477A1CA1-239D-4A4D-9F51-6A9DDC407450}" type="pres">
      <dgm:prSet presAssocID="{B426029F-2734-4BC6-BD69-4001A82BD6E9}" presName="textRect" presStyleLbl="revTx" presStyleIdx="3" presStyleCnt="5">
        <dgm:presLayoutVars>
          <dgm:chMax val="1"/>
          <dgm:chPref val="1"/>
        </dgm:presLayoutVars>
      </dgm:prSet>
      <dgm:spPr/>
    </dgm:pt>
    <dgm:pt modelId="{4A88B767-85DC-4718-8F17-DDC2EDB5D4DA}" type="pres">
      <dgm:prSet presAssocID="{E6EFD3DD-D658-4A81-A797-012267D59275}" presName="sibTrans" presStyleCnt="0"/>
      <dgm:spPr/>
    </dgm:pt>
    <dgm:pt modelId="{4A81FAF8-1950-486C-8FDB-FA756219F8AA}" type="pres">
      <dgm:prSet presAssocID="{748176BA-518D-4D89-A852-B6012ECBDC1C}" presName="compNode" presStyleCnt="0"/>
      <dgm:spPr/>
    </dgm:pt>
    <dgm:pt modelId="{521426F5-8C50-4FAF-ABE0-8D68629918DC}" type="pres">
      <dgm:prSet presAssocID="{748176BA-518D-4D89-A852-B6012ECBDC1C}" presName="iconBgRect" presStyleLbl="bgShp" presStyleIdx="4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6E20A776-ECC3-494B-B529-1A08D8F655D2}" type="pres">
      <dgm:prSet presAssocID="{748176BA-518D-4D89-A852-B6012ECBDC1C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ers"/>
        </a:ext>
      </dgm:extLst>
    </dgm:pt>
    <dgm:pt modelId="{6DB8A924-13B3-4765-BFA1-0FDE8E641DC6}" type="pres">
      <dgm:prSet presAssocID="{748176BA-518D-4D89-A852-B6012ECBDC1C}" presName="spaceRect" presStyleCnt="0"/>
      <dgm:spPr/>
    </dgm:pt>
    <dgm:pt modelId="{07C91B1C-1F63-47A2-BDCB-BFBF557A4C6C}" type="pres">
      <dgm:prSet presAssocID="{748176BA-518D-4D89-A852-B6012ECBDC1C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18FD2D01-5BC1-405C-B813-66423B139171}" srcId="{476DA428-0310-48B7-8ADD-4E21835DD637}" destId="{8235148B-94E8-4B3A-BAB7-C7FAE049B8B2}" srcOrd="1" destOrd="0" parTransId="{34C62502-04F1-405E-9D97-F284D3C15134}" sibTransId="{20F003F9-4875-425C-B87D-93E3A9EB20FD}"/>
    <dgm:cxn modelId="{90DE5103-B36C-46A2-BCDA-F96878213A41}" type="presOf" srcId="{8235148B-94E8-4B3A-BAB7-C7FAE049B8B2}" destId="{7F396A9D-8CC8-4CDA-B13A-98C438A98897}" srcOrd="0" destOrd="0" presId="urn:microsoft.com/office/officeart/2018/5/layout/IconLeafLabelList"/>
    <dgm:cxn modelId="{4720AD0C-ACFC-44EE-BA41-FEFC7D33E554}" srcId="{476DA428-0310-48B7-8ADD-4E21835DD637}" destId="{02271CE2-7C3C-49B4-B736-51A2C09427A0}" srcOrd="2" destOrd="0" parTransId="{C055A534-C580-481E-9019-B4388E836E32}" sibTransId="{A17DF910-7406-4128-BE26-566CCC59EA3F}"/>
    <dgm:cxn modelId="{EB410F13-B306-4FF8-8289-31A89C7FB4BB}" type="presOf" srcId="{B426029F-2734-4BC6-BD69-4001A82BD6E9}" destId="{477A1CA1-239D-4A4D-9F51-6A9DDC407450}" srcOrd="0" destOrd="0" presId="urn:microsoft.com/office/officeart/2018/5/layout/IconLeafLabelList"/>
    <dgm:cxn modelId="{9A934B48-7243-412D-B1FF-469BF812D923}" type="presOf" srcId="{149D3174-4E80-4626-8DC7-4C434DF5F07F}" destId="{E43368EF-30F1-4B49-A98F-D8D5793D5005}" srcOrd="0" destOrd="0" presId="urn:microsoft.com/office/officeart/2018/5/layout/IconLeafLabelList"/>
    <dgm:cxn modelId="{C50AFB8D-C9FD-4F39-AF8C-2B92586E6D65}" srcId="{476DA428-0310-48B7-8ADD-4E21835DD637}" destId="{748176BA-518D-4D89-A852-B6012ECBDC1C}" srcOrd="4" destOrd="0" parTransId="{1A8FE79F-BC91-4CD8-8EF1-7AC7902B47BE}" sibTransId="{2BC96350-DB1B-4773-8915-2B6EA20F0C82}"/>
    <dgm:cxn modelId="{7EE49591-C0CB-4A74-928C-01FB73BEEFEC}" type="presOf" srcId="{476DA428-0310-48B7-8ADD-4E21835DD637}" destId="{D9F12A47-188A-4A0B-A52E-8942FC7383A8}" srcOrd="0" destOrd="0" presId="urn:microsoft.com/office/officeart/2018/5/layout/IconLeafLabelList"/>
    <dgm:cxn modelId="{A2172AA1-7935-445B-A9FB-E1A8A242B6E2}" type="presOf" srcId="{02271CE2-7C3C-49B4-B736-51A2C09427A0}" destId="{7A40F80A-7B11-4757-9C0E-63E608F44069}" srcOrd="0" destOrd="0" presId="urn:microsoft.com/office/officeart/2018/5/layout/IconLeafLabelList"/>
    <dgm:cxn modelId="{CA26BBA1-B992-46E0-A4A3-AE4AF2CB89AD}" srcId="{476DA428-0310-48B7-8ADD-4E21835DD637}" destId="{B426029F-2734-4BC6-BD69-4001A82BD6E9}" srcOrd="3" destOrd="0" parTransId="{B4F838ED-4AEC-40D3-B83D-55FEB7F81C55}" sibTransId="{E6EFD3DD-D658-4A81-A797-012267D59275}"/>
    <dgm:cxn modelId="{A736BEA7-71C0-4A2C-BEE4-C29964882567}" srcId="{476DA428-0310-48B7-8ADD-4E21835DD637}" destId="{149D3174-4E80-4626-8DC7-4C434DF5F07F}" srcOrd="0" destOrd="0" parTransId="{EA13F4A8-BD43-4395-B460-E3EB9129DB62}" sibTransId="{3CC5267C-41A8-4E98-A9B4-AAE02634E9D9}"/>
    <dgm:cxn modelId="{3D08F2CF-9B2D-4962-BF47-342AA6912C4F}" type="presOf" srcId="{748176BA-518D-4D89-A852-B6012ECBDC1C}" destId="{07C91B1C-1F63-47A2-BDCB-BFBF557A4C6C}" srcOrd="0" destOrd="0" presId="urn:microsoft.com/office/officeart/2018/5/layout/IconLeafLabelList"/>
    <dgm:cxn modelId="{8852EE9F-0FAD-4B82-9821-73735B3F7DB6}" type="presParOf" srcId="{D9F12A47-188A-4A0B-A52E-8942FC7383A8}" destId="{691A486E-D2FE-4915-8DD2-763D1432A0C6}" srcOrd="0" destOrd="0" presId="urn:microsoft.com/office/officeart/2018/5/layout/IconLeafLabelList"/>
    <dgm:cxn modelId="{99FA2D68-5CA7-4EC0-8281-DB3CA187E1A7}" type="presParOf" srcId="{691A486E-D2FE-4915-8DD2-763D1432A0C6}" destId="{CFCB6286-5E08-493D-8AFC-9CF417A7038C}" srcOrd="0" destOrd="0" presId="urn:microsoft.com/office/officeart/2018/5/layout/IconLeafLabelList"/>
    <dgm:cxn modelId="{A425C9CF-76F7-402C-A987-873A179D4FF9}" type="presParOf" srcId="{691A486E-D2FE-4915-8DD2-763D1432A0C6}" destId="{F5209376-5EA1-4BAA-AB9E-6174280F9825}" srcOrd="1" destOrd="0" presId="urn:microsoft.com/office/officeart/2018/5/layout/IconLeafLabelList"/>
    <dgm:cxn modelId="{11960876-B238-40CA-9B87-ABCF7610FB12}" type="presParOf" srcId="{691A486E-D2FE-4915-8DD2-763D1432A0C6}" destId="{6EFB1B35-621A-4EF4-BF5F-8FF9B45E3686}" srcOrd="2" destOrd="0" presId="urn:microsoft.com/office/officeart/2018/5/layout/IconLeafLabelList"/>
    <dgm:cxn modelId="{C0F4C6BC-3B1C-4332-8DFE-5943C75AEEC0}" type="presParOf" srcId="{691A486E-D2FE-4915-8DD2-763D1432A0C6}" destId="{E43368EF-30F1-4B49-A98F-D8D5793D5005}" srcOrd="3" destOrd="0" presId="urn:microsoft.com/office/officeart/2018/5/layout/IconLeafLabelList"/>
    <dgm:cxn modelId="{CA25DA27-6973-4532-A782-FDBA7234F89E}" type="presParOf" srcId="{D9F12A47-188A-4A0B-A52E-8942FC7383A8}" destId="{60EDE5E3-4A51-4126-B520-28302361162F}" srcOrd="1" destOrd="0" presId="urn:microsoft.com/office/officeart/2018/5/layout/IconLeafLabelList"/>
    <dgm:cxn modelId="{C2F7EFDE-EEE4-44BB-8A4A-C2524E32D5C6}" type="presParOf" srcId="{D9F12A47-188A-4A0B-A52E-8942FC7383A8}" destId="{6A91B97B-A3BD-4CB4-84D1-C006B3714B25}" srcOrd="2" destOrd="0" presId="urn:microsoft.com/office/officeart/2018/5/layout/IconLeafLabelList"/>
    <dgm:cxn modelId="{0BD10858-CB24-4D20-8505-5AC4D0EEC3DB}" type="presParOf" srcId="{6A91B97B-A3BD-4CB4-84D1-C006B3714B25}" destId="{BA9F4B24-C46F-4075-95F1-3A43F7136E86}" srcOrd="0" destOrd="0" presId="urn:microsoft.com/office/officeart/2018/5/layout/IconLeafLabelList"/>
    <dgm:cxn modelId="{F9852844-EE35-48D3-AFEA-B49E1C46842C}" type="presParOf" srcId="{6A91B97B-A3BD-4CB4-84D1-C006B3714B25}" destId="{1FEBFBDE-EF2B-4AE9-BCB5-E93B1F280A14}" srcOrd="1" destOrd="0" presId="urn:microsoft.com/office/officeart/2018/5/layout/IconLeafLabelList"/>
    <dgm:cxn modelId="{BA0AC309-AFA4-4F10-9201-0D42772A2C50}" type="presParOf" srcId="{6A91B97B-A3BD-4CB4-84D1-C006B3714B25}" destId="{AFF6D268-FD06-46F7-9EEE-584497D70F7E}" srcOrd="2" destOrd="0" presId="urn:microsoft.com/office/officeart/2018/5/layout/IconLeafLabelList"/>
    <dgm:cxn modelId="{B651AE42-DC10-402D-B6C1-969913977B0C}" type="presParOf" srcId="{6A91B97B-A3BD-4CB4-84D1-C006B3714B25}" destId="{7F396A9D-8CC8-4CDA-B13A-98C438A98897}" srcOrd="3" destOrd="0" presId="urn:microsoft.com/office/officeart/2018/5/layout/IconLeafLabelList"/>
    <dgm:cxn modelId="{23A03557-2FAD-4C35-9ED3-B4EC82AFEDFB}" type="presParOf" srcId="{D9F12A47-188A-4A0B-A52E-8942FC7383A8}" destId="{2996D05B-5F06-49F8-BE0F-21BC7289E95A}" srcOrd="3" destOrd="0" presId="urn:microsoft.com/office/officeart/2018/5/layout/IconLeafLabelList"/>
    <dgm:cxn modelId="{B39AAA00-B0C8-4B02-A9EB-65B5C52D44D3}" type="presParOf" srcId="{D9F12A47-188A-4A0B-A52E-8942FC7383A8}" destId="{E42F57BA-BDDE-45E5-85E5-19B52DFFEF9C}" srcOrd="4" destOrd="0" presId="urn:microsoft.com/office/officeart/2018/5/layout/IconLeafLabelList"/>
    <dgm:cxn modelId="{7CEB5F6D-F2DA-4672-ADD0-D71254808A90}" type="presParOf" srcId="{E42F57BA-BDDE-45E5-85E5-19B52DFFEF9C}" destId="{51F7D6D6-13DD-459D-ADFC-FBE4A7863CF3}" srcOrd="0" destOrd="0" presId="urn:microsoft.com/office/officeart/2018/5/layout/IconLeafLabelList"/>
    <dgm:cxn modelId="{5FC41F3B-3535-44A0-86B4-47AEFB6DCA92}" type="presParOf" srcId="{E42F57BA-BDDE-45E5-85E5-19B52DFFEF9C}" destId="{57DA979D-DE19-4E15-A208-A19537CC542D}" srcOrd="1" destOrd="0" presId="urn:microsoft.com/office/officeart/2018/5/layout/IconLeafLabelList"/>
    <dgm:cxn modelId="{49C51D74-C30F-461F-A702-CAB465B6DA4D}" type="presParOf" srcId="{E42F57BA-BDDE-45E5-85E5-19B52DFFEF9C}" destId="{2C388A83-6350-4758-BC6F-241BFAE91CB0}" srcOrd="2" destOrd="0" presId="urn:microsoft.com/office/officeart/2018/5/layout/IconLeafLabelList"/>
    <dgm:cxn modelId="{E1C193FB-DF00-4FB6-81B0-BE31B423C0BD}" type="presParOf" srcId="{E42F57BA-BDDE-45E5-85E5-19B52DFFEF9C}" destId="{7A40F80A-7B11-4757-9C0E-63E608F44069}" srcOrd="3" destOrd="0" presId="urn:microsoft.com/office/officeart/2018/5/layout/IconLeafLabelList"/>
    <dgm:cxn modelId="{7472B6F1-76E2-413B-9539-64826682FEB4}" type="presParOf" srcId="{D9F12A47-188A-4A0B-A52E-8942FC7383A8}" destId="{CB61933E-07DF-4AF5-ADD8-ADB39BF8DA0F}" srcOrd="5" destOrd="0" presId="urn:microsoft.com/office/officeart/2018/5/layout/IconLeafLabelList"/>
    <dgm:cxn modelId="{CC975B9C-9E46-432E-98F8-0A69ADE2C000}" type="presParOf" srcId="{D9F12A47-188A-4A0B-A52E-8942FC7383A8}" destId="{A6133DCD-56B7-41BE-9EA1-F4CE6375428C}" srcOrd="6" destOrd="0" presId="urn:microsoft.com/office/officeart/2018/5/layout/IconLeafLabelList"/>
    <dgm:cxn modelId="{6F269F5A-10CA-4A78-A8FA-5C9B29F4ED7B}" type="presParOf" srcId="{A6133DCD-56B7-41BE-9EA1-F4CE6375428C}" destId="{DB4E008E-D251-4425-84F3-528310AB2E8C}" srcOrd="0" destOrd="0" presId="urn:microsoft.com/office/officeart/2018/5/layout/IconLeafLabelList"/>
    <dgm:cxn modelId="{FA87B7DE-8CCF-49A2-A733-0B2F9E41CBFB}" type="presParOf" srcId="{A6133DCD-56B7-41BE-9EA1-F4CE6375428C}" destId="{A58F2183-E99A-4ACD-A358-50A9A4CEFFC2}" srcOrd="1" destOrd="0" presId="urn:microsoft.com/office/officeart/2018/5/layout/IconLeafLabelList"/>
    <dgm:cxn modelId="{9BF0964C-CF93-4031-80F2-CE0F0A1B32F4}" type="presParOf" srcId="{A6133DCD-56B7-41BE-9EA1-F4CE6375428C}" destId="{38129DC2-B46E-4A54-93C3-63780F2263F2}" srcOrd="2" destOrd="0" presId="urn:microsoft.com/office/officeart/2018/5/layout/IconLeafLabelList"/>
    <dgm:cxn modelId="{526A98E4-18D6-4C17-BCC2-EAC296F05B69}" type="presParOf" srcId="{A6133DCD-56B7-41BE-9EA1-F4CE6375428C}" destId="{477A1CA1-239D-4A4D-9F51-6A9DDC407450}" srcOrd="3" destOrd="0" presId="urn:microsoft.com/office/officeart/2018/5/layout/IconLeafLabelList"/>
    <dgm:cxn modelId="{74C04B08-DBB0-4614-8DA4-79CEBE83F38C}" type="presParOf" srcId="{D9F12A47-188A-4A0B-A52E-8942FC7383A8}" destId="{4A88B767-85DC-4718-8F17-DDC2EDB5D4DA}" srcOrd="7" destOrd="0" presId="urn:microsoft.com/office/officeart/2018/5/layout/IconLeafLabelList"/>
    <dgm:cxn modelId="{1ECE9B03-1BC9-47DE-B73D-0A1EF42E7939}" type="presParOf" srcId="{D9F12A47-188A-4A0B-A52E-8942FC7383A8}" destId="{4A81FAF8-1950-486C-8FDB-FA756219F8AA}" srcOrd="8" destOrd="0" presId="urn:microsoft.com/office/officeart/2018/5/layout/IconLeafLabelList"/>
    <dgm:cxn modelId="{9E0BBDE4-61BD-47E9-B3AF-E4D8B8B1E483}" type="presParOf" srcId="{4A81FAF8-1950-486C-8FDB-FA756219F8AA}" destId="{521426F5-8C50-4FAF-ABE0-8D68629918DC}" srcOrd="0" destOrd="0" presId="urn:microsoft.com/office/officeart/2018/5/layout/IconLeafLabelList"/>
    <dgm:cxn modelId="{FA143674-4406-4A73-B67E-A4440A095A7E}" type="presParOf" srcId="{4A81FAF8-1950-486C-8FDB-FA756219F8AA}" destId="{6E20A776-ECC3-494B-B529-1A08D8F655D2}" srcOrd="1" destOrd="0" presId="urn:microsoft.com/office/officeart/2018/5/layout/IconLeafLabelList"/>
    <dgm:cxn modelId="{5AFE02A7-88A1-4A25-8DA7-43CC7D4E24F9}" type="presParOf" srcId="{4A81FAF8-1950-486C-8FDB-FA756219F8AA}" destId="{6DB8A924-13B3-4765-BFA1-0FDE8E641DC6}" srcOrd="2" destOrd="0" presId="urn:microsoft.com/office/officeart/2018/5/layout/IconLeafLabelList"/>
    <dgm:cxn modelId="{833483FA-4860-41CF-94D9-5C1E4A9BB8E5}" type="presParOf" srcId="{4A81FAF8-1950-486C-8FDB-FA756219F8AA}" destId="{07C91B1C-1F63-47A2-BDCB-BFBF557A4C6C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07D1F0-9E62-4AAA-86E7-3E89B1CE45B5}">
      <dsp:nvSpPr>
        <dsp:cNvPr id="0" name=""/>
        <dsp:cNvSpPr/>
      </dsp:nvSpPr>
      <dsp:spPr>
        <a:xfrm>
          <a:off x="1281235" y="1157572"/>
          <a:ext cx="934288" cy="9342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92C4FA-4B34-4EB4-9BA6-1802C8003931}">
      <dsp:nvSpPr>
        <dsp:cNvPr id="0" name=""/>
        <dsp:cNvSpPr/>
      </dsp:nvSpPr>
      <dsp:spPr>
        <a:xfrm>
          <a:off x="621739" y="2016967"/>
          <a:ext cx="2076195" cy="207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 process where community members are actively involved in solving local issues.</a:t>
          </a:r>
        </a:p>
      </dsp:txBody>
      <dsp:txXfrm>
        <a:off x="621739" y="2016967"/>
        <a:ext cx="2076195" cy="2070000"/>
      </dsp:txXfrm>
    </dsp:sp>
    <dsp:sp modelId="{E6DBBA34-9F13-46CF-9321-3312B5BCF9D9}">
      <dsp:nvSpPr>
        <dsp:cNvPr id="0" name=""/>
        <dsp:cNvSpPr/>
      </dsp:nvSpPr>
      <dsp:spPr>
        <a:xfrm>
          <a:off x="3676825" y="1174576"/>
          <a:ext cx="934288" cy="9342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E47CDC-2270-4FC5-86BD-E8ED8CB4C9F7}">
      <dsp:nvSpPr>
        <dsp:cNvPr id="0" name=""/>
        <dsp:cNvSpPr/>
      </dsp:nvSpPr>
      <dsp:spPr>
        <a:xfrm>
          <a:off x="3061269" y="2016967"/>
          <a:ext cx="2076195" cy="207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Builds trust, empowerment, and sustainable development.</a:t>
          </a:r>
        </a:p>
      </dsp:txBody>
      <dsp:txXfrm>
        <a:off x="3061269" y="2016967"/>
        <a:ext cx="2076195" cy="2070000"/>
      </dsp:txXfrm>
    </dsp:sp>
    <dsp:sp modelId="{91533015-70C4-47DC-ABEE-849A95B7C767}">
      <dsp:nvSpPr>
        <dsp:cNvPr id="0" name=""/>
        <dsp:cNvSpPr/>
      </dsp:nvSpPr>
      <dsp:spPr>
        <a:xfrm>
          <a:off x="5993693" y="1115314"/>
          <a:ext cx="934288" cy="93428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0C432D-3BE0-4FE7-8F5E-19D30A993A33}">
      <dsp:nvSpPr>
        <dsp:cNvPr id="0" name=""/>
        <dsp:cNvSpPr/>
      </dsp:nvSpPr>
      <dsp:spPr>
        <a:xfrm>
          <a:off x="5500799" y="2016967"/>
          <a:ext cx="2076195" cy="207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Encourages collaboration between stakeholders, organizations, and residents.</a:t>
          </a:r>
        </a:p>
      </dsp:txBody>
      <dsp:txXfrm>
        <a:off x="5500799" y="2016967"/>
        <a:ext cx="2076195" cy="2070000"/>
      </dsp:txXfrm>
    </dsp:sp>
    <dsp:sp modelId="{A8238265-4F01-4F37-9B9F-BCC1404B87F3}">
      <dsp:nvSpPr>
        <dsp:cNvPr id="0" name=""/>
        <dsp:cNvSpPr/>
      </dsp:nvSpPr>
      <dsp:spPr>
        <a:xfrm>
          <a:off x="8433223" y="1258279"/>
          <a:ext cx="934288" cy="93428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ADDF96-DA50-40E9-B827-5EA4B3163A4C}">
      <dsp:nvSpPr>
        <dsp:cNvPr id="0" name=""/>
        <dsp:cNvSpPr/>
      </dsp:nvSpPr>
      <dsp:spPr>
        <a:xfrm>
          <a:off x="7940329" y="2016967"/>
          <a:ext cx="2076195" cy="207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Effective Community Engagement requires systematic commitment. </a:t>
          </a:r>
        </a:p>
      </dsp:txBody>
      <dsp:txXfrm>
        <a:off x="7940329" y="2016967"/>
        <a:ext cx="2076195" cy="207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6B68F7-F5D4-4EB8-A677-0ED7A060FDF0}">
      <dsp:nvSpPr>
        <dsp:cNvPr id="0" name=""/>
        <dsp:cNvSpPr/>
      </dsp:nvSpPr>
      <dsp:spPr>
        <a:xfrm>
          <a:off x="0" y="171087"/>
          <a:ext cx="9604375" cy="643131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Strengthens relationships between individuals and institutions.</a:t>
          </a:r>
        </a:p>
      </dsp:txBody>
      <dsp:txXfrm>
        <a:off x="31395" y="202482"/>
        <a:ext cx="9541585" cy="580341"/>
      </dsp:txXfrm>
    </dsp:sp>
    <dsp:sp modelId="{F26E61AF-9075-440F-9BD8-B7D8F8D69127}">
      <dsp:nvSpPr>
        <dsp:cNvPr id="0" name=""/>
        <dsp:cNvSpPr/>
      </dsp:nvSpPr>
      <dsp:spPr>
        <a:xfrm>
          <a:off x="0" y="880673"/>
          <a:ext cx="9604375" cy="64839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Promotes local problem-solving and ownership.</a:t>
          </a:r>
        </a:p>
      </dsp:txBody>
      <dsp:txXfrm>
        <a:off x="31652" y="912325"/>
        <a:ext cx="9541071" cy="585089"/>
      </dsp:txXfrm>
    </dsp:sp>
    <dsp:sp modelId="{F7112F1F-3984-4DB4-9584-C199B136AF46}">
      <dsp:nvSpPr>
        <dsp:cNvPr id="0" name=""/>
        <dsp:cNvSpPr/>
      </dsp:nvSpPr>
      <dsp:spPr>
        <a:xfrm>
          <a:off x="0" y="1575659"/>
          <a:ext cx="9604375" cy="64839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Encourages participation and enhances diversity, leading to better policies and initiatives.</a:t>
          </a:r>
        </a:p>
      </dsp:txBody>
      <dsp:txXfrm>
        <a:off x="31652" y="1607311"/>
        <a:ext cx="9541071" cy="585089"/>
      </dsp:txXfrm>
    </dsp:sp>
    <dsp:sp modelId="{A7B5B381-4287-493F-A5CC-0318EC40A8AA}">
      <dsp:nvSpPr>
        <dsp:cNvPr id="0" name=""/>
        <dsp:cNvSpPr/>
      </dsp:nvSpPr>
      <dsp:spPr>
        <a:xfrm>
          <a:off x="0" y="2316654"/>
          <a:ext cx="9604375" cy="64839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Helps address inequalities and improve quality of life.</a:t>
          </a:r>
        </a:p>
      </dsp:txBody>
      <dsp:txXfrm>
        <a:off x="31652" y="2348306"/>
        <a:ext cx="9541071" cy="585089"/>
      </dsp:txXfrm>
    </dsp:sp>
    <dsp:sp modelId="{19A8B9AB-C923-41DE-A54C-739F2B3031FE}">
      <dsp:nvSpPr>
        <dsp:cNvPr id="0" name=""/>
        <dsp:cNvSpPr/>
      </dsp:nvSpPr>
      <dsp:spPr>
        <a:xfrm>
          <a:off x="0" y="3050632"/>
          <a:ext cx="9604375" cy="64839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Increases accountability and transparency of decisions.</a:t>
          </a:r>
        </a:p>
      </dsp:txBody>
      <dsp:txXfrm>
        <a:off x="31652" y="3082284"/>
        <a:ext cx="9541071" cy="585089"/>
      </dsp:txXfrm>
    </dsp:sp>
    <dsp:sp modelId="{78F0EEF5-0F97-4EAD-A73E-773DC66CA925}">
      <dsp:nvSpPr>
        <dsp:cNvPr id="0" name=""/>
        <dsp:cNvSpPr/>
      </dsp:nvSpPr>
      <dsp:spPr>
        <a:xfrm>
          <a:off x="0" y="3735052"/>
          <a:ext cx="9604375" cy="64839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Ensures communities have a voice in decisions that affect their lives.</a:t>
          </a:r>
        </a:p>
      </dsp:txBody>
      <dsp:txXfrm>
        <a:off x="31652" y="3766704"/>
        <a:ext cx="9541071" cy="58508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F12502-613D-43D5-B8B6-D48D272C59CD}">
      <dsp:nvSpPr>
        <dsp:cNvPr id="0" name=""/>
        <dsp:cNvSpPr/>
      </dsp:nvSpPr>
      <dsp:spPr>
        <a:xfrm>
          <a:off x="0" y="3105405"/>
          <a:ext cx="2514599" cy="67938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8838" tIns="170688" rIns="178838" bIns="170688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Empower</a:t>
          </a:r>
          <a:endParaRPr lang="en-US" sz="2800" kern="1200" dirty="0"/>
        </a:p>
      </dsp:txBody>
      <dsp:txXfrm>
        <a:off x="0" y="3105405"/>
        <a:ext cx="2514599" cy="679386"/>
      </dsp:txXfrm>
    </dsp:sp>
    <dsp:sp modelId="{9AF0BAE9-5AC0-496B-B29A-1F3FB156CB2B}">
      <dsp:nvSpPr>
        <dsp:cNvPr id="0" name=""/>
        <dsp:cNvSpPr/>
      </dsp:nvSpPr>
      <dsp:spPr>
        <a:xfrm>
          <a:off x="2514599" y="3105405"/>
          <a:ext cx="7543800" cy="679386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024" tIns="228600" rIns="153024" bIns="228600" numCol="1" spcCol="1270" anchor="ctr" anchorCtr="0">
          <a:noAutofit/>
        </a:bodyPr>
        <a:lstStyle/>
        <a:p>
          <a:pPr marL="0" lvl="0" indent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Support self-governance and sustainable development.</a:t>
          </a:r>
        </a:p>
      </dsp:txBody>
      <dsp:txXfrm>
        <a:off x="2514599" y="3105405"/>
        <a:ext cx="7543800" cy="679386"/>
      </dsp:txXfrm>
    </dsp:sp>
    <dsp:sp modelId="{004FE1DF-EEB6-4A65-BFB2-11263B6A6766}">
      <dsp:nvSpPr>
        <dsp:cNvPr id="0" name=""/>
        <dsp:cNvSpPr/>
      </dsp:nvSpPr>
      <dsp:spPr>
        <a:xfrm rot="10800000">
          <a:off x="0" y="2070699"/>
          <a:ext cx="2514599" cy="1044897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8838" tIns="170688" rIns="178838" bIns="170688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Collaborate</a:t>
          </a:r>
          <a:endParaRPr lang="en-US" sz="2800" kern="1200" dirty="0"/>
        </a:p>
      </dsp:txBody>
      <dsp:txXfrm rot="-10800000">
        <a:off x="0" y="2070699"/>
        <a:ext cx="2514599" cy="679183"/>
      </dsp:txXfrm>
    </dsp:sp>
    <dsp:sp modelId="{3AADB99C-54CF-4DAA-8E2D-F4B90D7B04A4}">
      <dsp:nvSpPr>
        <dsp:cNvPr id="0" name=""/>
        <dsp:cNvSpPr/>
      </dsp:nvSpPr>
      <dsp:spPr>
        <a:xfrm>
          <a:off x="2514599" y="2070699"/>
          <a:ext cx="7543800" cy="679183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024" tIns="228600" rIns="153024" bIns="228600" numCol="1" spcCol="1270" anchor="ctr" anchorCtr="0">
          <a:noAutofit/>
        </a:bodyPr>
        <a:lstStyle/>
        <a:p>
          <a:pPr marL="0" lvl="0" indent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Enable community-led decision-making with/without external support.</a:t>
          </a:r>
        </a:p>
      </dsp:txBody>
      <dsp:txXfrm>
        <a:off x="2514599" y="2070699"/>
        <a:ext cx="7543800" cy="679183"/>
      </dsp:txXfrm>
    </dsp:sp>
    <dsp:sp modelId="{48EDA3BF-21F5-4FFE-8456-37A7599F872E}">
      <dsp:nvSpPr>
        <dsp:cNvPr id="0" name=""/>
        <dsp:cNvSpPr/>
      </dsp:nvSpPr>
      <dsp:spPr>
        <a:xfrm rot="10800000">
          <a:off x="0" y="1035993"/>
          <a:ext cx="2514599" cy="1044897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8838" tIns="170688" rIns="178838" bIns="170688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Consult</a:t>
          </a:r>
        </a:p>
      </dsp:txBody>
      <dsp:txXfrm rot="-10800000">
        <a:off x="0" y="1035993"/>
        <a:ext cx="2514599" cy="679183"/>
      </dsp:txXfrm>
    </dsp:sp>
    <dsp:sp modelId="{C739E629-63AF-40B1-89DD-0F1E995A970F}">
      <dsp:nvSpPr>
        <dsp:cNvPr id="0" name=""/>
        <dsp:cNvSpPr/>
      </dsp:nvSpPr>
      <dsp:spPr>
        <a:xfrm>
          <a:off x="2514599" y="1035993"/>
          <a:ext cx="7543800" cy="679183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024" tIns="228600" rIns="153024" bIns="228600" numCol="1" spcCol="1270" anchor="ctr" anchorCtr="0">
          <a:noAutofit/>
        </a:bodyPr>
        <a:lstStyle/>
        <a:p>
          <a:pPr marL="0" lvl="0" indent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Involve communities in improving service delivery with external support.</a:t>
          </a:r>
        </a:p>
      </dsp:txBody>
      <dsp:txXfrm>
        <a:off x="2514599" y="1035993"/>
        <a:ext cx="7543800" cy="679183"/>
      </dsp:txXfrm>
    </dsp:sp>
    <dsp:sp modelId="{7678B7F6-B822-472F-8A7E-A4EAFBC508DB}">
      <dsp:nvSpPr>
        <dsp:cNvPr id="0" name=""/>
        <dsp:cNvSpPr/>
      </dsp:nvSpPr>
      <dsp:spPr>
        <a:xfrm rot="10800000">
          <a:off x="0" y="1287"/>
          <a:ext cx="2514599" cy="1044897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8838" tIns="170688" rIns="178838" bIns="170688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Inform</a:t>
          </a:r>
        </a:p>
      </dsp:txBody>
      <dsp:txXfrm rot="-10800000">
        <a:off x="0" y="1287"/>
        <a:ext cx="2514599" cy="679183"/>
      </dsp:txXfrm>
    </dsp:sp>
    <dsp:sp modelId="{5340A64C-21B3-48C5-833D-4AB1C17174E0}">
      <dsp:nvSpPr>
        <dsp:cNvPr id="0" name=""/>
        <dsp:cNvSpPr/>
      </dsp:nvSpPr>
      <dsp:spPr>
        <a:xfrm>
          <a:off x="2514599" y="0"/>
          <a:ext cx="7543800" cy="679183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024" tIns="228600" rIns="153024" bIns="228600" numCol="1" spcCol="1270" anchor="ctr" anchorCtr="0">
          <a:noAutofit/>
        </a:bodyPr>
        <a:lstStyle/>
        <a:p>
          <a:pPr marL="0" lvl="0" indent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Mobilize for short-term goals with external support.</a:t>
          </a:r>
        </a:p>
      </dsp:txBody>
      <dsp:txXfrm>
        <a:off x="2514599" y="0"/>
        <a:ext cx="7543800" cy="67918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48EED7-8DC7-4BF9-8772-1AFF4A9B4A1F}">
      <dsp:nvSpPr>
        <dsp:cNvPr id="0" name=""/>
        <dsp:cNvSpPr/>
      </dsp:nvSpPr>
      <dsp:spPr>
        <a:xfrm>
          <a:off x="1920875" y="1605"/>
          <a:ext cx="7683500" cy="704642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081" tIns="178979" rIns="149081" bIns="178979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Multiple communication channels (meetings, social media, surveys).</a:t>
          </a:r>
        </a:p>
      </dsp:txBody>
      <dsp:txXfrm>
        <a:off x="1920875" y="1605"/>
        <a:ext cx="7683500" cy="704642"/>
      </dsp:txXfrm>
    </dsp:sp>
    <dsp:sp modelId="{78AFA4B9-4AD8-44BA-B5E8-E0F81BB439C7}">
      <dsp:nvSpPr>
        <dsp:cNvPr id="0" name=""/>
        <dsp:cNvSpPr/>
      </dsp:nvSpPr>
      <dsp:spPr>
        <a:xfrm>
          <a:off x="0" y="1605"/>
          <a:ext cx="1920875" cy="70464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46" tIns="69603" rIns="101646" bIns="69603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Use</a:t>
          </a:r>
        </a:p>
      </dsp:txBody>
      <dsp:txXfrm>
        <a:off x="0" y="1605"/>
        <a:ext cx="1920875" cy="704642"/>
      </dsp:txXfrm>
    </dsp:sp>
    <dsp:sp modelId="{B3DACA51-BB6B-4146-B843-B7F0CCEA9B24}">
      <dsp:nvSpPr>
        <dsp:cNvPr id="0" name=""/>
        <dsp:cNvSpPr/>
      </dsp:nvSpPr>
      <dsp:spPr>
        <a:xfrm>
          <a:off x="1920875" y="748527"/>
          <a:ext cx="7683500" cy="704642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081" tIns="178979" rIns="149081" bIns="178979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Leadership within the community.</a:t>
          </a:r>
        </a:p>
      </dsp:txBody>
      <dsp:txXfrm>
        <a:off x="1920875" y="748527"/>
        <a:ext cx="7683500" cy="704642"/>
      </dsp:txXfrm>
    </dsp:sp>
    <dsp:sp modelId="{A3645868-527F-4BE4-A00F-F1EE318270E0}">
      <dsp:nvSpPr>
        <dsp:cNvPr id="0" name=""/>
        <dsp:cNvSpPr/>
      </dsp:nvSpPr>
      <dsp:spPr>
        <a:xfrm>
          <a:off x="0" y="748527"/>
          <a:ext cx="1920875" cy="70464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46" tIns="69603" rIns="101646" bIns="69603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Foster</a:t>
          </a:r>
        </a:p>
      </dsp:txBody>
      <dsp:txXfrm>
        <a:off x="0" y="748527"/>
        <a:ext cx="1920875" cy="704642"/>
      </dsp:txXfrm>
    </dsp:sp>
    <dsp:sp modelId="{0FA8488A-B285-42D6-A70E-8D51841BFB47}">
      <dsp:nvSpPr>
        <dsp:cNvPr id="0" name=""/>
        <dsp:cNvSpPr/>
      </dsp:nvSpPr>
      <dsp:spPr>
        <a:xfrm>
          <a:off x="1920875" y="1495448"/>
          <a:ext cx="7683500" cy="704642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081" tIns="178979" rIns="149081" bIns="178979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Training and capacity-building workshops.</a:t>
          </a:r>
        </a:p>
      </dsp:txBody>
      <dsp:txXfrm>
        <a:off x="1920875" y="1495448"/>
        <a:ext cx="7683500" cy="704642"/>
      </dsp:txXfrm>
    </dsp:sp>
    <dsp:sp modelId="{85BB2EA5-2583-4D27-915D-DD307C632C8E}">
      <dsp:nvSpPr>
        <dsp:cNvPr id="0" name=""/>
        <dsp:cNvSpPr/>
      </dsp:nvSpPr>
      <dsp:spPr>
        <a:xfrm>
          <a:off x="0" y="1495448"/>
          <a:ext cx="1920875" cy="70464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46" tIns="69603" rIns="101646" bIns="69603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Provide</a:t>
          </a:r>
        </a:p>
      </dsp:txBody>
      <dsp:txXfrm>
        <a:off x="0" y="1495448"/>
        <a:ext cx="1920875" cy="704642"/>
      </dsp:txXfrm>
    </dsp:sp>
    <dsp:sp modelId="{17DF3B8E-0E09-40AE-8FC6-0234AED2E8D3}">
      <dsp:nvSpPr>
        <dsp:cNvPr id="0" name=""/>
        <dsp:cNvSpPr/>
      </dsp:nvSpPr>
      <dsp:spPr>
        <a:xfrm>
          <a:off x="1920875" y="2242369"/>
          <a:ext cx="7683500" cy="704642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081" tIns="178979" rIns="149081" bIns="178979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Continuous feedback and evaluation.</a:t>
          </a:r>
        </a:p>
      </dsp:txBody>
      <dsp:txXfrm>
        <a:off x="1920875" y="2242369"/>
        <a:ext cx="7683500" cy="704642"/>
      </dsp:txXfrm>
    </dsp:sp>
    <dsp:sp modelId="{7C783B0D-36B4-472F-A0EA-5D35D6C18D64}">
      <dsp:nvSpPr>
        <dsp:cNvPr id="0" name=""/>
        <dsp:cNvSpPr/>
      </dsp:nvSpPr>
      <dsp:spPr>
        <a:xfrm>
          <a:off x="0" y="2242369"/>
          <a:ext cx="1920875" cy="70464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46" tIns="69603" rIns="101646" bIns="69603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Encourage</a:t>
          </a:r>
        </a:p>
      </dsp:txBody>
      <dsp:txXfrm>
        <a:off x="0" y="2242369"/>
        <a:ext cx="1920875" cy="704642"/>
      </dsp:txXfrm>
    </dsp:sp>
    <dsp:sp modelId="{FFC7F8C5-EBD0-4647-BDA5-1B98D0A4F4F9}">
      <dsp:nvSpPr>
        <dsp:cNvPr id="0" name=""/>
        <dsp:cNvSpPr/>
      </dsp:nvSpPr>
      <dsp:spPr>
        <a:xfrm>
          <a:off x="1920875" y="2989291"/>
          <a:ext cx="7683500" cy="704642"/>
        </a:xfrm>
        <a:prstGeom prst="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081" tIns="178979" rIns="149081" bIns="178979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Accessibility and inclusivity in participation.</a:t>
          </a:r>
        </a:p>
      </dsp:txBody>
      <dsp:txXfrm>
        <a:off x="1920875" y="2989291"/>
        <a:ext cx="7683500" cy="704642"/>
      </dsp:txXfrm>
    </dsp:sp>
    <dsp:sp modelId="{1D9C1FB2-9942-4317-B26F-B3E072BA250E}">
      <dsp:nvSpPr>
        <dsp:cNvPr id="0" name=""/>
        <dsp:cNvSpPr/>
      </dsp:nvSpPr>
      <dsp:spPr>
        <a:xfrm>
          <a:off x="0" y="2989291"/>
          <a:ext cx="1920875" cy="70464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46" tIns="69603" rIns="101646" bIns="69603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Ensure</a:t>
          </a:r>
        </a:p>
      </dsp:txBody>
      <dsp:txXfrm>
        <a:off x="0" y="2989291"/>
        <a:ext cx="1920875" cy="70464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C0FFF9-BCC8-4926-B5B7-D547731763A0}">
      <dsp:nvSpPr>
        <dsp:cNvPr id="0" name=""/>
        <dsp:cNvSpPr/>
      </dsp:nvSpPr>
      <dsp:spPr>
        <a:xfrm>
          <a:off x="0" y="0"/>
          <a:ext cx="9393908" cy="66285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System Building: </a:t>
          </a:r>
          <a:r>
            <a:rPr lang="en-US" sz="1800" kern="1200" dirty="0"/>
            <a:t>Integrate Community Engagement into all stages of policy and program cycles for sustainable impact.</a:t>
          </a:r>
        </a:p>
      </dsp:txBody>
      <dsp:txXfrm>
        <a:off x="32358" y="32358"/>
        <a:ext cx="9329192" cy="598139"/>
      </dsp:txXfrm>
    </dsp:sp>
    <dsp:sp modelId="{A22E3F78-6038-49AB-B655-5609E153D4AD}">
      <dsp:nvSpPr>
        <dsp:cNvPr id="0" name=""/>
        <dsp:cNvSpPr/>
      </dsp:nvSpPr>
      <dsp:spPr>
        <a:xfrm>
          <a:off x="0" y="0"/>
          <a:ext cx="9393908" cy="662855"/>
        </a:xfrm>
        <a:prstGeom prst="roundRect">
          <a:avLst/>
        </a:prstGeom>
        <a:solidFill>
          <a:srgbClr val="F0F9EB"/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Two-Way Communication: </a:t>
          </a:r>
          <a:r>
            <a:rPr lang="en-US" sz="1800" kern="1200" dirty="0"/>
            <a:t>Maintain open, regular communication channels to ensure transparency and accountability.</a:t>
          </a:r>
        </a:p>
      </dsp:txBody>
      <dsp:txXfrm>
        <a:off x="32358" y="32358"/>
        <a:ext cx="9329192" cy="598139"/>
      </dsp:txXfrm>
    </dsp:sp>
    <dsp:sp modelId="{4E293E88-9BC7-49D7-BBD3-AC45AF727584}">
      <dsp:nvSpPr>
        <dsp:cNvPr id="0" name=""/>
        <dsp:cNvSpPr/>
      </dsp:nvSpPr>
      <dsp:spPr>
        <a:xfrm>
          <a:off x="0" y="601655"/>
          <a:ext cx="9393908" cy="662855"/>
        </a:xfrm>
        <a:prstGeom prst="roundRect">
          <a:avLst/>
        </a:prstGeom>
        <a:solidFill>
          <a:srgbClr val="F0F9EB"/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Participation: </a:t>
          </a:r>
          <a:r>
            <a:rPr lang="en-US" sz="1800" kern="1200" dirty="0"/>
            <a:t>Foster trust and dialogue through inclusive, participatory spaces.</a:t>
          </a:r>
        </a:p>
      </dsp:txBody>
      <dsp:txXfrm>
        <a:off x="32358" y="634013"/>
        <a:ext cx="9329192" cy="598139"/>
      </dsp:txXfrm>
    </dsp:sp>
    <dsp:sp modelId="{EB866211-E09B-4B66-9A53-21525405529C}">
      <dsp:nvSpPr>
        <dsp:cNvPr id="0" name=""/>
        <dsp:cNvSpPr/>
      </dsp:nvSpPr>
      <dsp:spPr>
        <a:xfrm>
          <a:off x="0" y="1346396"/>
          <a:ext cx="9393908" cy="662855"/>
        </a:xfrm>
        <a:prstGeom prst="roundRect">
          <a:avLst/>
        </a:prstGeom>
        <a:solidFill>
          <a:srgbClr val="F0F9EB"/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Inclusion: </a:t>
          </a:r>
          <a:r>
            <a:rPr lang="en-US" sz="1800" kern="1200" dirty="0"/>
            <a:t>Address power imbalances to ensure marginalized voices are heard and valued.</a:t>
          </a:r>
        </a:p>
      </dsp:txBody>
      <dsp:txXfrm>
        <a:off x="32358" y="1378754"/>
        <a:ext cx="9329192" cy="598139"/>
      </dsp:txXfrm>
    </dsp:sp>
    <dsp:sp modelId="{1DECF9F5-714D-46E4-8C00-4A89EFD56C7A}">
      <dsp:nvSpPr>
        <dsp:cNvPr id="0" name=""/>
        <dsp:cNvSpPr/>
      </dsp:nvSpPr>
      <dsp:spPr>
        <a:xfrm>
          <a:off x="0" y="2061199"/>
          <a:ext cx="9393908" cy="662855"/>
        </a:xfrm>
        <a:prstGeom prst="roundRect">
          <a:avLst/>
        </a:prstGeom>
        <a:solidFill>
          <a:srgbClr val="F0F9EB"/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Empowerment and Ownership: </a:t>
          </a:r>
          <a:r>
            <a:rPr lang="en-US" sz="1800" kern="1200" dirty="0"/>
            <a:t>Leverage community strengths to foster autonomy and local ownership.</a:t>
          </a:r>
        </a:p>
      </dsp:txBody>
      <dsp:txXfrm>
        <a:off x="32358" y="2093557"/>
        <a:ext cx="9329192" cy="598139"/>
      </dsp:txXfrm>
    </dsp:sp>
    <dsp:sp modelId="{D02B4161-E57C-425A-8DEE-2C191DAFEC3B}">
      <dsp:nvSpPr>
        <dsp:cNvPr id="0" name=""/>
        <dsp:cNvSpPr/>
      </dsp:nvSpPr>
      <dsp:spPr>
        <a:xfrm>
          <a:off x="0" y="2766422"/>
          <a:ext cx="9393908" cy="662855"/>
        </a:xfrm>
        <a:prstGeom prst="roundRect">
          <a:avLst/>
        </a:prstGeom>
        <a:solidFill>
          <a:srgbClr val="F0F9EB"/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Adaptability and Localization: </a:t>
          </a:r>
          <a:r>
            <a:rPr lang="en-US" sz="1800" kern="1200"/>
            <a:t>Tailor approaches to local contexts and remain responsive to evolving needs.</a:t>
          </a:r>
        </a:p>
      </dsp:txBody>
      <dsp:txXfrm>
        <a:off x="32358" y="2798780"/>
        <a:ext cx="9329192" cy="598139"/>
      </dsp:txXfrm>
    </dsp:sp>
    <dsp:sp modelId="{BE6EF6DB-B8A1-422B-A26D-AC45A62D3369}">
      <dsp:nvSpPr>
        <dsp:cNvPr id="0" name=""/>
        <dsp:cNvSpPr/>
      </dsp:nvSpPr>
      <dsp:spPr>
        <a:xfrm>
          <a:off x="0" y="3498472"/>
          <a:ext cx="9393908" cy="662855"/>
        </a:xfrm>
        <a:prstGeom prst="roundRect">
          <a:avLst/>
        </a:prstGeom>
        <a:solidFill>
          <a:srgbClr val="F0F9EB"/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Building on Local Capacity: </a:t>
          </a:r>
          <a:r>
            <a:rPr lang="en-US" sz="1800" kern="1200" dirty="0"/>
            <a:t>Strengthen and collaborate with existing community resources and organizations.</a:t>
          </a:r>
        </a:p>
      </dsp:txBody>
      <dsp:txXfrm>
        <a:off x="32358" y="3530830"/>
        <a:ext cx="9329192" cy="59813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7CAB73-06BA-4EC7-ADF1-6CABFDF8B69F}">
      <dsp:nvSpPr>
        <dsp:cNvPr id="0" name=""/>
        <dsp:cNvSpPr/>
      </dsp:nvSpPr>
      <dsp:spPr>
        <a:xfrm>
          <a:off x="0" y="150652"/>
          <a:ext cx="9302210" cy="820462"/>
        </a:xfrm>
        <a:prstGeom prst="roundRect">
          <a:avLst/>
        </a:prstGeom>
        <a:solidFill>
          <a:srgbClr val="F0F9EB"/>
        </a:solidFill>
        <a:ln w="9525" cap="flat" cmpd="sng" algn="ctr">
          <a:solidFill>
            <a:schemeClr val="accent1"/>
          </a:solidFill>
          <a:prstDash val="solid"/>
        </a:ln>
        <a:effectLst/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Exclusion of marginalized groups because of power dynamics.</a:t>
          </a:r>
        </a:p>
      </dsp:txBody>
      <dsp:txXfrm>
        <a:off x="40052" y="190704"/>
        <a:ext cx="9222106" cy="740358"/>
      </dsp:txXfrm>
    </dsp:sp>
    <dsp:sp modelId="{75AE1346-D728-4104-BD69-23324C44A8A6}">
      <dsp:nvSpPr>
        <dsp:cNvPr id="0" name=""/>
        <dsp:cNvSpPr/>
      </dsp:nvSpPr>
      <dsp:spPr>
        <a:xfrm>
          <a:off x="0" y="985634"/>
          <a:ext cx="9302210" cy="820462"/>
        </a:xfrm>
        <a:prstGeom prst="roundRect">
          <a:avLst/>
        </a:prstGeom>
        <a:solidFill>
          <a:srgbClr val="F0F9EB"/>
        </a:solidFill>
        <a:ln w="9525" cap="flat" cmpd="sng" algn="ctr">
          <a:solidFill>
            <a:schemeClr val="accent1"/>
          </a:solidFill>
          <a:prstDash val="solid"/>
        </a:ln>
        <a:effectLst/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Lack of institutionalization, leading to inadequate resources.</a:t>
          </a:r>
        </a:p>
      </dsp:txBody>
      <dsp:txXfrm>
        <a:off x="40052" y="1025686"/>
        <a:ext cx="9222106" cy="740358"/>
      </dsp:txXfrm>
    </dsp:sp>
    <dsp:sp modelId="{CF161E1D-E5C6-441D-A945-7E7A6AA1200B}">
      <dsp:nvSpPr>
        <dsp:cNvPr id="0" name=""/>
        <dsp:cNvSpPr/>
      </dsp:nvSpPr>
      <dsp:spPr>
        <a:xfrm>
          <a:off x="0" y="1820496"/>
          <a:ext cx="9302210" cy="820462"/>
        </a:xfrm>
        <a:prstGeom prst="roundRect">
          <a:avLst/>
        </a:prstGeom>
        <a:solidFill>
          <a:srgbClr val="F0F9EB"/>
        </a:solidFill>
        <a:ln w="9525" cap="flat" cmpd="sng" algn="ctr">
          <a:solidFill>
            <a:schemeClr val="accent1"/>
          </a:solidFill>
          <a:prstDash val="solid"/>
        </a:ln>
        <a:effectLst/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Superficial or tokenistic engagement causing disillusionment.</a:t>
          </a:r>
        </a:p>
      </dsp:txBody>
      <dsp:txXfrm>
        <a:off x="40052" y="1860548"/>
        <a:ext cx="9222106" cy="740358"/>
      </dsp:txXfrm>
    </dsp:sp>
    <dsp:sp modelId="{1DE55E01-C930-425E-9D0E-B7E6B9D72934}">
      <dsp:nvSpPr>
        <dsp:cNvPr id="0" name=""/>
        <dsp:cNvSpPr/>
      </dsp:nvSpPr>
      <dsp:spPr>
        <a:xfrm>
          <a:off x="0" y="2655359"/>
          <a:ext cx="9302210" cy="820462"/>
        </a:xfrm>
        <a:prstGeom prst="roundRect">
          <a:avLst/>
        </a:prstGeom>
        <a:solidFill>
          <a:srgbClr val="F0F9EB"/>
        </a:solidFill>
        <a:ln w="9525" cap="flat" cmpd="sng" algn="ctr">
          <a:solidFill>
            <a:schemeClr val="accent1"/>
          </a:solidFill>
          <a:prstDash val="solid"/>
        </a:ln>
        <a:effectLst/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Over-reliance on digital outreach, excluding vulnerable populations (Women, Poor families, People with disabilities, those in conflict-affected or remote rural areas &amp; individuals without stable housing)</a:t>
          </a:r>
        </a:p>
      </dsp:txBody>
      <dsp:txXfrm>
        <a:off x="40052" y="2695411"/>
        <a:ext cx="9222106" cy="740358"/>
      </dsp:txXfrm>
    </dsp:sp>
    <dsp:sp modelId="{38710529-A5C2-4876-ABF2-DE6AE79FFA04}">
      <dsp:nvSpPr>
        <dsp:cNvPr id="0" name=""/>
        <dsp:cNvSpPr/>
      </dsp:nvSpPr>
      <dsp:spPr>
        <a:xfrm>
          <a:off x="0" y="3490221"/>
          <a:ext cx="9302210" cy="820462"/>
        </a:xfrm>
        <a:prstGeom prst="roundRect">
          <a:avLst/>
        </a:prstGeom>
        <a:solidFill>
          <a:srgbClr val="F0F9EB"/>
        </a:solidFill>
        <a:ln w="9525" cap="flat" cmpd="sng" algn="ctr">
          <a:solidFill>
            <a:schemeClr val="accent1"/>
          </a:solidFill>
          <a:prstDash val="solid"/>
        </a:ln>
        <a:effectLst/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Insufficient data collection and use in decision-making.</a:t>
          </a:r>
        </a:p>
      </dsp:txBody>
      <dsp:txXfrm>
        <a:off x="40052" y="3530273"/>
        <a:ext cx="9222106" cy="74035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BB9DC6-9490-4C78-8860-777E9549D7AB}">
      <dsp:nvSpPr>
        <dsp:cNvPr id="0" name=""/>
        <dsp:cNvSpPr/>
      </dsp:nvSpPr>
      <dsp:spPr>
        <a:xfrm>
          <a:off x="0" y="51764"/>
          <a:ext cx="7794868" cy="692640"/>
        </a:xfrm>
        <a:prstGeom prst="roundRect">
          <a:avLst/>
        </a:prstGeom>
        <a:solidFill>
          <a:srgbClr val="F0F9EB"/>
        </a:solidFill>
        <a:ln w="9525" cap="flat" cmpd="sng" algn="ctr">
          <a:solidFill>
            <a:schemeClr val="accent1"/>
          </a:solidFill>
          <a:prstDash val="solid"/>
        </a:ln>
        <a:effectLst/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Resistance to change from the community.</a:t>
          </a:r>
        </a:p>
      </dsp:txBody>
      <dsp:txXfrm>
        <a:off x="33812" y="85576"/>
        <a:ext cx="7727244" cy="625016"/>
      </dsp:txXfrm>
    </dsp:sp>
    <dsp:sp modelId="{07B1839D-6BC9-4287-BF4B-B4C60141DCB7}">
      <dsp:nvSpPr>
        <dsp:cNvPr id="0" name=""/>
        <dsp:cNvSpPr/>
      </dsp:nvSpPr>
      <dsp:spPr>
        <a:xfrm>
          <a:off x="0" y="850964"/>
          <a:ext cx="7794868" cy="692640"/>
        </a:xfrm>
        <a:prstGeom prst="roundRect">
          <a:avLst/>
        </a:prstGeom>
        <a:solidFill>
          <a:srgbClr val="F0F9EB"/>
        </a:solidFill>
        <a:ln w="9525" cap="flat" cmpd="sng" algn="ctr">
          <a:solidFill>
            <a:schemeClr val="accent1"/>
          </a:solidFill>
          <a:prstDash val="solid"/>
        </a:ln>
        <a:effectLst/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Lack of resources (financial, human, or technical).</a:t>
          </a:r>
        </a:p>
      </dsp:txBody>
      <dsp:txXfrm>
        <a:off x="33812" y="884776"/>
        <a:ext cx="7727244" cy="625016"/>
      </dsp:txXfrm>
    </dsp:sp>
    <dsp:sp modelId="{7C04B813-653D-4684-9226-395B278E27EE}">
      <dsp:nvSpPr>
        <dsp:cNvPr id="0" name=""/>
        <dsp:cNvSpPr/>
      </dsp:nvSpPr>
      <dsp:spPr>
        <a:xfrm>
          <a:off x="0" y="1650164"/>
          <a:ext cx="7794868" cy="692640"/>
        </a:xfrm>
        <a:prstGeom prst="roundRect">
          <a:avLst/>
        </a:prstGeom>
        <a:solidFill>
          <a:srgbClr val="F0F9EB"/>
        </a:solidFill>
        <a:ln w="9525" cap="flat" cmpd="sng" algn="ctr">
          <a:solidFill>
            <a:schemeClr val="accent1"/>
          </a:solidFill>
          <a:prstDash val="solid"/>
        </a:ln>
        <a:effectLst/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Difficulty in sustaining long-term participation.</a:t>
          </a:r>
        </a:p>
      </dsp:txBody>
      <dsp:txXfrm>
        <a:off x="33812" y="1683976"/>
        <a:ext cx="7727244" cy="625016"/>
      </dsp:txXfrm>
    </dsp:sp>
    <dsp:sp modelId="{55FFDD36-8695-4FF6-825B-592D61C1CB85}">
      <dsp:nvSpPr>
        <dsp:cNvPr id="0" name=""/>
        <dsp:cNvSpPr/>
      </dsp:nvSpPr>
      <dsp:spPr>
        <a:xfrm>
          <a:off x="0" y="2449364"/>
          <a:ext cx="7794868" cy="692640"/>
        </a:xfrm>
        <a:prstGeom prst="roundRect">
          <a:avLst/>
        </a:prstGeom>
        <a:solidFill>
          <a:srgbClr val="F0F9EB"/>
        </a:solidFill>
        <a:ln w="9525" cap="flat" cmpd="sng" algn="ctr">
          <a:solidFill>
            <a:schemeClr val="accent1"/>
          </a:solidFill>
          <a:prstDash val="solid"/>
        </a:ln>
        <a:effectLst/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Conflicts of interest between stakeholders.</a:t>
          </a:r>
        </a:p>
      </dsp:txBody>
      <dsp:txXfrm>
        <a:off x="33812" y="2483176"/>
        <a:ext cx="7727244" cy="625016"/>
      </dsp:txXfrm>
    </dsp:sp>
    <dsp:sp modelId="{5CA8A47B-A71F-4F1C-8E4E-8046C7103CEF}">
      <dsp:nvSpPr>
        <dsp:cNvPr id="0" name=""/>
        <dsp:cNvSpPr/>
      </dsp:nvSpPr>
      <dsp:spPr>
        <a:xfrm>
          <a:off x="0" y="3248564"/>
          <a:ext cx="7794868" cy="692640"/>
        </a:xfrm>
        <a:prstGeom prst="roundRect">
          <a:avLst/>
        </a:prstGeom>
        <a:solidFill>
          <a:srgbClr val="F0F9EB"/>
        </a:solidFill>
        <a:ln w="9525" cap="flat" cmpd="sng" algn="ctr">
          <a:solidFill>
            <a:schemeClr val="accent1"/>
          </a:solidFill>
          <a:prstDash val="solid"/>
        </a:ln>
        <a:effectLst/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Misinformation and lack of trust.</a:t>
          </a:r>
        </a:p>
      </dsp:txBody>
      <dsp:txXfrm>
        <a:off x="33812" y="3282376"/>
        <a:ext cx="7727244" cy="62501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EE7B94-5A88-444A-98CC-F2D2634AFA77}">
      <dsp:nvSpPr>
        <dsp:cNvPr id="0" name=""/>
        <dsp:cNvSpPr/>
      </dsp:nvSpPr>
      <dsp:spPr>
        <a:xfrm>
          <a:off x="326475" y="179191"/>
          <a:ext cx="1018652" cy="101865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65A6DD-0B7B-4929-B8B6-6AF0386DFB90}">
      <dsp:nvSpPr>
        <dsp:cNvPr id="0" name=""/>
        <dsp:cNvSpPr/>
      </dsp:nvSpPr>
      <dsp:spPr>
        <a:xfrm>
          <a:off x="543565" y="396281"/>
          <a:ext cx="584472" cy="58447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9B6972-0ED3-42AB-81BD-3ED8C05E7FEE}">
      <dsp:nvSpPr>
        <dsp:cNvPr id="0" name=""/>
        <dsp:cNvSpPr/>
      </dsp:nvSpPr>
      <dsp:spPr>
        <a:xfrm>
          <a:off x="841" y="1515128"/>
          <a:ext cx="1669921" cy="1435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 cap="none" dirty="0"/>
            <a:t>Community feedback and satisfaction surveys.</a:t>
          </a:r>
        </a:p>
      </dsp:txBody>
      <dsp:txXfrm>
        <a:off x="841" y="1515128"/>
        <a:ext cx="1669921" cy="1435089"/>
      </dsp:txXfrm>
    </dsp:sp>
    <dsp:sp modelId="{3CF20785-F0C7-4CE4-A1C1-EC326425B71F}">
      <dsp:nvSpPr>
        <dsp:cNvPr id="0" name=""/>
        <dsp:cNvSpPr/>
      </dsp:nvSpPr>
      <dsp:spPr>
        <a:xfrm>
          <a:off x="2288634" y="179191"/>
          <a:ext cx="1018652" cy="101865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B0A150-DC05-4ACC-8080-F0F95F1918B5}">
      <dsp:nvSpPr>
        <dsp:cNvPr id="0" name=""/>
        <dsp:cNvSpPr/>
      </dsp:nvSpPr>
      <dsp:spPr>
        <a:xfrm>
          <a:off x="2505723" y="396281"/>
          <a:ext cx="584472" cy="58447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D9326E-6F54-45BD-A022-9FF71521E9D3}">
      <dsp:nvSpPr>
        <dsp:cNvPr id="0" name=""/>
        <dsp:cNvSpPr/>
      </dsp:nvSpPr>
      <dsp:spPr>
        <a:xfrm>
          <a:off x="1962999" y="1515128"/>
          <a:ext cx="1669921" cy="1435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 cap="none" dirty="0"/>
            <a:t>Improved quality of life (education, health, employment).</a:t>
          </a:r>
        </a:p>
      </dsp:txBody>
      <dsp:txXfrm>
        <a:off x="1962999" y="1515128"/>
        <a:ext cx="1669921" cy="1435089"/>
      </dsp:txXfrm>
    </dsp:sp>
    <dsp:sp modelId="{8CE5B9FC-34A8-48B4-9EAC-53F5184FA6D9}">
      <dsp:nvSpPr>
        <dsp:cNvPr id="0" name=""/>
        <dsp:cNvSpPr/>
      </dsp:nvSpPr>
      <dsp:spPr>
        <a:xfrm>
          <a:off x="4250792" y="179191"/>
          <a:ext cx="1018652" cy="101865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9B6CCE-51BF-484E-91A0-F296A0D91A76}">
      <dsp:nvSpPr>
        <dsp:cNvPr id="0" name=""/>
        <dsp:cNvSpPr/>
      </dsp:nvSpPr>
      <dsp:spPr>
        <a:xfrm>
          <a:off x="4467882" y="396281"/>
          <a:ext cx="584472" cy="58447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2F3574-77DD-492B-A58F-A60A7B4C923F}">
      <dsp:nvSpPr>
        <dsp:cNvPr id="0" name=""/>
        <dsp:cNvSpPr/>
      </dsp:nvSpPr>
      <dsp:spPr>
        <a:xfrm>
          <a:off x="3925157" y="1515128"/>
          <a:ext cx="1669921" cy="1435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 cap="none" dirty="0"/>
            <a:t>Participation rates in programs and initiatives.</a:t>
          </a:r>
        </a:p>
      </dsp:txBody>
      <dsp:txXfrm>
        <a:off x="3925157" y="1515128"/>
        <a:ext cx="1669921" cy="1435089"/>
      </dsp:txXfrm>
    </dsp:sp>
    <dsp:sp modelId="{4F525C8D-8DCF-426E-9370-AE06C0D62771}">
      <dsp:nvSpPr>
        <dsp:cNvPr id="0" name=""/>
        <dsp:cNvSpPr/>
      </dsp:nvSpPr>
      <dsp:spPr>
        <a:xfrm>
          <a:off x="6212950" y="179191"/>
          <a:ext cx="1018652" cy="1018652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70A778-6A1B-41B9-BCE3-28158547377E}">
      <dsp:nvSpPr>
        <dsp:cNvPr id="0" name=""/>
        <dsp:cNvSpPr/>
      </dsp:nvSpPr>
      <dsp:spPr>
        <a:xfrm>
          <a:off x="6430040" y="396281"/>
          <a:ext cx="584472" cy="58447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D84EFD-A993-4B4E-8397-9000D9E28243}">
      <dsp:nvSpPr>
        <dsp:cNvPr id="0" name=""/>
        <dsp:cNvSpPr/>
      </dsp:nvSpPr>
      <dsp:spPr>
        <a:xfrm>
          <a:off x="5887315" y="1515128"/>
          <a:ext cx="1669921" cy="1435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 cap="none" dirty="0"/>
            <a:t>Policy changes resulting from engagement efforts.</a:t>
          </a:r>
        </a:p>
      </dsp:txBody>
      <dsp:txXfrm>
        <a:off x="5887315" y="1515128"/>
        <a:ext cx="1669921" cy="1435089"/>
      </dsp:txXfrm>
    </dsp:sp>
    <dsp:sp modelId="{60DC6B1D-F3F2-4F6A-8AD0-70A347FBA676}">
      <dsp:nvSpPr>
        <dsp:cNvPr id="0" name=""/>
        <dsp:cNvSpPr/>
      </dsp:nvSpPr>
      <dsp:spPr>
        <a:xfrm>
          <a:off x="8175108" y="179191"/>
          <a:ext cx="1018652" cy="1018652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2AD062-3886-4431-A948-9FD21B5BD07D}">
      <dsp:nvSpPr>
        <dsp:cNvPr id="0" name=""/>
        <dsp:cNvSpPr/>
      </dsp:nvSpPr>
      <dsp:spPr>
        <a:xfrm>
          <a:off x="8392198" y="396281"/>
          <a:ext cx="584472" cy="58447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E3AD75-D3C4-4B5C-81F6-C7712B8AAD9C}">
      <dsp:nvSpPr>
        <dsp:cNvPr id="0" name=""/>
        <dsp:cNvSpPr/>
      </dsp:nvSpPr>
      <dsp:spPr>
        <a:xfrm>
          <a:off x="7849473" y="1515128"/>
          <a:ext cx="1669921" cy="1435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 cap="none" dirty="0"/>
            <a:t>Increased trust and collaboration among stakeholders.</a:t>
          </a:r>
        </a:p>
      </dsp:txBody>
      <dsp:txXfrm>
        <a:off x="7849473" y="1515128"/>
        <a:ext cx="1669921" cy="143508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CB6286-5E08-493D-8AFC-9CF417A7038C}">
      <dsp:nvSpPr>
        <dsp:cNvPr id="0" name=""/>
        <dsp:cNvSpPr/>
      </dsp:nvSpPr>
      <dsp:spPr>
        <a:xfrm>
          <a:off x="326475" y="29159"/>
          <a:ext cx="1018652" cy="1018652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209376-5EA1-4BAA-AB9E-6174280F9825}">
      <dsp:nvSpPr>
        <dsp:cNvPr id="0" name=""/>
        <dsp:cNvSpPr/>
      </dsp:nvSpPr>
      <dsp:spPr>
        <a:xfrm>
          <a:off x="543565" y="246248"/>
          <a:ext cx="584472" cy="58447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3368EF-30F1-4B49-A98F-D8D5793D5005}">
      <dsp:nvSpPr>
        <dsp:cNvPr id="0" name=""/>
        <dsp:cNvSpPr/>
      </dsp:nvSpPr>
      <dsp:spPr>
        <a:xfrm>
          <a:off x="841" y="1365096"/>
          <a:ext cx="1669921" cy="1735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 cap="none" dirty="0"/>
            <a:t>Community engagement is essential for sustainable development.</a:t>
          </a:r>
        </a:p>
      </dsp:txBody>
      <dsp:txXfrm>
        <a:off x="841" y="1365096"/>
        <a:ext cx="1669921" cy="1735153"/>
      </dsp:txXfrm>
    </dsp:sp>
    <dsp:sp modelId="{BA9F4B24-C46F-4075-95F1-3A43F7136E86}">
      <dsp:nvSpPr>
        <dsp:cNvPr id="0" name=""/>
        <dsp:cNvSpPr/>
      </dsp:nvSpPr>
      <dsp:spPr>
        <a:xfrm>
          <a:off x="2288634" y="29159"/>
          <a:ext cx="1018652" cy="1018652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EBFBDE-EF2B-4AE9-BCB5-E93B1F280A14}">
      <dsp:nvSpPr>
        <dsp:cNvPr id="0" name=""/>
        <dsp:cNvSpPr/>
      </dsp:nvSpPr>
      <dsp:spPr>
        <a:xfrm>
          <a:off x="2505723" y="246248"/>
          <a:ext cx="584472" cy="58447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396A9D-8CC8-4CDA-B13A-98C438A98897}">
      <dsp:nvSpPr>
        <dsp:cNvPr id="0" name=""/>
        <dsp:cNvSpPr/>
      </dsp:nvSpPr>
      <dsp:spPr>
        <a:xfrm>
          <a:off x="1962999" y="1365096"/>
          <a:ext cx="1669921" cy="1735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 cap="none" dirty="0"/>
            <a:t>Effective engagement fosters trust, inclusivity, and empowerment</a:t>
          </a:r>
        </a:p>
      </dsp:txBody>
      <dsp:txXfrm>
        <a:off x="1962999" y="1365096"/>
        <a:ext cx="1669921" cy="1735153"/>
      </dsp:txXfrm>
    </dsp:sp>
    <dsp:sp modelId="{51F7D6D6-13DD-459D-ADFC-FBE4A7863CF3}">
      <dsp:nvSpPr>
        <dsp:cNvPr id="0" name=""/>
        <dsp:cNvSpPr/>
      </dsp:nvSpPr>
      <dsp:spPr>
        <a:xfrm>
          <a:off x="4250792" y="29159"/>
          <a:ext cx="1018652" cy="1018652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DA979D-DE19-4E15-A208-A19537CC542D}">
      <dsp:nvSpPr>
        <dsp:cNvPr id="0" name=""/>
        <dsp:cNvSpPr/>
      </dsp:nvSpPr>
      <dsp:spPr>
        <a:xfrm>
          <a:off x="4467882" y="246248"/>
          <a:ext cx="584472" cy="58447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40F80A-7B11-4757-9C0E-63E608F44069}">
      <dsp:nvSpPr>
        <dsp:cNvPr id="0" name=""/>
        <dsp:cNvSpPr/>
      </dsp:nvSpPr>
      <dsp:spPr>
        <a:xfrm>
          <a:off x="3925157" y="1365096"/>
          <a:ext cx="1669921" cy="1735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 cap="none" dirty="0"/>
            <a:t>Overcoming challenges requires commitment and collaboration.</a:t>
          </a:r>
        </a:p>
      </dsp:txBody>
      <dsp:txXfrm>
        <a:off x="3925157" y="1365096"/>
        <a:ext cx="1669921" cy="1735153"/>
      </dsp:txXfrm>
    </dsp:sp>
    <dsp:sp modelId="{DB4E008E-D251-4425-84F3-528310AB2E8C}">
      <dsp:nvSpPr>
        <dsp:cNvPr id="0" name=""/>
        <dsp:cNvSpPr/>
      </dsp:nvSpPr>
      <dsp:spPr>
        <a:xfrm>
          <a:off x="6212950" y="29159"/>
          <a:ext cx="1018652" cy="1018652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8F2183-E99A-4ACD-A358-50A9A4CEFFC2}">
      <dsp:nvSpPr>
        <dsp:cNvPr id="0" name=""/>
        <dsp:cNvSpPr/>
      </dsp:nvSpPr>
      <dsp:spPr>
        <a:xfrm>
          <a:off x="6430040" y="246248"/>
          <a:ext cx="584472" cy="58447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7A1CA1-239D-4A4D-9F51-6A9DDC407450}">
      <dsp:nvSpPr>
        <dsp:cNvPr id="0" name=""/>
        <dsp:cNvSpPr/>
      </dsp:nvSpPr>
      <dsp:spPr>
        <a:xfrm>
          <a:off x="5887315" y="1365096"/>
          <a:ext cx="1669921" cy="1735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 cap="none" dirty="0"/>
            <a:t>Take action today—identify local issues and contribute to change!</a:t>
          </a:r>
        </a:p>
      </dsp:txBody>
      <dsp:txXfrm>
        <a:off x="5887315" y="1365096"/>
        <a:ext cx="1669921" cy="1735153"/>
      </dsp:txXfrm>
    </dsp:sp>
    <dsp:sp modelId="{521426F5-8C50-4FAF-ABE0-8D68629918DC}">
      <dsp:nvSpPr>
        <dsp:cNvPr id="0" name=""/>
        <dsp:cNvSpPr/>
      </dsp:nvSpPr>
      <dsp:spPr>
        <a:xfrm>
          <a:off x="8175108" y="29159"/>
          <a:ext cx="1018652" cy="1018652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20A776-ECC3-494B-B529-1A08D8F655D2}">
      <dsp:nvSpPr>
        <dsp:cNvPr id="0" name=""/>
        <dsp:cNvSpPr/>
      </dsp:nvSpPr>
      <dsp:spPr>
        <a:xfrm>
          <a:off x="8392198" y="246248"/>
          <a:ext cx="584472" cy="58447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C91B1C-1F63-47A2-BDCB-BFBF557A4C6C}">
      <dsp:nvSpPr>
        <dsp:cNvPr id="0" name=""/>
        <dsp:cNvSpPr/>
      </dsp:nvSpPr>
      <dsp:spPr>
        <a:xfrm>
          <a:off x="7849473" y="1365096"/>
          <a:ext cx="1669921" cy="1735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 cap="none" dirty="0"/>
            <a:t>Get involved and make a difference!</a:t>
          </a:r>
        </a:p>
      </dsp:txBody>
      <dsp:txXfrm>
        <a:off x="7849473" y="1365096"/>
        <a:ext cx="1669921" cy="17351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3105" y="802298"/>
            <a:ext cx="8561747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93106" y="3531204"/>
            <a:ext cx="8561746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93105" y="329307"/>
            <a:ext cx="4897310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2334637" y="798973"/>
            <a:ext cx="0" cy="2544756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6834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9902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813" y="1756130"/>
            <a:ext cx="8562580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5" y="3806195"/>
            <a:ext cx="8549990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2845107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5498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95" y="804889"/>
            <a:ext cx="9520157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34695" y="2010878"/>
            <a:ext cx="4608576" cy="3438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4793" y="2017343"/>
            <a:ext cx="4604130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6735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95" y="804163"/>
            <a:ext cx="9520157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5" y="2019549"/>
            <a:ext cx="460857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4695" y="2824269"/>
            <a:ext cx="460857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4791" y="2023003"/>
            <a:ext cx="4608576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4792" y="2821491"/>
            <a:ext cx="4608576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0689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1730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062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42" y="798973"/>
            <a:ext cx="3183128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4695" y="3205491"/>
            <a:ext cx="3184989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371687" y="798973"/>
            <a:ext cx="0" cy="2247117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9396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chemeClr val="bg2">
                    <a:lumMod val="10000"/>
                  </a:schemeClr>
                </a:gs>
                <a:gs pos="100000">
                  <a:schemeClr val="bg2">
                    <a:lumMod val="10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prstMaterial="matte">
              <a:bevelT w="133350" h="50800" prst="divo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5694" y="1129513"/>
            <a:ext cx="5447840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4695" y="3145992"/>
            <a:ext cx="5440037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34695" y="5469856"/>
            <a:ext cx="5440038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34910" y="318640"/>
            <a:ext cx="5453475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71687" y="798973"/>
            <a:ext cx="0" cy="2161124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9905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6952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883863"/>
            <a:ext cx="1615742" cy="45749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34694" y="883863"/>
            <a:ext cx="7738807" cy="45749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9439111" y="719272"/>
            <a:ext cx="1615742" cy="0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27444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5884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34696" y="804519"/>
            <a:ext cx="9520158" cy="10492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6" y="2015732"/>
            <a:ext cx="9520158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34695" y="329307"/>
            <a:ext cx="5855719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9384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1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7AB4FF9-8FD0-DFD3-E32B-8721B913144C}"/>
              </a:ext>
            </a:extLst>
          </p:cNvPr>
          <p:cNvSpPr txBox="1">
            <a:spLocks/>
          </p:cNvSpPr>
          <p:nvPr/>
        </p:nvSpPr>
        <p:spPr>
          <a:xfrm>
            <a:off x="2507719" y="1269433"/>
            <a:ext cx="6829390" cy="1435406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FAST National University of Computer and Emerging Sciences, Islamabad </a:t>
            </a:r>
          </a:p>
        </p:txBody>
      </p:sp>
      <p:pic>
        <p:nvPicPr>
          <p:cNvPr id="5" name="Picture 4" descr="A blue circle with black text&#10;&#10;Description automatically generated">
            <a:extLst>
              <a:ext uri="{FF2B5EF4-FFF2-40B4-BE49-F238E27FC236}">
                <a16:creationId xmlns:a16="http://schemas.microsoft.com/office/drawing/2014/main" id="{0F7707D2-DE84-1A6C-6647-3938E6CF62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9085" y="2467518"/>
            <a:ext cx="1299009" cy="1299009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F0BC0B79-1083-E082-B420-29C284B2732D}"/>
              </a:ext>
            </a:extLst>
          </p:cNvPr>
          <p:cNvSpPr txBox="1">
            <a:spLocks/>
          </p:cNvSpPr>
          <p:nvPr/>
        </p:nvSpPr>
        <p:spPr>
          <a:xfrm>
            <a:off x="3238500" y="4153163"/>
            <a:ext cx="5715000" cy="1034851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Civics and Community Engagement</a:t>
            </a:r>
          </a:p>
          <a:p>
            <a:pPr marL="0" indent="0" algn="ctr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95488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b="1" dirty="0"/>
              <a:t>COMMUNITY ENGAGEMENT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Understanding, Strategies, and Impact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31E6714-656D-6CF7-6219-2D31E5CD9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277F584-CDD2-974A-6CA2-FEDEF0AF2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A38513-713F-82AC-EC65-24F8ACF43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4696" y="804519"/>
            <a:ext cx="9520158" cy="1049235"/>
          </a:xfrm>
        </p:spPr>
        <p:txBody>
          <a:bodyPr>
            <a:normAutofit/>
          </a:bodyPr>
          <a:lstStyle/>
          <a:p>
            <a:r>
              <a:rPr lang="en-US" b="1"/>
              <a:t>Community Engagement?</a:t>
            </a:r>
            <a:endParaRPr lang="en-US" b="1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E904B7-0B33-FE0D-2C77-5E2E24C4A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30874" y="1996645"/>
            <a:ext cx="960327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F3201E73-350D-727E-4E94-AEB8B46A35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27C6F61F-0C1F-74FC-B6FA-4761D88BCD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2454292"/>
              </p:ext>
            </p:extLst>
          </p:nvPr>
        </p:nvGraphicFramePr>
        <p:xfrm>
          <a:off x="776717" y="861906"/>
          <a:ext cx="10638264" cy="46392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19B4BF46-410B-B5BB-0D7A-ACD030C082BD}"/>
              </a:ext>
            </a:extLst>
          </p:cNvPr>
          <p:cNvGrpSpPr/>
          <p:nvPr/>
        </p:nvGrpSpPr>
        <p:grpSpPr>
          <a:xfrm>
            <a:off x="2014944" y="4789969"/>
            <a:ext cx="8559661" cy="1565363"/>
            <a:chOff x="7456908" y="2008700"/>
            <a:chExt cx="2992224" cy="19125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D2D3539-3914-70F7-47D1-3B85757F26CA}"/>
                </a:ext>
              </a:extLst>
            </p:cNvPr>
            <p:cNvSpPr/>
            <p:nvPr/>
          </p:nvSpPr>
          <p:spPr>
            <a:xfrm>
              <a:off x="8649132" y="2008700"/>
              <a:ext cx="1800000" cy="191250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FA36AA4-A7F4-C9CB-5048-3C7FD99FEEA5}"/>
                </a:ext>
              </a:extLst>
            </p:cNvPr>
            <p:cNvSpPr txBox="1"/>
            <p:nvPr/>
          </p:nvSpPr>
          <p:spPr>
            <a:xfrm>
              <a:off x="7456908" y="2355837"/>
              <a:ext cx="2992224" cy="109013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just" defTabSz="488950">
                <a:lnSpc>
                  <a:spcPct val="15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 dirty="0"/>
                <a:t>This means prioritizing community participation in design and implementation, integrating Community Engagement into wider systems strengthening approaches, and mobilizing resources for meaningful, long-term relationship building.</a:t>
              </a:r>
            </a:p>
          </p:txBody>
        </p:sp>
      </p:grpSp>
      <p:sp>
        <p:nvSpPr>
          <p:cNvPr id="6" name="Rectangle 5" descr="Connections">
            <a:extLst>
              <a:ext uri="{FF2B5EF4-FFF2-40B4-BE49-F238E27FC236}">
                <a16:creationId xmlns:a16="http://schemas.microsoft.com/office/drawing/2014/main" id="{DB7EB507-36D2-F479-FE8D-744C6DF6A398}"/>
              </a:ext>
            </a:extLst>
          </p:cNvPr>
          <p:cNvSpPr/>
          <p:nvPr/>
        </p:nvSpPr>
        <p:spPr>
          <a:xfrm>
            <a:off x="997810" y="5501205"/>
            <a:ext cx="810000" cy="810000"/>
          </a:xfrm>
          <a:prstGeom prst="rect">
            <a:avLst/>
          </a:prstGeom>
          <a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427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7980C74-AF2A-4450-847A-E743B22A26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96" y="804519"/>
            <a:ext cx="9520158" cy="1049235"/>
          </a:xfrm>
        </p:spPr>
        <p:txBody>
          <a:bodyPr>
            <a:normAutofit/>
          </a:bodyPr>
          <a:lstStyle/>
          <a:p>
            <a:r>
              <a:rPr b="1" dirty="0"/>
              <a:t>Importance of Community Engagement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9CE1AD2-68C8-4D23-BCA6-A6714F325D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30874" y="1996645"/>
            <a:ext cx="960327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698C92D5-DA82-49A4-B257-78C3125FA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71D2DB0-A93D-F6E4-06A0-88BBE27379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3870217"/>
              </p:ext>
            </p:extLst>
          </p:nvPr>
        </p:nvGraphicFramePr>
        <p:xfrm>
          <a:off x="1293661" y="2028162"/>
          <a:ext cx="9604375" cy="43834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1130" y="817305"/>
            <a:ext cx="7055694" cy="790364"/>
          </a:xfrm>
        </p:spPr>
        <p:txBody>
          <a:bodyPr/>
          <a:lstStyle/>
          <a:p>
            <a:r>
              <a:rPr lang="en-US" b="1" dirty="0"/>
              <a:t>Levels</a:t>
            </a:r>
            <a:r>
              <a:rPr b="1" dirty="0"/>
              <a:t> </a:t>
            </a:r>
            <a:r>
              <a:rPr lang="en-US" b="1" dirty="0"/>
              <a:t>of Community </a:t>
            </a:r>
            <a:r>
              <a:rPr b="1" dirty="0"/>
              <a:t>Engagement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DD0C9FA6-29E8-172E-9536-B2E48BB957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1967837"/>
              </p:ext>
            </p:extLst>
          </p:nvPr>
        </p:nvGraphicFramePr>
        <p:xfrm>
          <a:off x="1097280" y="2065061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79DB779-8AC6-D500-120A-5AB711E64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2F1622D-BA0A-4DA7-DCA6-73D6413BE7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2D49CC-77EE-D417-1063-453A8F103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4696" y="804519"/>
            <a:ext cx="9520158" cy="1049235"/>
          </a:xfrm>
        </p:spPr>
        <p:txBody>
          <a:bodyPr>
            <a:normAutofit/>
          </a:bodyPr>
          <a:lstStyle/>
          <a:p>
            <a:r>
              <a:rPr lang="en-US" b="1"/>
              <a:t>Approaches to Community Engagement</a:t>
            </a:r>
            <a:endParaRPr lang="en-US" b="1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34ED9DC-0233-0546-4BFD-C1ACC6E1E0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30874" y="1996645"/>
            <a:ext cx="960327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CEE07874-6FC3-92B2-A9D2-6047A64E0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325F4F-7936-DAB9-7B0D-C15E19A60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771" y="2852106"/>
            <a:ext cx="10694081" cy="173365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98636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96" y="804519"/>
            <a:ext cx="9520158" cy="1049235"/>
          </a:xfrm>
        </p:spPr>
        <p:txBody>
          <a:bodyPr>
            <a:normAutofit/>
          </a:bodyPr>
          <a:lstStyle/>
          <a:p>
            <a:r>
              <a:rPr lang="en-US" b="1" dirty="0"/>
              <a:t>Nature </a:t>
            </a:r>
            <a:r>
              <a:rPr b="1" dirty="0"/>
              <a:t>of Community Engagement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4695" y="2184357"/>
            <a:ext cx="6247489" cy="3281990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</a:pPr>
            <a:r>
              <a:rPr lang="en-US" sz="1700" b="1" dirty="0"/>
              <a:t>Informative: </a:t>
            </a:r>
            <a:r>
              <a:rPr lang="en-US" sz="1700" dirty="0"/>
              <a:t>Sharing knowledge and updates with the community.</a:t>
            </a:r>
          </a:p>
          <a:p>
            <a:pPr algn="just">
              <a:lnSpc>
                <a:spcPct val="110000"/>
              </a:lnSpc>
            </a:pPr>
            <a:r>
              <a:rPr lang="en-US" sz="1700" b="1" dirty="0"/>
              <a:t>Consultation: </a:t>
            </a:r>
            <a:r>
              <a:rPr lang="en-US" sz="1700" dirty="0"/>
              <a:t>Gathering community feedback to guide decisions.</a:t>
            </a:r>
          </a:p>
          <a:p>
            <a:pPr algn="just">
              <a:lnSpc>
                <a:spcPct val="110000"/>
              </a:lnSpc>
            </a:pPr>
            <a:r>
              <a:rPr lang="en-US" sz="1700" b="1" dirty="0"/>
              <a:t>Involvement: </a:t>
            </a:r>
            <a:r>
              <a:rPr lang="en-US" sz="1700" dirty="0"/>
              <a:t>Direct participation in decision-making.</a:t>
            </a:r>
          </a:p>
          <a:p>
            <a:pPr algn="just">
              <a:lnSpc>
                <a:spcPct val="110000"/>
              </a:lnSpc>
            </a:pPr>
            <a:r>
              <a:rPr lang="en-US" sz="1700" b="1" dirty="0"/>
              <a:t>Collaboration: </a:t>
            </a:r>
            <a:r>
              <a:rPr lang="en-US" sz="1700" dirty="0"/>
              <a:t>Partnerships between organizations and community members.</a:t>
            </a:r>
          </a:p>
          <a:p>
            <a:pPr algn="just">
              <a:lnSpc>
                <a:spcPct val="110000"/>
              </a:lnSpc>
            </a:pPr>
            <a:r>
              <a:rPr lang="en-US" sz="1700" b="1" dirty="0"/>
              <a:t>Empowerment: </a:t>
            </a:r>
            <a:r>
              <a:rPr lang="en-US" sz="1700" dirty="0"/>
              <a:t>Giving full control to the community to drive initiatives.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40914CD-C48A-4C0C-99F6-89A6BEAEB1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49537" y="2184357"/>
            <a:ext cx="3108945" cy="3281988"/>
            <a:chOff x="7807230" y="2012810"/>
            <a:chExt cx="3251252" cy="3459865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B36D3589-4FAE-4F54-A353-7C7B0E1644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9B6D9D63-88E0-4935-AB1A-7BB978F455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 descr="Hands-on top of each other">
            <a:extLst>
              <a:ext uri="{FF2B5EF4-FFF2-40B4-BE49-F238E27FC236}">
                <a16:creationId xmlns:a16="http://schemas.microsoft.com/office/drawing/2014/main" id="{F0FBC4FA-E3DC-3143-7B1B-55EC90270D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637" r="7390" b="-1"/>
          <a:stretch/>
        </p:blipFill>
        <p:spPr>
          <a:xfrm>
            <a:off x="8128756" y="2348949"/>
            <a:ext cx="2762372" cy="29496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5DA426C-0AEF-880E-2041-1F1818C7B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77980C74-AF2A-4450-847A-E743B22A26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B94EE8-2226-1F86-DA33-9BCFA9DD8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4696" y="804519"/>
            <a:ext cx="9520158" cy="1049235"/>
          </a:xfrm>
        </p:spPr>
        <p:txBody>
          <a:bodyPr>
            <a:normAutofit/>
          </a:bodyPr>
          <a:lstStyle/>
          <a:p>
            <a:r>
              <a:rPr b="1" dirty="0"/>
              <a:t>Strategies for Effective Engagement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9CE1AD2-68C8-4D23-BCA6-A6714F325D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30874" y="1996645"/>
            <a:ext cx="960327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698C92D5-DA82-49A4-B257-78C3125FA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0AB33945-10D3-E5D2-0C9F-F790BF29AB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8395254"/>
              </p:ext>
            </p:extLst>
          </p:nvPr>
        </p:nvGraphicFramePr>
        <p:xfrm>
          <a:off x="1293661" y="2357941"/>
          <a:ext cx="9604375" cy="36955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74289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F3FE9-FF8E-E1A8-4211-3953B9D81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9F7F4-0515-10DE-176C-70C0C74EF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4695" y="603797"/>
            <a:ext cx="9520158" cy="1049235"/>
          </a:xfrm>
        </p:spPr>
        <p:txBody>
          <a:bodyPr>
            <a:normAutofit/>
          </a:bodyPr>
          <a:lstStyle/>
          <a:p>
            <a:r>
              <a:rPr lang="en-US" sz="3200" b="1" dirty="0"/>
              <a:t>Underlying Considerations</a:t>
            </a:r>
            <a:endParaRPr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88398-F3FB-ABCA-DB91-B7776A024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1239" y="1962614"/>
            <a:ext cx="10337181" cy="4694663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b="1" i="1" dirty="0"/>
              <a:t>Think before Implementing any Community Engagement Strategy</a:t>
            </a:r>
          </a:p>
          <a:p>
            <a:pPr marL="285750" indent="-285750" algn="just">
              <a:lnSpc>
                <a:spcPct val="110000"/>
              </a:lnSpc>
            </a:pPr>
            <a:r>
              <a:rPr lang="en-US" sz="1800" dirty="0"/>
              <a:t>It is important to understand the local community context and history before choosing the best engagement approach. </a:t>
            </a:r>
          </a:p>
          <a:p>
            <a:pPr marL="285750" indent="-285750" algn="just">
              <a:lnSpc>
                <a:spcPct val="110000"/>
              </a:lnSpc>
            </a:pPr>
            <a:r>
              <a:rPr lang="en-US" sz="1800" dirty="0"/>
              <a:t>Have previous community engagement processes been successful or unsuccessful with this community?</a:t>
            </a:r>
          </a:p>
          <a:p>
            <a:pPr marL="285750" indent="-285750" algn="just">
              <a:lnSpc>
                <a:spcPct val="110000"/>
              </a:lnSpc>
            </a:pPr>
            <a:r>
              <a:rPr lang="en-US" sz="1800" dirty="0"/>
              <a:t>Which approaches have been used? Did these approaches work well at the time?</a:t>
            </a:r>
          </a:p>
          <a:p>
            <a:pPr marL="285750" indent="-285750" algn="just">
              <a:lnSpc>
                <a:spcPct val="110000"/>
              </a:lnSpc>
            </a:pPr>
            <a:r>
              <a:rPr lang="en-US" sz="1800" dirty="0"/>
              <a:t>Does the community have a history of trauma, disaster or emergencies? Did these experiences make the community more or less resilient?</a:t>
            </a:r>
          </a:p>
          <a:p>
            <a:pPr marL="285750" indent="-285750" algn="just">
              <a:lnSpc>
                <a:spcPct val="110000"/>
              </a:lnSpc>
            </a:pPr>
            <a:r>
              <a:rPr lang="en-US" sz="1800" dirty="0"/>
              <a:t>Could this history influence our approach to community engagement now?</a:t>
            </a:r>
          </a:p>
          <a:p>
            <a:pPr marL="285750" indent="-285750" algn="just">
              <a:lnSpc>
                <a:spcPct val="110000"/>
              </a:lnSpc>
            </a:pPr>
            <a:r>
              <a:rPr lang="en-US" sz="1800" dirty="0"/>
              <a:t>What is the community profile? </a:t>
            </a:r>
          </a:p>
          <a:p>
            <a:pPr marL="285750" indent="-285750" algn="just">
              <a:lnSpc>
                <a:spcPct val="110000"/>
              </a:lnSpc>
            </a:pPr>
            <a:r>
              <a:rPr lang="en-US" sz="1800" dirty="0"/>
              <a:t>Are there groups within the community that require further support or alternative methods of engagement?</a:t>
            </a:r>
          </a:p>
        </p:txBody>
      </p:sp>
    </p:spTree>
    <p:extLst>
      <p:ext uri="{BB962C8B-B14F-4D97-AF65-F5344CB8AC3E}">
        <p14:creationId xmlns:p14="http://schemas.microsoft.com/office/powerpoint/2010/main" val="1734685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33870D1-76C9-E918-F645-8E5A92731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28AC827-DE41-4D3E-A58A-7459D979E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658A74-CC5D-AC38-2E8D-A64CB3385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450" y="1289304"/>
            <a:ext cx="2996704" cy="4279393"/>
          </a:xfrm>
        </p:spPr>
        <p:txBody>
          <a:bodyPr anchor="ctr">
            <a:normAutofit/>
          </a:bodyPr>
          <a:lstStyle/>
          <a:p>
            <a:r>
              <a:rPr lang="en-US" sz="3000" b="1"/>
              <a:t>Underlying Considerations </a:t>
            </a:r>
            <a:endParaRPr lang="en-PK" sz="3000" b="1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AD7B33-B27E-4BD4-BE9C-A3698E433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80324" y="957031"/>
            <a:ext cx="6574529" cy="4943939"/>
            <a:chOff x="7807230" y="2012810"/>
            <a:chExt cx="3251252" cy="345986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1D039DC-5A65-400A-9CD6-F9725D1B6F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C3A47B2-ECD5-4DBE-A76C-FBFBFE1275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4197647C-4C56-4F84-ABC7-9E6F3E6783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360" y="1292111"/>
            <a:ext cx="5934456" cy="4279392"/>
          </a:xfrm>
          <a:prstGeom prst="rect">
            <a:avLst/>
          </a:prstGeom>
          <a:solidFill>
            <a:schemeClr val="bg2"/>
          </a:solidFill>
          <a:ln w="3175" cap="sq">
            <a:solidFill>
              <a:schemeClr val="bg1">
                <a:lumMod val="75000"/>
              </a:schemeClr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624C1-27E2-4FD2-F367-B890A1203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360" y="1292112"/>
            <a:ext cx="5934455" cy="4273778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en-US" sz="1800" b="1" dirty="0"/>
              <a:t>Timing </a:t>
            </a:r>
          </a:p>
          <a:p>
            <a:pPr algn="just"/>
            <a:r>
              <a:rPr lang="en-US" sz="1800" dirty="0"/>
              <a:t>How urgent is this engagement process? </a:t>
            </a:r>
          </a:p>
          <a:p>
            <a:pPr algn="just"/>
            <a:r>
              <a:rPr lang="en-US" sz="1800" dirty="0"/>
              <a:t>What are the current priorities for the community? </a:t>
            </a:r>
          </a:p>
          <a:p>
            <a:pPr algn="just"/>
            <a:r>
              <a:rPr lang="en-US" sz="1800" dirty="0"/>
              <a:t>Is it a busy season for agriculture, tourism, education or another aspect of community life?</a:t>
            </a:r>
          </a:p>
          <a:p>
            <a:pPr algn="just"/>
            <a:r>
              <a:rPr lang="en-US" sz="1800" dirty="0"/>
              <a:t>Is the community focused on social, cultural or faith-based events or celebrations at this time?</a:t>
            </a:r>
          </a:p>
          <a:p>
            <a:pPr algn="just"/>
            <a:r>
              <a:rPr lang="en-US" sz="1800" dirty="0"/>
              <a:t>What impact does this have on community motivation and capacity?</a:t>
            </a:r>
          </a:p>
        </p:txBody>
      </p:sp>
    </p:spTree>
    <p:extLst>
      <p:ext uri="{BB962C8B-B14F-4D97-AF65-F5344CB8AC3E}">
        <p14:creationId xmlns:p14="http://schemas.microsoft.com/office/powerpoint/2010/main" val="27806002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1AEE200-40CA-289F-C7E5-93FD6F1A1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28AC827-DE41-4D3E-A58A-7459D979E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F1C992-A9A9-D02B-03CA-0460B32D3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450" y="1289304"/>
            <a:ext cx="2996704" cy="427939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Underlying Considerations 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FAD7B33-B27E-4BD4-BE9C-A3698E433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80324" y="957031"/>
            <a:ext cx="6574529" cy="4943939"/>
            <a:chOff x="7807230" y="2012810"/>
            <a:chExt cx="3251252" cy="345986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1D039DC-5A65-400A-9CD6-F9725D1B6F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C3A47B2-ECD5-4DBE-A76C-FBFBFE1275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4197647C-4C56-4F84-ABC7-9E6F3E6783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360" y="1292111"/>
            <a:ext cx="5934456" cy="4279392"/>
          </a:xfrm>
          <a:prstGeom prst="rect">
            <a:avLst/>
          </a:prstGeom>
          <a:solidFill>
            <a:schemeClr val="bg2"/>
          </a:solidFill>
          <a:ln w="3175" cap="sq">
            <a:solidFill>
              <a:schemeClr val="bg1">
                <a:lumMod val="75000"/>
              </a:schemeClr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B66F4FA-4E43-DDD0-42D1-227B13D364CC}"/>
              </a:ext>
            </a:extLst>
          </p:cNvPr>
          <p:cNvSpPr txBox="1">
            <a:spLocks/>
          </p:cNvSpPr>
          <p:nvPr/>
        </p:nvSpPr>
        <p:spPr>
          <a:xfrm>
            <a:off x="5122091" y="1598346"/>
            <a:ext cx="5290143" cy="36423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6858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defTabSz="914400"/>
            <a:r>
              <a:rPr lang="en-US" b="1" dirty="0"/>
              <a:t>Flexibility and Adaptability </a:t>
            </a:r>
          </a:p>
          <a:p>
            <a:pPr algn="just" defTabSz="914400"/>
            <a:r>
              <a:rPr lang="en-US" dirty="0"/>
              <a:t>How is the community engagement process going? If one approach is not working as well as originally hoped, could another approach be more effective?</a:t>
            </a:r>
          </a:p>
          <a:p>
            <a:pPr algn="just" defTabSz="914400"/>
            <a:r>
              <a:rPr lang="en-US" dirty="0"/>
              <a:t>Do we need to use a different approach for different stages, groups, or phases of the process.</a:t>
            </a:r>
          </a:p>
        </p:txBody>
      </p:sp>
    </p:spTree>
    <p:extLst>
      <p:ext uri="{BB962C8B-B14F-4D97-AF65-F5344CB8AC3E}">
        <p14:creationId xmlns:p14="http://schemas.microsoft.com/office/powerpoint/2010/main" val="161805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3D30251-CD8C-3463-E290-FEAC35208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465A6A7C-FFDB-0832-2D86-3A551F541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E90845-F6B6-4745-052C-03D10FF3C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4696" y="804519"/>
            <a:ext cx="9520158" cy="1049235"/>
          </a:xfrm>
        </p:spPr>
        <p:txBody>
          <a:bodyPr>
            <a:normAutofit/>
          </a:bodyPr>
          <a:lstStyle/>
          <a:p>
            <a:r>
              <a:rPr lang="en-US" b="1" dirty="0"/>
              <a:t>Key Principles of Community Engagement</a:t>
            </a:r>
            <a:endParaRPr b="1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653CAEE-C68A-A185-ED3D-E2E6B74A1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30874" y="1996645"/>
            <a:ext cx="960327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ACB9C255-4E4E-35E0-13BB-7D42A9226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91AA1AD-97D2-5DAD-D0F4-A35143ECCCC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6778374"/>
              </p:ext>
            </p:extLst>
          </p:nvPr>
        </p:nvGraphicFramePr>
        <p:xfrm>
          <a:off x="1340240" y="2326062"/>
          <a:ext cx="9393908" cy="4718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38388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34804FC-29E4-4DBA-E2DD-AA8A4A8C9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A0660B-7FC2-7709-28E1-29DA92DE8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09B047-A069-91C5-ED82-55A107635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4696" y="804519"/>
            <a:ext cx="9520158" cy="1049235"/>
          </a:xfrm>
        </p:spPr>
        <p:txBody>
          <a:bodyPr>
            <a:normAutofit/>
          </a:bodyPr>
          <a:lstStyle/>
          <a:p>
            <a:r>
              <a:rPr lang="en-US" b="1" dirty="0"/>
              <a:t>Challenges in Community Engagement</a:t>
            </a:r>
            <a:endParaRPr b="1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FBD7C1D-C1A4-88AA-7589-5C25C11FB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30874" y="1996645"/>
            <a:ext cx="960327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C9D55E81-1207-7F5B-437F-7D38323A5F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3" name="TextBox 3">
            <a:extLst>
              <a:ext uri="{FF2B5EF4-FFF2-40B4-BE49-F238E27FC236}">
                <a16:creationId xmlns:a16="http://schemas.microsoft.com/office/drawing/2014/main" id="{0576284C-E515-E82E-FCF7-BB380B27A7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88966223"/>
              </p:ext>
            </p:extLst>
          </p:nvPr>
        </p:nvGraphicFramePr>
        <p:xfrm>
          <a:off x="1431938" y="2183702"/>
          <a:ext cx="9302210" cy="44614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182954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DEDE97B-297D-7594-FBFC-2B016461D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F827B807-2C66-871E-D9E5-5DF907668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DC3A81-1126-0342-206F-9C42AE5F8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4696" y="804519"/>
            <a:ext cx="9520158" cy="1049235"/>
          </a:xfrm>
        </p:spPr>
        <p:txBody>
          <a:bodyPr>
            <a:normAutofit/>
          </a:bodyPr>
          <a:lstStyle/>
          <a:p>
            <a:r>
              <a:rPr lang="en-US" b="1" dirty="0"/>
              <a:t>Challenges in Community Engagement</a:t>
            </a:r>
            <a:endParaRPr b="1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8632CD4-4B70-69BF-BDD5-A2771C4CC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30874" y="1996645"/>
            <a:ext cx="960327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3499B1C6-8C6D-C05E-DFD6-CA198656A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2E7451C-3BC8-3B44-AD84-A6ED9F9EB7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1045513"/>
              </p:ext>
            </p:extLst>
          </p:nvPr>
        </p:nvGraphicFramePr>
        <p:xfrm>
          <a:off x="2118566" y="2319453"/>
          <a:ext cx="7794868" cy="39929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57865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96" y="804519"/>
            <a:ext cx="9520158" cy="1049235"/>
          </a:xfrm>
        </p:spPr>
        <p:txBody>
          <a:bodyPr>
            <a:normAutofit/>
          </a:bodyPr>
          <a:lstStyle/>
          <a:p>
            <a:r>
              <a:rPr b="1" dirty="0"/>
              <a:t>Measuring the Impact of Community Engagement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D9AB9D7-40F8-CDBF-CD15-9740B664E1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5961128"/>
              </p:ext>
            </p:extLst>
          </p:nvPr>
        </p:nvGraphicFramePr>
        <p:xfrm>
          <a:off x="1535113" y="2336353"/>
          <a:ext cx="9520237" cy="31294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96" y="804519"/>
            <a:ext cx="9520158" cy="1049235"/>
          </a:xfrm>
        </p:spPr>
        <p:txBody>
          <a:bodyPr>
            <a:normAutofit/>
          </a:bodyPr>
          <a:lstStyle/>
          <a:p>
            <a:r>
              <a:rPr b="1" dirty="0"/>
              <a:t>Conclusion &amp; Call to Action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3CD0CEF-B17B-57B2-C1DA-2B4F7EA9AE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0855208"/>
              </p:ext>
            </p:extLst>
          </p:nvPr>
        </p:nvGraphicFramePr>
        <p:xfrm>
          <a:off x="1535113" y="2336353"/>
          <a:ext cx="9520237" cy="31294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D43BDD-D327-1614-99FC-AB3297F9E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2FDF9410-E530-4E71-A2C0-4C24B48964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62F3CC-FE9B-F101-121D-96EF6EC2B3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2966" y="1427304"/>
            <a:ext cx="8686800" cy="3389726"/>
          </a:xfrm>
        </p:spPr>
        <p:txBody>
          <a:bodyPr anchor="ctr">
            <a:normAutofit/>
          </a:bodyPr>
          <a:lstStyle/>
          <a:p>
            <a:pPr algn="ctr"/>
            <a:r>
              <a:rPr lang="en-US" sz="5400" b="1" dirty="0"/>
              <a:t>Thank You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3268B1E-8861-4702-9529-5A8FB23A61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752966" y="1094758"/>
            <a:ext cx="8686800" cy="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C6646AE-8FD6-411E-8640-6CCB250D5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752966" y="5124740"/>
            <a:ext cx="8686800" cy="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6615356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EDEBE7"/>
      </a:lt2>
      <a:accent1>
        <a:srgbClr val="5FA534"/>
      </a:accent1>
      <a:accent2>
        <a:srgbClr val="DCAB34"/>
      </a:accent2>
      <a:accent3>
        <a:srgbClr val="D26D23"/>
      </a:accent3>
      <a:accent4>
        <a:srgbClr val="972323"/>
      </a:accent4>
      <a:accent5>
        <a:srgbClr val="236797"/>
      </a:accent5>
      <a:accent6>
        <a:srgbClr val="2FB6C6"/>
      </a:accent6>
      <a:hlink>
        <a:srgbClr val="8FC639"/>
      </a:hlink>
      <a:folHlink>
        <a:srgbClr val="E7C272"/>
      </a:folHlink>
    </a:clrScheme>
    <a:fontScheme name="Gallery">
      <a:majorFont>
        <a:latin typeface="Palatino Linotype" panose="020405020505050303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AC464412-510E-4F2B-8947-A0DDBD0289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197</TotalTime>
  <Words>828</Words>
  <Application>Microsoft Office PowerPoint</Application>
  <PresentationFormat>Widescreen</PresentationFormat>
  <Paragraphs>97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ADLaM Display</vt:lpstr>
      <vt:lpstr>Arial</vt:lpstr>
      <vt:lpstr>Palatino Linotype</vt:lpstr>
      <vt:lpstr>Gallery</vt:lpstr>
      <vt:lpstr>PowerPoint Presentation</vt:lpstr>
      <vt:lpstr>COMMUNITY ENGAGEMENT</vt:lpstr>
      <vt:lpstr>Community Engagement?</vt:lpstr>
      <vt:lpstr>Importance of Community Engagement</vt:lpstr>
      <vt:lpstr>Levels of Community Engagement</vt:lpstr>
      <vt:lpstr>Approaches to Community Engagement</vt:lpstr>
      <vt:lpstr>Nature of Community Engagement</vt:lpstr>
      <vt:lpstr>Strategies for Effective Engagement</vt:lpstr>
      <vt:lpstr>Underlying Considerations</vt:lpstr>
      <vt:lpstr>Underlying Considerations </vt:lpstr>
      <vt:lpstr>Underlying Considerations </vt:lpstr>
      <vt:lpstr>Key Principles of Community Engagement</vt:lpstr>
      <vt:lpstr>Challenges in Community Engagement</vt:lpstr>
      <vt:lpstr>Challenges in Community Engagement</vt:lpstr>
      <vt:lpstr>Measuring the Impact of Community Engagement</vt:lpstr>
      <vt:lpstr>Conclusion &amp; Call to Action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Tayyaba  Waseem</cp:lastModifiedBy>
  <cp:revision>44</cp:revision>
  <dcterms:created xsi:type="dcterms:W3CDTF">2013-01-27T09:14:16Z</dcterms:created>
  <dcterms:modified xsi:type="dcterms:W3CDTF">2026-01-26T10:32:30Z</dcterms:modified>
  <cp:category/>
</cp:coreProperties>
</file>