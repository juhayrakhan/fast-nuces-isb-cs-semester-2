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73" r:id="rId3"/>
    <p:sldId id="256" r:id="rId4"/>
    <p:sldId id="259" r:id="rId5"/>
    <p:sldId id="260" r:id="rId6"/>
    <p:sldId id="264" r:id="rId7"/>
    <p:sldId id="261" r:id="rId8"/>
    <p:sldId id="263" r:id="rId9"/>
    <p:sldId id="265" r:id="rId10"/>
    <p:sldId id="267" r:id="rId11"/>
    <p:sldId id="269" r:id="rId12"/>
    <p:sldId id="271" r:id="rId13"/>
    <p:sldId id="277" r:id="rId14"/>
    <p:sldId id="278" r:id="rId15"/>
    <p:sldId id="276" r:id="rId16"/>
    <p:sldId id="279" r:id="rId17"/>
    <p:sldId id="280" r:id="rId18"/>
    <p:sldId id="281" r:id="rId19"/>
    <p:sldId id="282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BD53AF-8B5C-4EAF-BA00-82EE4850F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157594-27ED-4CF0-94B2-428FCEA8B098}">
      <dgm:prSet custT="1"/>
      <dgm:spPr/>
      <dgm:t>
        <a:bodyPr/>
        <a:lstStyle/>
        <a:p>
          <a:r>
            <a:rPr lang="en-US" sz="2000" b="1" i="0"/>
            <a:t>Cyberethics and Digital Citizenship</a:t>
          </a:r>
          <a:endParaRPr lang="en-US" sz="2000"/>
        </a:p>
      </dgm:t>
    </dgm:pt>
    <dgm:pt modelId="{0BAF7E3F-CB85-4DF6-A971-F47B7026908A}" type="parTrans" cxnId="{DAAFFAFD-3A32-4CBD-9DCD-DEE5DD8309A9}">
      <dgm:prSet/>
      <dgm:spPr/>
      <dgm:t>
        <a:bodyPr/>
        <a:lstStyle/>
        <a:p>
          <a:endParaRPr lang="en-US"/>
        </a:p>
      </dgm:t>
    </dgm:pt>
    <dgm:pt modelId="{6B32E2DD-0369-4CC1-A9FD-BA2DDFBEAAAB}" type="sibTrans" cxnId="{DAAFFAFD-3A32-4CBD-9DCD-DEE5DD8309A9}">
      <dgm:prSet/>
      <dgm:spPr/>
      <dgm:t>
        <a:bodyPr/>
        <a:lstStyle/>
        <a:p>
          <a:endParaRPr lang="en-US"/>
        </a:p>
      </dgm:t>
    </dgm:pt>
    <dgm:pt modelId="{5BC63EE3-7B35-45C1-A52E-5FFF5840FD61}">
      <dgm:prSet custT="1"/>
      <dgm:spPr/>
      <dgm:t>
        <a:bodyPr/>
        <a:lstStyle/>
        <a:p>
          <a:r>
            <a:rPr lang="en-US" sz="2000" b="1" i="0"/>
            <a:t>Importance of Cyberethics and Digital Citizenship</a:t>
          </a:r>
          <a:endParaRPr lang="en-US" sz="2000"/>
        </a:p>
      </dgm:t>
    </dgm:pt>
    <dgm:pt modelId="{F1C28AB9-40CF-4CB7-9767-C3B55B46D43F}" type="parTrans" cxnId="{C5B0C1FD-35BE-4CB1-8378-83D465F2D3F6}">
      <dgm:prSet/>
      <dgm:spPr/>
      <dgm:t>
        <a:bodyPr/>
        <a:lstStyle/>
        <a:p>
          <a:endParaRPr lang="en-US"/>
        </a:p>
      </dgm:t>
    </dgm:pt>
    <dgm:pt modelId="{ECCC434B-026D-481B-B895-D778962951A5}" type="sibTrans" cxnId="{C5B0C1FD-35BE-4CB1-8378-83D465F2D3F6}">
      <dgm:prSet/>
      <dgm:spPr/>
      <dgm:t>
        <a:bodyPr/>
        <a:lstStyle/>
        <a:p>
          <a:endParaRPr lang="en-US"/>
        </a:p>
      </dgm:t>
    </dgm:pt>
    <dgm:pt modelId="{0DDF2363-13EE-4572-A202-83DA39D97A4A}">
      <dgm:prSet custT="1"/>
      <dgm:spPr/>
      <dgm:t>
        <a:bodyPr/>
        <a:lstStyle/>
        <a:p>
          <a:r>
            <a:rPr lang="en-US" sz="2000" b="1" i="0" dirty="0"/>
            <a:t>Key Principles of </a:t>
          </a:r>
          <a:r>
            <a:rPr lang="en-US" sz="2000" b="1" i="0" dirty="0" err="1"/>
            <a:t>Cyberethics</a:t>
          </a:r>
          <a:endParaRPr lang="en-US" sz="2000" dirty="0"/>
        </a:p>
      </dgm:t>
    </dgm:pt>
    <dgm:pt modelId="{17CF375C-E136-4FC5-A5CF-406EEB29311E}" type="parTrans" cxnId="{C856C1A7-3E29-476B-8FF4-B09805F37D12}">
      <dgm:prSet/>
      <dgm:spPr/>
      <dgm:t>
        <a:bodyPr/>
        <a:lstStyle/>
        <a:p>
          <a:endParaRPr lang="en-US"/>
        </a:p>
      </dgm:t>
    </dgm:pt>
    <dgm:pt modelId="{3516EAF0-C562-4B19-AC3A-CE9F6F7BA6DC}" type="sibTrans" cxnId="{C856C1A7-3E29-476B-8FF4-B09805F37D12}">
      <dgm:prSet/>
      <dgm:spPr/>
      <dgm:t>
        <a:bodyPr/>
        <a:lstStyle/>
        <a:p>
          <a:endParaRPr lang="en-US"/>
        </a:p>
      </dgm:t>
    </dgm:pt>
    <dgm:pt modelId="{B01107CC-E598-4952-809E-D7758A35E99B}">
      <dgm:prSet custT="1"/>
      <dgm:spPr/>
      <dgm:t>
        <a:bodyPr/>
        <a:lstStyle/>
        <a:p>
          <a:r>
            <a:rPr lang="en-US" sz="2000" b="1" i="0" dirty="0"/>
            <a:t>Key Components of Digital Citizenship</a:t>
          </a:r>
          <a:endParaRPr lang="en-US" sz="2000" dirty="0"/>
        </a:p>
      </dgm:t>
    </dgm:pt>
    <dgm:pt modelId="{9E7AA544-2D1E-4E44-AD40-8701F39A6EB4}" type="parTrans" cxnId="{522E08C2-1CEB-468C-BBE8-73029EA42E85}">
      <dgm:prSet/>
      <dgm:spPr/>
      <dgm:t>
        <a:bodyPr/>
        <a:lstStyle/>
        <a:p>
          <a:endParaRPr lang="en-US"/>
        </a:p>
      </dgm:t>
    </dgm:pt>
    <dgm:pt modelId="{EFED24A6-A2FB-4E32-86A9-61596678C020}" type="sibTrans" cxnId="{522E08C2-1CEB-468C-BBE8-73029EA42E85}">
      <dgm:prSet/>
      <dgm:spPr/>
      <dgm:t>
        <a:bodyPr/>
        <a:lstStyle/>
        <a:p>
          <a:endParaRPr lang="en-US"/>
        </a:p>
      </dgm:t>
    </dgm:pt>
    <dgm:pt modelId="{04E8ABC7-75D3-49B6-B5C1-F8A54E2517B1}">
      <dgm:prSet custT="1"/>
      <dgm:spPr/>
      <dgm:t>
        <a:bodyPr/>
        <a:lstStyle/>
        <a:p>
          <a:r>
            <a:rPr lang="en-US" sz="2000" b="1" i="0"/>
            <a:t>Influence of Digital Citizenship on Offline Lives</a:t>
          </a:r>
          <a:endParaRPr lang="en-US" sz="2000"/>
        </a:p>
      </dgm:t>
    </dgm:pt>
    <dgm:pt modelId="{7894EFE7-8699-470A-8C4E-D07DD1262543}" type="parTrans" cxnId="{43FE0EED-14E0-4EAF-80CD-7D95FDB1E54D}">
      <dgm:prSet/>
      <dgm:spPr/>
      <dgm:t>
        <a:bodyPr/>
        <a:lstStyle/>
        <a:p>
          <a:endParaRPr lang="en-US"/>
        </a:p>
      </dgm:t>
    </dgm:pt>
    <dgm:pt modelId="{2314A21A-5B82-417C-83B7-7FFA3256FA7F}" type="sibTrans" cxnId="{43FE0EED-14E0-4EAF-80CD-7D95FDB1E54D}">
      <dgm:prSet/>
      <dgm:spPr/>
      <dgm:t>
        <a:bodyPr/>
        <a:lstStyle/>
        <a:p>
          <a:endParaRPr lang="en-US"/>
        </a:p>
      </dgm:t>
    </dgm:pt>
    <dgm:pt modelId="{5354A1F2-7EA1-4BDD-AB36-8C186B45B8C2}">
      <dgm:prSet custT="1"/>
      <dgm:spPr/>
      <dgm:t>
        <a:bodyPr/>
        <a:lstStyle/>
        <a:p>
          <a:r>
            <a:rPr lang="en-US" sz="2000" b="1" i="0"/>
            <a:t>Critical Thinking and Information Literacy</a:t>
          </a:r>
          <a:endParaRPr lang="en-US" sz="2000"/>
        </a:p>
      </dgm:t>
    </dgm:pt>
    <dgm:pt modelId="{4CE50EFB-248B-4DC3-97F9-D9A391849DDA}" type="parTrans" cxnId="{B0804D78-AA5C-484B-A52C-84E2393962D9}">
      <dgm:prSet/>
      <dgm:spPr/>
      <dgm:t>
        <a:bodyPr/>
        <a:lstStyle/>
        <a:p>
          <a:endParaRPr lang="en-US"/>
        </a:p>
      </dgm:t>
    </dgm:pt>
    <dgm:pt modelId="{3B57B141-ADBA-425D-96B2-58730EAA6B92}" type="sibTrans" cxnId="{B0804D78-AA5C-484B-A52C-84E2393962D9}">
      <dgm:prSet/>
      <dgm:spPr/>
      <dgm:t>
        <a:bodyPr/>
        <a:lstStyle/>
        <a:p>
          <a:endParaRPr lang="en-US"/>
        </a:p>
      </dgm:t>
    </dgm:pt>
    <dgm:pt modelId="{37216EEE-3111-405F-81D0-51D2DCC0D42F}">
      <dgm:prSet custT="1"/>
      <dgm:spPr/>
      <dgm:t>
        <a:bodyPr/>
        <a:lstStyle/>
        <a:p>
          <a:r>
            <a:rPr lang="en-US" sz="2000" b="1" i="0"/>
            <a:t>Social Media and Online Communication</a:t>
          </a:r>
          <a:endParaRPr lang="en-US" sz="2000"/>
        </a:p>
      </dgm:t>
    </dgm:pt>
    <dgm:pt modelId="{8ABDC18E-1AEF-49FF-A9EE-198D736BF46A}" type="parTrans" cxnId="{D9A192D5-7A35-403E-BA8A-268000E5106F}">
      <dgm:prSet/>
      <dgm:spPr/>
      <dgm:t>
        <a:bodyPr/>
        <a:lstStyle/>
        <a:p>
          <a:endParaRPr lang="en-US"/>
        </a:p>
      </dgm:t>
    </dgm:pt>
    <dgm:pt modelId="{1897B09C-C31D-4E08-8EC5-8DC6947B7033}" type="sibTrans" cxnId="{D9A192D5-7A35-403E-BA8A-268000E5106F}">
      <dgm:prSet/>
      <dgm:spPr/>
      <dgm:t>
        <a:bodyPr/>
        <a:lstStyle/>
        <a:p>
          <a:endParaRPr lang="en-US"/>
        </a:p>
      </dgm:t>
    </dgm:pt>
    <dgm:pt modelId="{B00BD0BE-8F62-4AF0-99CF-734F129C8128}">
      <dgm:prSet custT="1"/>
      <dgm:spPr/>
      <dgm:t>
        <a:bodyPr/>
        <a:lstStyle/>
        <a:p>
          <a:r>
            <a:rPr lang="en-US" sz="2000" b="1" i="0" dirty="0"/>
            <a:t>Legal and Ethical Issues in Technology</a:t>
          </a:r>
          <a:endParaRPr lang="en-US" sz="2000" dirty="0"/>
        </a:p>
      </dgm:t>
    </dgm:pt>
    <dgm:pt modelId="{07127AC4-2173-49BD-A298-8D2D5EF3AB27}" type="parTrans" cxnId="{8B1D0E4E-5BA6-4DC1-BDEC-967259161F6C}">
      <dgm:prSet/>
      <dgm:spPr/>
      <dgm:t>
        <a:bodyPr/>
        <a:lstStyle/>
        <a:p>
          <a:endParaRPr lang="en-US"/>
        </a:p>
      </dgm:t>
    </dgm:pt>
    <dgm:pt modelId="{FC34004D-6203-45E7-8E39-C043A9A10D6E}" type="sibTrans" cxnId="{8B1D0E4E-5BA6-4DC1-BDEC-967259161F6C}">
      <dgm:prSet/>
      <dgm:spPr/>
      <dgm:t>
        <a:bodyPr/>
        <a:lstStyle/>
        <a:p>
          <a:endParaRPr lang="en-US"/>
        </a:p>
      </dgm:t>
    </dgm:pt>
    <dgm:pt modelId="{9638C0A7-07F6-4E90-9B88-BA55CA4901C7}" type="pres">
      <dgm:prSet presAssocID="{74BD53AF-8B5C-4EAF-BA00-82EE4850FEAC}" presName="linear" presStyleCnt="0">
        <dgm:presLayoutVars>
          <dgm:animLvl val="lvl"/>
          <dgm:resizeHandles val="exact"/>
        </dgm:presLayoutVars>
      </dgm:prSet>
      <dgm:spPr/>
    </dgm:pt>
    <dgm:pt modelId="{CAD9511C-FBED-4A0D-897F-2660F8674C11}" type="pres">
      <dgm:prSet presAssocID="{81157594-27ED-4CF0-94B2-428FCEA8B09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B66C542-1E6D-4EBE-A93D-AFE203B7AB88}" type="pres">
      <dgm:prSet presAssocID="{6B32E2DD-0369-4CC1-A9FD-BA2DDFBEAAAB}" presName="spacer" presStyleCnt="0"/>
      <dgm:spPr/>
    </dgm:pt>
    <dgm:pt modelId="{413EC496-E7A0-45EA-A2AB-48F76B7DCE14}" type="pres">
      <dgm:prSet presAssocID="{5BC63EE3-7B35-45C1-A52E-5FFF5840FD6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E673480-E1E6-4638-B4D7-5578547005CF}" type="pres">
      <dgm:prSet presAssocID="{ECCC434B-026D-481B-B895-D778962951A5}" presName="spacer" presStyleCnt="0"/>
      <dgm:spPr/>
    </dgm:pt>
    <dgm:pt modelId="{03319B9A-592C-47E8-9AA1-DF5A6D80A306}" type="pres">
      <dgm:prSet presAssocID="{0DDF2363-13EE-4572-A202-83DA39D97A4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EB9EB8C-90C2-41BB-B9B1-BCC30DF79305}" type="pres">
      <dgm:prSet presAssocID="{3516EAF0-C562-4B19-AC3A-CE9F6F7BA6DC}" presName="spacer" presStyleCnt="0"/>
      <dgm:spPr/>
    </dgm:pt>
    <dgm:pt modelId="{E19468C4-D67F-41E1-AF27-CE7B80EDF8A3}" type="pres">
      <dgm:prSet presAssocID="{B01107CC-E598-4952-809E-D7758A35E99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05DC852-9445-40DC-B8A7-B73F4C80671B}" type="pres">
      <dgm:prSet presAssocID="{EFED24A6-A2FB-4E32-86A9-61596678C020}" presName="spacer" presStyleCnt="0"/>
      <dgm:spPr/>
    </dgm:pt>
    <dgm:pt modelId="{C16E5834-903A-42D3-A73C-8AD600A1B8E1}" type="pres">
      <dgm:prSet presAssocID="{04E8ABC7-75D3-49B6-B5C1-F8A54E2517B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0CC74D1-C0C6-4500-B861-F38844615EDB}" type="pres">
      <dgm:prSet presAssocID="{2314A21A-5B82-417C-83B7-7FFA3256FA7F}" presName="spacer" presStyleCnt="0"/>
      <dgm:spPr/>
    </dgm:pt>
    <dgm:pt modelId="{EF563184-8279-4A83-932F-ACDF3B656975}" type="pres">
      <dgm:prSet presAssocID="{5354A1F2-7EA1-4BDD-AB36-8C186B45B8C2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C28D85F-C26E-4D15-B0BC-5ECC1995E359}" type="pres">
      <dgm:prSet presAssocID="{3B57B141-ADBA-425D-96B2-58730EAA6B92}" presName="spacer" presStyleCnt="0"/>
      <dgm:spPr/>
    </dgm:pt>
    <dgm:pt modelId="{AC65553B-E8CA-43BD-8DE8-7CFC50A9C131}" type="pres">
      <dgm:prSet presAssocID="{37216EEE-3111-405F-81D0-51D2DCC0D42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5CD1CAC-EDB0-460E-999C-F040914969FB}" type="pres">
      <dgm:prSet presAssocID="{1897B09C-C31D-4E08-8EC5-8DC6947B7033}" presName="spacer" presStyleCnt="0"/>
      <dgm:spPr/>
    </dgm:pt>
    <dgm:pt modelId="{0D7A00E1-BD7A-4555-832A-E962AD469583}" type="pres">
      <dgm:prSet presAssocID="{B00BD0BE-8F62-4AF0-99CF-734F129C812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6EC3605-156D-4C89-BC9A-EFF1954384EF}" type="presOf" srcId="{81157594-27ED-4CF0-94B2-428FCEA8B098}" destId="{CAD9511C-FBED-4A0D-897F-2660F8674C11}" srcOrd="0" destOrd="0" presId="urn:microsoft.com/office/officeart/2005/8/layout/vList2"/>
    <dgm:cxn modelId="{13E6F66C-DE3F-442A-B38C-3CE688FBF4BB}" type="presOf" srcId="{B01107CC-E598-4952-809E-D7758A35E99B}" destId="{E19468C4-D67F-41E1-AF27-CE7B80EDF8A3}" srcOrd="0" destOrd="0" presId="urn:microsoft.com/office/officeart/2005/8/layout/vList2"/>
    <dgm:cxn modelId="{8B1D0E4E-5BA6-4DC1-BDEC-967259161F6C}" srcId="{74BD53AF-8B5C-4EAF-BA00-82EE4850FEAC}" destId="{B00BD0BE-8F62-4AF0-99CF-734F129C8128}" srcOrd="7" destOrd="0" parTransId="{07127AC4-2173-49BD-A298-8D2D5EF3AB27}" sibTransId="{FC34004D-6203-45E7-8E39-C043A9A10D6E}"/>
    <dgm:cxn modelId="{B0804D78-AA5C-484B-A52C-84E2393962D9}" srcId="{74BD53AF-8B5C-4EAF-BA00-82EE4850FEAC}" destId="{5354A1F2-7EA1-4BDD-AB36-8C186B45B8C2}" srcOrd="5" destOrd="0" parTransId="{4CE50EFB-248B-4DC3-97F9-D9A391849DDA}" sibTransId="{3B57B141-ADBA-425D-96B2-58730EAA6B92}"/>
    <dgm:cxn modelId="{1AA73189-6DE0-491C-A440-6FA49A582C73}" type="presOf" srcId="{5354A1F2-7EA1-4BDD-AB36-8C186B45B8C2}" destId="{EF563184-8279-4A83-932F-ACDF3B656975}" srcOrd="0" destOrd="0" presId="urn:microsoft.com/office/officeart/2005/8/layout/vList2"/>
    <dgm:cxn modelId="{68437794-F183-4847-8CA6-E25F645E94CB}" type="presOf" srcId="{0DDF2363-13EE-4572-A202-83DA39D97A4A}" destId="{03319B9A-592C-47E8-9AA1-DF5A6D80A306}" srcOrd="0" destOrd="0" presId="urn:microsoft.com/office/officeart/2005/8/layout/vList2"/>
    <dgm:cxn modelId="{BA6EA398-41EB-43C4-AA2B-597EB40599E1}" type="presOf" srcId="{74BD53AF-8B5C-4EAF-BA00-82EE4850FEAC}" destId="{9638C0A7-07F6-4E90-9B88-BA55CA4901C7}" srcOrd="0" destOrd="0" presId="urn:microsoft.com/office/officeart/2005/8/layout/vList2"/>
    <dgm:cxn modelId="{C856C1A7-3E29-476B-8FF4-B09805F37D12}" srcId="{74BD53AF-8B5C-4EAF-BA00-82EE4850FEAC}" destId="{0DDF2363-13EE-4572-A202-83DA39D97A4A}" srcOrd="2" destOrd="0" parTransId="{17CF375C-E136-4FC5-A5CF-406EEB29311E}" sibTransId="{3516EAF0-C562-4B19-AC3A-CE9F6F7BA6DC}"/>
    <dgm:cxn modelId="{3B2F9FB7-9650-4234-84A4-DB93DB74306E}" type="presOf" srcId="{5BC63EE3-7B35-45C1-A52E-5FFF5840FD61}" destId="{413EC496-E7A0-45EA-A2AB-48F76B7DCE14}" srcOrd="0" destOrd="0" presId="urn:microsoft.com/office/officeart/2005/8/layout/vList2"/>
    <dgm:cxn modelId="{522E08C2-1CEB-468C-BBE8-73029EA42E85}" srcId="{74BD53AF-8B5C-4EAF-BA00-82EE4850FEAC}" destId="{B01107CC-E598-4952-809E-D7758A35E99B}" srcOrd="3" destOrd="0" parTransId="{9E7AA544-2D1E-4E44-AD40-8701F39A6EB4}" sibTransId="{EFED24A6-A2FB-4E32-86A9-61596678C020}"/>
    <dgm:cxn modelId="{9014BCC7-E660-484D-B0B3-AEDE567E1C8F}" type="presOf" srcId="{B00BD0BE-8F62-4AF0-99CF-734F129C8128}" destId="{0D7A00E1-BD7A-4555-832A-E962AD469583}" srcOrd="0" destOrd="0" presId="urn:microsoft.com/office/officeart/2005/8/layout/vList2"/>
    <dgm:cxn modelId="{D9A192D5-7A35-403E-BA8A-268000E5106F}" srcId="{74BD53AF-8B5C-4EAF-BA00-82EE4850FEAC}" destId="{37216EEE-3111-405F-81D0-51D2DCC0D42F}" srcOrd="6" destOrd="0" parTransId="{8ABDC18E-1AEF-49FF-A9EE-198D736BF46A}" sibTransId="{1897B09C-C31D-4E08-8EC5-8DC6947B7033}"/>
    <dgm:cxn modelId="{722CA4D5-076D-4BF7-B4B0-0CDD556BA88B}" type="presOf" srcId="{37216EEE-3111-405F-81D0-51D2DCC0D42F}" destId="{AC65553B-E8CA-43BD-8DE8-7CFC50A9C131}" srcOrd="0" destOrd="0" presId="urn:microsoft.com/office/officeart/2005/8/layout/vList2"/>
    <dgm:cxn modelId="{A8FFD3DE-3560-4E24-B77F-7165492A1FAC}" type="presOf" srcId="{04E8ABC7-75D3-49B6-B5C1-F8A54E2517B1}" destId="{C16E5834-903A-42D3-A73C-8AD600A1B8E1}" srcOrd="0" destOrd="0" presId="urn:microsoft.com/office/officeart/2005/8/layout/vList2"/>
    <dgm:cxn modelId="{43FE0EED-14E0-4EAF-80CD-7D95FDB1E54D}" srcId="{74BD53AF-8B5C-4EAF-BA00-82EE4850FEAC}" destId="{04E8ABC7-75D3-49B6-B5C1-F8A54E2517B1}" srcOrd="4" destOrd="0" parTransId="{7894EFE7-8699-470A-8C4E-D07DD1262543}" sibTransId="{2314A21A-5B82-417C-83B7-7FFA3256FA7F}"/>
    <dgm:cxn modelId="{C5B0C1FD-35BE-4CB1-8378-83D465F2D3F6}" srcId="{74BD53AF-8B5C-4EAF-BA00-82EE4850FEAC}" destId="{5BC63EE3-7B35-45C1-A52E-5FFF5840FD61}" srcOrd="1" destOrd="0" parTransId="{F1C28AB9-40CF-4CB7-9767-C3B55B46D43F}" sibTransId="{ECCC434B-026D-481B-B895-D778962951A5}"/>
    <dgm:cxn modelId="{DAAFFAFD-3A32-4CBD-9DCD-DEE5DD8309A9}" srcId="{74BD53AF-8B5C-4EAF-BA00-82EE4850FEAC}" destId="{81157594-27ED-4CF0-94B2-428FCEA8B098}" srcOrd="0" destOrd="0" parTransId="{0BAF7E3F-CB85-4DF6-A971-F47B7026908A}" sibTransId="{6B32E2DD-0369-4CC1-A9FD-BA2DDFBEAAAB}"/>
    <dgm:cxn modelId="{7A6725E2-0945-4B22-93E5-0E82B23AC712}" type="presParOf" srcId="{9638C0A7-07F6-4E90-9B88-BA55CA4901C7}" destId="{CAD9511C-FBED-4A0D-897F-2660F8674C11}" srcOrd="0" destOrd="0" presId="urn:microsoft.com/office/officeart/2005/8/layout/vList2"/>
    <dgm:cxn modelId="{345C7A41-E2E6-45A3-B8D4-6DD579ED1D9E}" type="presParOf" srcId="{9638C0A7-07F6-4E90-9B88-BA55CA4901C7}" destId="{1B66C542-1E6D-4EBE-A93D-AFE203B7AB88}" srcOrd="1" destOrd="0" presId="urn:microsoft.com/office/officeart/2005/8/layout/vList2"/>
    <dgm:cxn modelId="{21E60712-0B01-4122-9B05-D85247C23EE4}" type="presParOf" srcId="{9638C0A7-07F6-4E90-9B88-BA55CA4901C7}" destId="{413EC496-E7A0-45EA-A2AB-48F76B7DCE14}" srcOrd="2" destOrd="0" presId="urn:microsoft.com/office/officeart/2005/8/layout/vList2"/>
    <dgm:cxn modelId="{C8CB4D35-7ACB-427E-89F4-E3C8C000776D}" type="presParOf" srcId="{9638C0A7-07F6-4E90-9B88-BA55CA4901C7}" destId="{7E673480-E1E6-4638-B4D7-5578547005CF}" srcOrd="3" destOrd="0" presId="urn:microsoft.com/office/officeart/2005/8/layout/vList2"/>
    <dgm:cxn modelId="{F2A7677F-60FE-4009-A5DE-66ABD7DD9C31}" type="presParOf" srcId="{9638C0A7-07F6-4E90-9B88-BA55CA4901C7}" destId="{03319B9A-592C-47E8-9AA1-DF5A6D80A306}" srcOrd="4" destOrd="0" presId="urn:microsoft.com/office/officeart/2005/8/layout/vList2"/>
    <dgm:cxn modelId="{283D3BF8-C670-4B0B-976F-0BB0C72EFBF5}" type="presParOf" srcId="{9638C0A7-07F6-4E90-9B88-BA55CA4901C7}" destId="{0EB9EB8C-90C2-41BB-B9B1-BCC30DF79305}" srcOrd="5" destOrd="0" presId="urn:microsoft.com/office/officeart/2005/8/layout/vList2"/>
    <dgm:cxn modelId="{284550A7-527E-46C2-9B79-31DAD2E6E023}" type="presParOf" srcId="{9638C0A7-07F6-4E90-9B88-BA55CA4901C7}" destId="{E19468C4-D67F-41E1-AF27-CE7B80EDF8A3}" srcOrd="6" destOrd="0" presId="urn:microsoft.com/office/officeart/2005/8/layout/vList2"/>
    <dgm:cxn modelId="{B9901C30-9D6E-4918-89BF-C2CF74D52316}" type="presParOf" srcId="{9638C0A7-07F6-4E90-9B88-BA55CA4901C7}" destId="{F05DC852-9445-40DC-B8A7-B73F4C80671B}" srcOrd="7" destOrd="0" presId="urn:microsoft.com/office/officeart/2005/8/layout/vList2"/>
    <dgm:cxn modelId="{58415807-02C6-4A66-AF4E-3FF832943CDA}" type="presParOf" srcId="{9638C0A7-07F6-4E90-9B88-BA55CA4901C7}" destId="{C16E5834-903A-42D3-A73C-8AD600A1B8E1}" srcOrd="8" destOrd="0" presId="urn:microsoft.com/office/officeart/2005/8/layout/vList2"/>
    <dgm:cxn modelId="{A179991A-528E-4C21-826B-F772C4D2EC2B}" type="presParOf" srcId="{9638C0A7-07F6-4E90-9B88-BA55CA4901C7}" destId="{D0CC74D1-C0C6-4500-B861-F38844615EDB}" srcOrd="9" destOrd="0" presId="urn:microsoft.com/office/officeart/2005/8/layout/vList2"/>
    <dgm:cxn modelId="{21E425A1-6593-4BCA-8D6A-C8383E6217CA}" type="presParOf" srcId="{9638C0A7-07F6-4E90-9B88-BA55CA4901C7}" destId="{EF563184-8279-4A83-932F-ACDF3B656975}" srcOrd="10" destOrd="0" presId="urn:microsoft.com/office/officeart/2005/8/layout/vList2"/>
    <dgm:cxn modelId="{528A21F1-9DCC-4C71-96D7-17C5B4AEE39C}" type="presParOf" srcId="{9638C0A7-07F6-4E90-9B88-BA55CA4901C7}" destId="{2C28D85F-C26E-4D15-B0BC-5ECC1995E359}" srcOrd="11" destOrd="0" presId="urn:microsoft.com/office/officeart/2005/8/layout/vList2"/>
    <dgm:cxn modelId="{8477477D-474F-4235-804D-8F728544AE8F}" type="presParOf" srcId="{9638C0A7-07F6-4E90-9B88-BA55CA4901C7}" destId="{AC65553B-E8CA-43BD-8DE8-7CFC50A9C131}" srcOrd="12" destOrd="0" presId="urn:microsoft.com/office/officeart/2005/8/layout/vList2"/>
    <dgm:cxn modelId="{D903989A-3043-4CF4-B2E3-0DB7947459A4}" type="presParOf" srcId="{9638C0A7-07F6-4E90-9B88-BA55CA4901C7}" destId="{B5CD1CAC-EDB0-460E-999C-F040914969FB}" srcOrd="13" destOrd="0" presId="urn:microsoft.com/office/officeart/2005/8/layout/vList2"/>
    <dgm:cxn modelId="{2FA45AB8-6753-433C-A9B4-694AF3BA6AE9}" type="presParOf" srcId="{9638C0A7-07F6-4E90-9B88-BA55CA4901C7}" destId="{0D7A00E1-BD7A-4555-832A-E962AD46958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D0CE73-C945-45FF-A7D4-4FB8992AB427}" type="doc">
      <dgm:prSet loTypeId="urn:microsoft.com/office/officeart/2005/8/layout/defaul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AC094E2-4FC8-4583-B2A2-48BF3FDC4EA1}">
      <dgm:prSet custT="1"/>
      <dgm:spPr/>
      <dgm:t>
        <a:bodyPr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r>
            <a:rPr lang="en-US" sz="3600" b="1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Cyberethics </a:t>
          </a:r>
        </a:p>
      </dgm:t>
    </dgm:pt>
    <dgm:pt modelId="{8EA22917-D10A-4778-B0BD-0E53D910A140}" type="parTrans" cxnId="{38EA8D4F-85DA-447D-9BBE-2E8E57236307}">
      <dgm:prSet/>
      <dgm:spPr/>
      <dgm:t>
        <a:bodyPr/>
        <a:lstStyle/>
        <a:p>
          <a:endParaRPr lang="en-US"/>
        </a:p>
      </dgm:t>
    </dgm:pt>
    <dgm:pt modelId="{2A4EC0DA-A529-4B56-8214-78754A52D313}" type="sibTrans" cxnId="{38EA8D4F-85DA-447D-9BBE-2E8E57236307}">
      <dgm:prSet/>
      <dgm:spPr/>
      <dgm:t>
        <a:bodyPr/>
        <a:lstStyle/>
        <a:p>
          <a:endParaRPr lang="en-US"/>
        </a:p>
      </dgm:t>
    </dgm:pt>
    <dgm:pt modelId="{DC21B169-6579-4598-8341-EBE83AF10A26}">
      <dgm:prSet custT="1"/>
      <dgm:spPr/>
      <dgm:t>
        <a:bodyPr/>
        <a:lstStyle/>
        <a:p>
          <a:r>
            <a:rPr lang="en-US" sz="2400" dirty="0"/>
            <a:t>Study of ethical issues arising from technology use, focusing on rights, responsibilities, and moral dilemmas in the digital world.</a:t>
          </a:r>
        </a:p>
      </dgm:t>
    </dgm:pt>
    <dgm:pt modelId="{D97BADA9-C999-49F0-9635-7C2420FC5FD3}" type="parTrans" cxnId="{6D2C59B1-3600-481F-80C1-FEFF48EC08EA}">
      <dgm:prSet/>
      <dgm:spPr/>
      <dgm:t>
        <a:bodyPr/>
        <a:lstStyle/>
        <a:p>
          <a:endParaRPr lang="en-US"/>
        </a:p>
      </dgm:t>
    </dgm:pt>
    <dgm:pt modelId="{F30A617A-E70C-4EB5-B565-90A7008D26A1}" type="sibTrans" cxnId="{6D2C59B1-3600-481F-80C1-FEFF48EC08EA}">
      <dgm:prSet/>
      <dgm:spPr/>
      <dgm:t>
        <a:bodyPr/>
        <a:lstStyle/>
        <a:p>
          <a:endParaRPr lang="en-US"/>
        </a:p>
      </dgm:t>
    </dgm:pt>
    <dgm:pt modelId="{9BC5B0F5-403B-4847-8F88-A1F6C91DBA90}">
      <dgm:prSet custT="1"/>
      <dgm:spPr/>
      <dgm:t>
        <a:bodyPr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r>
            <a:rPr lang="en-US" sz="3600" b="1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Digital Citizenship </a:t>
          </a:r>
        </a:p>
      </dgm:t>
    </dgm:pt>
    <dgm:pt modelId="{97546A79-8A1D-4B1B-B1C5-CF9E5C8BBE6A}" type="parTrans" cxnId="{A936E689-EFDA-43E8-B1E2-E18B04B838E8}">
      <dgm:prSet/>
      <dgm:spPr/>
      <dgm:t>
        <a:bodyPr/>
        <a:lstStyle/>
        <a:p>
          <a:endParaRPr lang="en-US"/>
        </a:p>
      </dgm:t>
    </dgm:pt>
    <dgm:pt modelId="{6796E760-5F48-4A82-980C-66183699E59A}" type="sibTrans" cxnId="{A936E689-EFDA-43E8-B1E2-E18B04B838E8}">
      <dgm:prSet/>
      <dgm:spPr/>
      <dgm:t>
        <a:bodyPr/>
        <a:lstStyle/>
        <a:p>
          <a:endParaRPr lang="en-US"/>
        </a:p>
      </dgm:t>
    </dgm:pt>
    <dgm:pt modelId="{331A7B08-117E-49FF-A634-980FFB3882A7}">
      <dgm:prSet custT="1"/>
      <dgm:spPr/>
      <dgm:t>
        <a:bodyPr/>
        <a:lstStyle/>
        <a:p>
          <a:pPr algn="ctr"/>
          <a:r>
            <a:rPr lang="en-US" sz="2400" dirty="0"/>
            <a:t>Responsible, ethical, and safe use of technology to communicate, interact, and participate in the digital world.</a:t>
          </a:r>
        </a:p>
      </dgm:t>
    </dgm:pt>
    <dgm:pt modelId="{544F0629-4070-4C58-8A1A-29C574E7583C}" type="parTrans" cxnId="{DEF82DD0-4368-4973-9AE2-9A20EAE43C7C}">
      <dgm:prSet/>
      <dgm:spPr/>
      <dgm:t>
        <a:bodyPr/>
        <a:lstStyle/>
        <a:p>
          <a:endParaRPr lang="en-US"/>
        </a:p>
      </dgm:t>
    </dgm:pt>
    <dgm:pt modelId="{37759244-6D20-492E-8ED2-1193AC507B60}" type="sibTrans" cxnId="{DEF82DD0-4368-4973-9AE2-9A20EAE43C7C}">
      <dgm:prSet/>
      <dgm:spPr/>
      <dgm:t>
        <a:bodyPr/>
        <a:lstStyle/>
        <a:p>
          <a:endParaRPr lang="en-US"/>
        </a:p>
      </dgm:t>
    </dgm:pt>
    <dgm:pt modelId="{23B22B70-68D2-47F4-A174-45E2B6FCAF36}" type="pres">
      <dgm:prSet presAssocID="{8ED0CE73-C945-45FF-A7D4-4FB8992AB427}" presName="diagram" presStyleCnt="0">
        <dgm:presLayoutVars>
          <dgm:dir/>
          <dgm:resizeHandles val="exact"/>
        </dgm:presLayoutVars>
      </dgm:prSet>
      <dgm:spPr/>
    </dgm:pt>
    <dgm:pt modelId="{494B87A3-D753-47F8-9066-F100C99698AB}" type="pres">
      <dgm:prSet presAssocID="{7AC094E2-4FC8-4583-B2A2-48BF3FDC4EA1}" presName="node" presStyleLbl="node1" presStyleIdx="0" presStyleCnt="4">
        <dgm:presLayoutVars>
          <dgm:bulletEnabled val="1"/>
        </dgm:presLayoutVars>
      </dgm:prSet>
      <dgm:spPr/>
    </dgm:pt>
    <dgm:pt modelId="{4F0E3465-E5FE-490B-97A9-2412FC12D686}" type="pres">
      <dgm:prSet presAssocID="{2A4EC0DA-A529-4B56-8214-78754A52D313}" presName="sibTrans" presStyleCnt="0"/>
      <dgm:spPr/>
    </dgm:pt>
    <dgm:pt modelId="{7861424A-8A93-45BA-B5CD-978705DE9789}" type="pres">
      <dgm:prSet presAssocID="{DC21B169-6579-4598-8341-EBE83AF10A26}" presName="node" presStyleLbl="node1" presStyleIdx="1" presStyleCnt="4" custScaleX="138427">
        <dgm:presLayoutVars>
          <dgm:bulletEnabled val="1"/>
        </dgm:presLayoutVars>
      </dgm:prSet>
      <dgm:spPr/>
    </dgm:pt>
    <dgm:pt modelId="{B4DAD09C-DD94-408A-BED6-1641E6D3D85F}" type="pres">
      <dgm:prSet presAssocID="{F30A617A-E70C-4EB5-B565-90A7008D26A1}" presName="sibTrans" presStyleCnt="0"/>
      <dgm:spPr/>
    </dgm:pt>
    <dgm:pt modelId="{25CC26E1-00A5-418C-B4D8-DABEF81CA029}" type="pres">
      <dgm:prSet presAssocID="{9BC5B0F5-403B-4847-8F88-A1F6C91DBA90}" presName="node" presStyleLbl="node1" presStyleIdx="2" presStyleCnt="4">
        <dgm:presLayoutVars>
          <dgm:bulletEnabled val="1"/>
        </dgm:presLayoutVars>
      </dgm:prSet>
      <dgm:spPr/>
    </dgm:pt>
    <dgm:pt modelId="{B3C18265-B113-4EF8-9378-EB0BFA67639B}" type="pres">
      <dgm:prSet presAssocID="{6796E760-5F48-4A82-980C-66183699E59A}" presName="sibTrans" presStyleCnt="0"/>
      <dgm:spPr/>
    </dgm:pt>
    <dgm:pt modelId="{387B8926-3D27-4CBF-ACBF-532FA9BCDA3A}" type="pres">
      <dgm:prSet presAssocID="{331A7B08-117E-49FF-A634-980FFB3882A7}" presName="node" presStyleLbl="node1" presStyleIdx="3" presStyleCnt="4" custScaleX="140429">
        <dgm:presLayoutVars>
          <dgm:bulletEnabled val="1"/>
        </dgm:presLayoutVars>
      </dgm:prSet>
      <dgm:spPr/>
    </dgm:pt>
  </dgm:ptLst>
  <dgm:cxnLst>
    <dgm:cxn modelId="{79845C01-20C8-4845-B359-E388292535E9}" type="presOf" srcId="{8ED0CE73-C945-45FF-A7D4-4FB8992AB427}" destId="{23B22B70-68D2-47F4-A174-45E2B6FCAF36}" srcOrd="0" destOrd="0" presId="urn:microsoft.com/office/officeart/2005/8/layout/default"/>
    <dgm:cxn modelId="{38EA8D4F-85DA-447D-9BBE-2E8E57236307}" srcId="{8ED0CE73-C945-45FF-A7D4-4FB8992AB427}" destId="{7AC094E2-4FC8-4583-B2A2-48BF3FDC4EA1}" srcOrd="0" destOrd="0" parTransId="{8EA22917-D10A-4778-B0BD-0E53D910A140}" sibTransId="{2A4EC0DA-A529-4B56-8214-78754A52D313}"/>
    <dgm:cxn modelId="{FFA76F7E-E8BE-420C-96B3-27A39979FB3F}" type="presOf" srcId="{7AC094E2-4FC8-4583-B2A2-48BF3FDC4EA1}" destId="{494B87A3-D753-47F8-9066-F100C99698AB}" srcOrd="0" destOrd="0" presId="urn:microsoft.com/office/officeart/2005/8/layout/default"/>
    <dgm:cxn modelId="{A936E689-EFDA-43E8-B1E2-E18B04B838E8}" srcId="{8ED0CE73-C945-45FF-A7D4-4FB8992AB427}" destId="{9BC5B0F5-403B-4847-8F88-A1F6C91DBA90}" srcOrd="2" destOrd="0" parTransId="{97546A79-8A1D-4B1B-B1C5-CF9E5C8BBE6A}" sibTransId="{6796E760-5F48-4A82-980C-66183699E59A}"/>
    <dgm:cxn modelId="{E22DAC9C-1253-4510-AC80-FB63359C93BC}" type="presOf" srcId="{DC21B169-6579-4598-8341-EBE83AF10A26}" destId="{7861424A-8A93-45BA-B5CD-978705DE9789}" srcOrd="0" destOrd="0" presId="urn:microsoft.com/office/officeart/2005/8/layout/default"/>
    <dgm:cxn modelId="{6D2C59B1-3600-481F-80C1-FEFF48EC08EA}" srcId="{8ED0CE73-C945-45FF-A7D4-4FB8992AB427}" destId="{DC21B169-6579-4598-8341-EBE83AF10A26}" srcOrd="1" destOrd="0" parTransId="{D97BADA9-C999-49F0-9635-7C2420FC5FD3}" sibTransId="{F30A617A-E70C-4EB5-B565-90A7008D26A1}"/>
    <dgm:cxn modelId="{14B1D9C6-3599-4A7D-AB41-810EBFC24AB1}" type="presOf" srcId="{331A7B08-117E-49FF-A634-980FFB3882A7}" destId="{387B8926-3D27-4CBF-ACBF-532FA9BCDA3A}" srcOrd="0" destOrd="0" presId="urn:microsoft.com/office/officeart/2005/8/layout/default"/>
    <dgm:cxn modelId="{98A674CE-6BD1-4750-B483-368BDD1C41DE}" type="presOf" srcId="{9BC5B0F5-403B-4847-8F88-A1F6C91DBA90}" destId="{25CC26E1-00A5-418C-B4D8-DABEF81CA029}" srcOrd="0" destOrd="0" presId="urn:microsoft.com/office/officeart/2005/8/layout/default"/>
    <dgm:cxn modelId="{DEF82DD0-4368-4973-9AE2-9A20EAE43C7C}" srcId="{8ED0CE73-C945-45FF-A7D4-4FB8992AB427}" destId="{331A7B08-117E-49FF-A634-980FFB3882A7}" srcOrd="3" destOrd="0" parTransId="{544F0629-4070-4C58-8A1A-29C574E7583C}" sibTransId="{37759244-6D20-492E-8ED2-1193AC507B60}"/>
    <dgm:cxn modelId="{AA5E7F15-FF65-432E-9847-AD7AE37E380F}" type="presParOf" srcId="{23B22B70-68D2-47F4-A174-45E2B6FCAF36}" destId="{494B87A3-D753-47F8-9066-F100C99698AB}" srcOrd="0" destOrd="0" presId="urn:microsoft.com/office/officeart/2005/8/layout/default"/>
    <dgm:cxn modelId="{F8A5B96E-36E7-4FF3-82ED-6C2DF43168F0}" type="presParOf" srcId="{23B22B70-68D2-47F4-A174-45E2B6FCAF36}" destId="{4F0E3465-E5FE-490B-97A9-2412FC12D686}" srcOrd="1" destOrd="0" presId="urn:microsoft.com/office/officeart/2005/8/layout/default"/>
    <dgm:cxn modelId="{86CEDC18-91F9-4F66-A1AE-F4910C35B050}" type="presParOf" srcId="{23B22B70-68D2-47F4-A174-45E2B6FCAF36}" destId="{7861424A-8A93-45BA-B5CD-978705DE9789}" srcOrd="2" destOrd="0" presId="urn:microsoft.com/office/officeart/2005/8/layout/default"/>
    <dgm:cxn modelId="{33ED0895-B360-4901-962E-67FE5CC1082B}" type="presParOf" srcId="{23B22B70-68D2-47F4-A174-45E2B6FCAF36}" destId="{B4DAD09C-DD94-408A-BED6-1641E6D3D85F}" srcOrd="3" destOrd="0" presId="urn:microsoft.com/office/officeart/2005/8/layout/default"/>
    <dgm:cxn modelId="{73E27E66-3B2B-44A1-ABDA-DEE0C27E8FCE}" type="presParOf" srcId="{23B22B70-68D2-47F4-A174-45E2B6FCAF36}" destId="{25CC26E1-00A5-418C-B4D8-DABEF81CA029}" srcOrd="4" destOrd="0" presId="urn:microsoft.com/office/officeart/2005/8/layout/default"/>
    <dgm:cxn modelId="{FA9E3807-9544-4B52-84A0-21CCEE650CF8}" type="presParOf" srcId="{23B22B70-68D2-47F4-A174-45E2B6FCAF36}" destId="{B3C18265-B113-4EF8-9378-EB0BFA67639B}" srcOrd="5" destOrd="0" presId="urn:microsoft.com/office/officeart/2005/8/layout/default"/>
    <dgm:cxn modelId="{0EC39320-C6BA-4AF4-AD5D-DE42B1FD20D1}" type="presParOf" srcId="{23B22B70-68D2-47F4-A174-45E2B6FCAF36}" destId="{387B8926-3D27-4CBF-ACBF-532FA9BCDA3A}" srcOrd="6" destOrd="0" presId="urn:microsoft.com/office/officeart/2005/8/layout/default"/>
  </dgm:cxnLst>
  <dgm:bg>
    <a:noFill/>
  </dgm:bg>
  <dgm:whole>
    <a:ln>
      <a:solidFill>
        <a:schemeClr val="bg2">
          <a:lumMod val="10000"/>
          <a:lumOff val="9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2DE33E-066F-46CA-B77B-E1B6720E783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B6568C5-7633-44D7-B501-7529D614473F}">
      <dgm:prSet custT="1"/>
      <dgm:spPr/>
      <dgm:t>
        <a:bodyPr/>
        <a:lstStyle/>
        <a:p>
          <a:pPr algn="ctr"/>
          <a:r>
            <a:rPr lang="en-US" sz="1800" dirty="0"/>
            <a:t>Enables individuals to access reliable information and resources</a:t>
          </a:r>
          <a:r>
            <a:rPr lang="en-US" sz="2000" dirty="0"/>
            <a:t>.</a:t>
          </a:r>
        </a:p>
      </dgm:t>
    </dgm:pt>
    <dgm:pt modelId="{5BD2958D-F1EA-42DC-9522-80423845346B}" type="parTrans" cxnId="{5880EED1-304D-4BA5-9660-78A74F8AB7B0}">
      <dgm:prSet/>
      <dgm:spPr/>
      <dgm:t>
        <a:bodyPr/>
        <a:lstStyle/>
        <a:p>
          <a:endParaRPr lang="en-US"/>
        </a:p>
      </dgm:t>
    </dgm:pt>
    <dgm:pt modelId="{10D25F7C-4423-4D93-A6AB-B62B817CA8B0}" type="sibTrans" cxnId="{5880EED1-304D-4BA5-9660-78A74F8AB7B0}">
      <dgm:prSet phldrT="01"/>
      <dgm:spPr/>
      <dgm:t>
        <a:bodyPr/>
        <a:lstStyle/>
        <a:p>
          <a:pPr algn="ctr"/>
          <a:r>
            <a:rPr lang="en-US" b="1" dirty="0"/>
            <a:t>Access to Information</a:t>
          </a:r>
        </a:p>
      </dgm:t>
    </dgm:pt>
    <dgm:pt modelId="{61133D86-08BD-423D-A954-22B35F7534B6}">
      <dgm:prSet custT="1"/>
      <dgm:spPr/>
      <dgm:t>
        <a:bodyPr/>
        <a:lstStyle/>
        <a:p>
          <a:pPr algn="ctr"/>
          <a:r>
            <a:rPr lang="en-US" sz="1700" dirty="0"/>
            <a:t>Facilitates global connections and positive online interactions.</a:t>
          </a:r>
        </a:p>
      </dgm:t>
    </dgm:pt>
    <dgm:pt modelId="{5A334CCA-0727-4898-BF37-6F5EBE9D3200}" type="parTrans" cxnId="{6F7C2FE8-0F82-4B3F-B49A-3C0DD0B75D13}">
      <dgm:prSet/>
      <dgm:spPr/>
      <dgm:t>
        <a:bodyPr/>
        <a:lstStyle/>
        <a:p>
          <a:endParaRPr lang="en-US"/>
        </a:p>
      </dgm:t>
    </dgm:pt>
    <dgm:pt modelId="{84C9E5F3-14FC-4D83-9560-38B5EADC9444}" type="sibTrans" cxnId="{6F7C2FE8-0F82-4B3F-B49A-3C0DD0B75D13}">
      <dgm:prSet phldrT="02" custT="1"/>
      <dgm:spPr/>
      <dgm:t>
        <a:bodyPr/>
        <a:lstStyle/>
        <a:p>
          <a:pPr algn="ctr"/>
          <a:r>
            <a:rPr lang="en-US" sz="2000" b="1" dirty="0"/>
            <a:t>Building Relationships</a:t>
          </a:r>
        </a:p>
      </dgm:t>
    </dgm:pt>
    <dgm:pt modelId="{BB226315-1AFF-4B7C-A57A-CBBEBB38A572}">
      <dgm:prSet custT="1"/>
      <dgm:spPr/>
      <dgm:t>
        <a:bodyPr/>
        <a:lstStyle/>
        <a:p>
          <a:pPr algn="ctr"/>
          <a:r>
            <a:rPr lang="en-US" sz="1700" dirty="0"/>
            <a:t>Empowers creativity and sharing of ideas.</a:t>
          </a:r>
        </a:p>
      </dgm:t>
    </dgm:pt>
    <dgm:pt modelId="{808A85EA-A281-4066-918C-EC4F7D8F94A4}" type="parTrans" cxnId="{4C4772B8-65A5-4B6A-B064-C9595E80A01E}">
      <dgm:prSet/>
      <dgm:spPr/>
      <dgm:t>
        <a:bodyPr/>
        <a:lstStyle/>
        <a:p>
          <a:endParaRPr lang="en-US"/>
        </a:p>
      </dgm:t>
    </dgm:pt>
    <dgm:pt modelId="{18CF0C97-5B74-42A5-80E6-BC4683B0B4AB}" type="sibTrans" cxnId="{4C4772B8-65A5-4B6A-B064-C9595E80A01E}">
      <dgm:prSet phldrT="03"/>
      <dgm:spPr/>
      <dgm:t>
        <a:bodyPr/>
        <a:lstStyle/>
        <a:p>
          <a:pPr algn="ctr"/>
          <a:r>
            <a:rPr lang="en-US" b="1" dirty="0"/>
            <a:t>Self-Expression</a:t>
          </a:r>
        </a:p>
      </dgm:t>
    </dgm:pt>
    <dgm:pt modelId="{9C006951-B39F-41BA-BBCB-839F4E387DB6}">
      <dgm:prSet custT="1"/>
      <dgm:spPr/>
      <dgm:t>
        <a:bodyPr/>
        <a:lstStyle/>
        <a:p>
          <a:pPr algn="ctr"/>
          <a:r>
            <a:rPr lang="en-US" sz="1700" dirty="0"/>
            <a:t>Enhances professional development and employability.</a:t>
          </a:r>
        </a:p>
      </dgm:t>
    </dgm:pt>
    <dgm:pt modelId="{0097D096-2D59-485A-9645-5FBC2D954FAD}" type="parTrans" cxnId="{5079D712-C117-45EF-939F-5EA735C53EAD}">
      <dgm:prSet/>
      <dgm:spPr/>
      <dgm:t>
        <a:bodyPr/>
        <a:lstStyle/>
        <a:p>
          <a:endParaRPr lang="en-US"/>
        </a:p>
      </dgm:t>
    </dgm:pt>
    <dgm:pt modelId="{AD686493-624C-496D-A916-A24DA282AAFB}" type="sibTrans" cxnId="{5079D712-C117-45EF-939F-5EA735C53EAD}">
      <dgm:prSet phldrT="04"/>
      <dgm:spPr/>
      <dgm:t>
        <a:bodyPr/>
        <a:lstStyle/>
        <a:p>
          <a:r>
            <a:rPr lang="en-US" b="1" dirty="0"/>
            <a:t>Employment Opportunities</a:t>
          </a:r>
        </a:p>
      </dgm:t>
    </dgm:pt>
    <dgm:pt modelId="{BC92C368-C47B-4276-A230-C9F7DD23C947}">
      <dgm:prSet custT="1"/>
      <dgm:spPr/>
      <dgm:t>
        <a:bodyPr/>
        <a:lstStyle/>
        <a:p>
          <a:pPr algn="ctr"/>
          <a:r>
            <a:rPr lang="en-US" sz="1700" dirty="0"/>
            <a:t>Expands learning opportunities through digital tools and resources.</a:t>
          </a:r>
        </a:p>
      </dgm:t>
    </dgm:pt>
    <dgm:pt modelId="{40B6B02C-92C5-4163-A0F8-3F7720A15873}" type="parTrans" cxnId="{B9221923-D794-4A77-849E-64FF6F056484}">
      <dgm:prSet/>
      <dgm:spPr/>
      <dgm:t>
        <a:bodyPr/>
        <a:lstStyle/>
        <a:p>
          <a:endParaRPr lang="en-US"/>
        </a:p>
      </dgm:t>
    </dgm:pt>
    <dgm:pt modelId="{1A534ADF-0149-479E-90F6-8E4582789F55}" type="sibTrans" cxnId="{B9221923-D794-4A77-849E-64FF6F056484}">
      <dgm:prSet phldrT="05" custT="1"/>
      <dgm:spPr/>
      <dgm:t>
        <a:bodyPr/>
        <a:lstStyle/>
        <a:p>
          <a:r>
            <a:rPr lang="en-US" sz="2300" b="1" dirty="0"/>
            <a:t>Education</a:t>
          </a:r>
        </a:p>
      </dgm:t>
    </dgm:pt>
    <dgm:pt modelId="{71125986-0082-438C-90D2-93385AFFA088}" type="pres">
      <dgm:prSet presAssocID="{472DE33E-066F-46CA-B77B-E1B6720E783B}" presName="Name0" presStyleCnt="0">
        <dgm:presLayoutVars>
          <dgm:animLvl val="lvl"/>
          <dgm:resizeHandles val="exact"/>
        </dgm:presLayoutVars>
      </dgm:prSet>
      <dgm:spPr/>
    </dgm:pt>
    <dgm:pt modelId="{8BB2779D-D31C-482A-8662-4102E2B298DD}" type="pres">
      <dgm:prSet presAssocID="{AB6568C5-7633-44D7-B501-7529D614473F}" presName="compositeNode" presStyleCnt="0">
        <dgm:presLayoutVars>
          <dgm:bulletEnabled val="1"/>
        </dgm:presLayoutVars>
      </dgm:prSet>
      <dgm:spPr/>
    </dgm:pt>
    <dgm:pt modelId="{357755DB-E3C6-4858-9042-8714923CD6B2}" type="pres">
      <dgm:prSet presAssocID="{AB6568C5-7633-44D7-B501-7529D614473F}" presName="bgRect" presStyleLbl="alignNode1" presStyleIdx="0" presStyleCnt="5"/>
      <dgm:spPr/>
    </dgm:pt>
    <dgm:pt modelId="{D808305C-3A8F-4C35-92B6-C6320AC67C68}" type="pres">
      <dgm:prSet presAssocID="{10D25F7C-4423-4D93-A6AB-B62B817CA8B0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DA678A3C-0774-4F24-BE7A-8C4A81B2D621}" type="pres">
      <dgm:prSet presAssocID="{AB6568C5-7633-44D7-B501-7529D614473F}" presName="nodeRect" presStyleLbl="alignNode1" presStyleIdx="0" presStyleCnt="5">
        <dgm:presLayoutVars>
          <dgm:bulletEnabled val="1"/>
        </dgm:presLayoutVars>
      </dgm:prSet>
      <dgm:spPr/>
    </dgm:pt>
    <dgm:pt modelId="{4B689C97-3E39-4F94-82A9-AC393B883C62}" type="pres">
      <dgm:prSet presAssocID="{10D25F7C-4423-4D93-A6AB-B62B817CA8B0}" presName="sibTrans" presStyleCnt="0"/>
      <dgm:spPr/>
    </dgm:pt>
    <dgm:pt modelId="{20C150EA-7B6C-4CA8-975F-295D50EBB43F}" type="pres">
      <dgm:prSet presAssocID="{61133D86-08BD-423D-A954-22B35F7534B6}" presName="compositeNode" presStyleCnt="0">
        <dgm:presLayoutVars>
          <dgm:bulletEnabled val="1"/>
        </dgm:presLayoutVars>
      </dgm:prSet>
      <dgm:spPr/>
    </dgm:pt>
    <dgm:pt modelId="{656497E4-58E8-4678-B6A0-39F73A43A780}" type="pres">
      <dgm:prSet presAssocID="{61133D86-08BD-423D-A954-22B35F7534B6}" presName="bgRect" presStyleLbl="alignNode1" presStyleIdx="1" presStyleCnt="5"/>
      <dgm:spPr/>
    </dgm:pt>
    <dgm:pt modelId="{8BC0641C-7CFB-48DA-BFFC-45D253842361}" type="pres">
      <dgm:prSet presAssocID="{84C9E5F3-14FC-4D83-9560-38B5EADC9444}" presName="sibTransNodeRect" presStyleLbl="alignNode1" presStyleIdx="1" presStyleCnt="5" custScaleX="113200">
        <dgm:presLayoutVars>
          <dgm:chMax val="0"/>
          <dgm:bulletEnabled val="1"/>
        </dgm:presLayoutVars>
      </dgm:prSet>
      <dgm:spPr/>
    </dgm:pt>
    <dgm:pt modelId="{2CFC67E0-7DE5-45D6-B9F5-588F661E2571}" type="pres">
      <dgm:prSet presAssocID="{61133D86-08BD-423D-A954-22B35F7534B6}" presName="nodeRect" presStyleLbl="alignNode1" presStyleIdx="1" presStyleCnt="5">
        <dgm:presLayoutVars>
          <dgm:bulletEnabled val="1"/>
        </dgm:presLayoutVars>
      </dgm:prSet>
      <dgm:spPr/>
    </dgm:pt>
    <dgm:pt modelId="{FABD2691-8024-48E4-AF73-89AAE1919E0A}" type="pres">
      <dgm:prSet presAssocID="{84C9E5F3-14FC-4D83-9560-38B5EADC9444}" presName="sibTrans" presStyleCnt="0"/>
      <dgm:spPr/>
    </dgm:pt>
    <dgm:pt modelId="{45FD6998-9E3F-4266-ADCA-8E70D17D6925}" type="pres">
      <dgm:prSet presAssocID="{BB226315-1AFF-4B7C-A57A-CBBEBB38A572}" presName="compositeNode" presStyleCnt="0">
        <dgm:presLayoutVars>
          <dgm:bulletEnabled val="1"/>
        </dgm:presLayoutVars>
      </dgm:prSet>
      <dgm:spPr/>
    </dgm:pt>
    <dgm:pt modelId="{F23D97B3-8667-4CD0-998A-E0E2D3AE4081}" type="pres">
      <dgm:prSet presAssocID="{BB226315-1AFF-4B7C-A57A-CBBEBB38A572}" presName="bgRect" presStyleLbl="alignNode1" presStyleIdx="2" presStyleCnt="5"/>
      <dgm:spPr/>
    </dgm:pt>
    <dgm:pt modelId="{BCF43398-A4CA-4BEE-9A0D-0F861C00EFE1}" type="pres">
      <dgm:prSet presAssocID="{18CF0C97-5B74-42A5-80E6-BC4683B0B4AB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9F6B0F4F-51F5-4132-8FE2-6BEAE21A3B80}" type="pres">
      <dgm:prSet presAssocID="{BB226315-1AFF-4B7C-A57A-CBBEBB38A572}" presName="nodeRect" presStyleLbl="alignNode1" presStyleIdx="2" presStyleCnt="5">
        <dgm:presLayoutVars>
          <dgm:bulletEnabled val="1"/>
        </dgm:presLayoutVars>
      </dgm:prSet>
      <dgm:spPr/>
    </dgm:pt>
    <dgm:pt modelId="{1BCD6B8B-9C3C-40B3-B6CA-C145B6925422}" type="pres">
      <dgm:prSet presAssocID="{18CF0C97-5B74-42A5-80E6-BC4683B0B4AB}" presName="sibTrans" presStyleCnt="0"/>
      <dgm:spPr/>
    </dgm:pt>
    <dgm:pt modelId="{F2724D21-CD77-4241-A754-9B3CBF610249}" type="pres">
      <dgm:prSet presAssocID="{9C006951-B39F-41BA-BBCB-839F4E387DB6}" presName="compositeNode" presStyleCnt="0">
        <dgm:presLayoutVars>
          <dgm:bulletEnabled val="1"/>
        </dgm:presLayoutVars>
      </dgm:prSet>
      <dgm:spPr/>
    </dgm:pt>
    <dgm:pt modelId="{86204EEF-A1AC-4AAF-BE74-9F00F28875F7}" type="pres">
      <dgm:prSet presAssocID="{9C006951-B39F-41BA-BBCB-839F4E387DB6}" presName="bgRect" presStyleLbl="alignNode1" presStyleIdx="3" presStyleCnt="5"/>
      <dgm:spPr/>
    </dgm:pt>
    <dgm:pt modelId="{162ACF0C-D27A-4B22-97A3-78426F4A6BF6}" type="pres">
      <dgm:prSet presAssocID="{AD686493-624C-496D-A916-A24DA282AAFB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FDCAE7F0-DDBB-4170-B65E-9D5F7E1A6497}" type="pres">
      <dgm:prSet presAssocID="{9C006951-B39F-41BA-BBCB-839F4E387DB6}" presName="nodeRect" presStyleLbl="alignNode1" presStyleIdx="3" presStyleCnt="5">
        <dgm:presLayoutVars>
          <dgm:bulletEnabled val="1"/>
        </dgm:presLayoutVars>
      </dgm:prSet>
      <dgm:spPr/>
    </dgm:pt>
    <dgm:pt modelId="{AD983193-1C5A-4456-933D-E60C52F03AF0}" type="pres">
      <dgm:prSet presAssocID="{AD686493-624C-496D-A916-A24DA282AAFB}" presName="sibTrans" presStyleCnt="0"/>
      <dgm:spPr/>
    </dgm:pt>
    <dgm:pt modelId="{487DA858-DFB1-4DA5-A4D7-A34C13686E2E}" type="pres">
      <dgm:prSet presAssocID="{BC92C368-C47B-4276-A230-C9F7DD23C947}" presName="compositeNode" presStyleCnt="0">
        <dgm:presLayoutVars>
          <dgm:bulletEnabled val="1"/>
        </dgm:presLayoutVars>
      </dgm:prSet>
      <dgm:spPr/>
    </dgm:pt>
    <dgm:pt modelId="{9AD5A2B8-A920-4D0C-B657-219442B74EFD}" type="pres">
      <dgm:prSet presAssocID="{BC92C368-C47B-4276-A230-C9F7DD23C947}" presName="bgRect" presStyleLbl="alignNode1" presStyleIdx="4" presStyleCnt="5"/>
      <dgm:spPr/>
    </dgm:pt>
    <dgm:pt modelId="{F3B170A3-5BF4-46BF-816A-84BADC6EB162}" type="pres">
      <dgm:prSet presAssocID="{1A534ADF-0149-479E-90F6-8E4582789F55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9F3ACEF6-53D8-45FB-917D-068F7CD26F13}" type="pres">
      <dgm:prSet presAssocID="{BC92C368-C47B-4276-A230-C9F7DD23C947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DE72540A-59FA-4F63-BABD-E32D94FA5B90}" type="presOf" srcId="{AD686493-624C-496D-A916-A24DA282AAFB}" destId="{162ACF0C-D27A-4B22-97A3-78426F4A6BF6}" srcOrd="0" destOrd="0" presId="urn:microsoft.com/office/officeart/2016/7/layout/LinearBlockProcessNumbered"/>
    <dgm:cxn modelId="{5079D712-C117-45EF-939F-5EA735C53EAD}" srcId="{472DE33E-066F-46CA-B77B-E1B6720E783B}" destId="{9C006951-B39F-41BA-BBCB-839F4E387DB6}" srcOrd="3" destOrd="0" parTransId="{0097D096-2D59-485A-9645-5FBC2D954FAD}" sibTransId="{AD686493-624C-496D-A916-A24DA282AAFB}"/>
    <dgm:cxn modelId="{0ED3C417-25B5-4BC6-9269-77EFED411206}" type="presOf" srcId="{AB6568C5-7633-44D7-B501-7529D614473F}" destId="{357755DB-E3C6-4858-9042-8714923CD6B2}" srcOrd="0" destOrd="0" presId="urn:microsoft.com/office/officeart/2016/7/layout/LinearBlockProcessNumbered"/>
    <dgm:cxn modelId="{B9221923-D794-4A77-849E-64FF6F056484}" srcId="{472DE33E-066F-46CA-B77B-E1B6720E783B}" destId="{BC92C368-C47B-4276-A230-C9F7DD23C947}" srcOrd="4" destOrd="0" parTransId="{40B6B02C-92C5-4163-A0F8-3F7720A15873}" sibTransId="{1A534ADF-0149-479E-90F6-8E4582789F55}"/>
    <dgm:cxn modelId="{5ABFC62D-B57E-4F45-A6EA-0AD1D44D8E5A}" type="presOf" srcId="{61133D86-08BD-423D-A954-22B35F7534B6}" destId="{2CFC67E0-7DE5-45D6-B9F5-588F661E2571}" srcOrd="1" destOrd="0" presId="urn:microsoft.com/office/officeart/2016/7/layout/LinearBlockProcessNumbered"/>
    <dgm:cxn modelId="{CDF1012E-62F0-4ED4-9780-C5B0BCCD6E46}" type="presOf" srcId="{9C006951-B39F-41BA-BBCB-839F4E387DB6}" destId="{FDCAE7F0-DDBB-4170-B65E-9D5F7E1A6497}" srcOrd="1" destOrd="0" presId="urn:microsoft.com/office/officeart/2016/7/layout/LinearBlockProcessNumbered"/>
    <dgm:cxn modelId="{26B6F93E-EC43-4F4D-B3CF-AC2349EAB8E7}" type="presOf" srcId="{472DE33E-066F-46CA-B77B-E1B6720E783B}" destId="{71125986-0082-438C-90D2-93385AFFA088}" srcOrd="0" destOrd="0" presId="urn:microsoft.com/office/officeart/2016/7/layout/LinearBlockProcessNumbered"/>
    <dgm:cxn modelId="{01058C5C-1A49-4F77-97CF-6B4D9439F44D}" type="presOf" srcId="{BB226315-1AFF-4B7C-A57A-CBBEBB38A572}" destId="{9F6B0F4F-51F5-4132-8FE2-6BEAE21A3B80}" srcOrd="1" destOrd="0" presId="urn:microsoft.com/office/officeart/2016/7/layout/LinearBlockProcessNumbered"/>
    <dgm:cxn modelId="{C69EA947-5630-4D1A-B76D-3B77C5A399FF}" type="presOf" srcId="{84C9E5F3-14FC-4D83-9560-38B5EADC9444}" destId="{8BC0641C-7CFB-48DA-BFFC-45D253842361}" srcOrd="0" destOrd="0" presId="urn:microsoft.com/office/officeart/2016/7/layout/LinearBlockProcessNumbered"/>
    <dgm:cxn modelId="{DC38AD67-64B5-4DF6-9302-7A7D318EA37A}" type="presOf" srcId="{9C006951-B39F-41BA-BBCB-839F4E387DB6}" destId="{86204EEF-A1AC-4AAF-BE74-9F00F28875F7}" srcOrd="0" destOrd="0" presId="urn:microsoft.com/office/officeart/2016/7/layout/LinearBlockProcessNumbered"/>
    <dgm:cxn modelId="{45A8D469-48C4-4E7A-877D-B6B3FE6B8080}" type="presOf" srcId="{BC92C368-C47B-4276-A230-C9F7DD23C947}" destId="{9F3ACEF6-53D8-45FB-917D-068F7CD26F13}" srcOrd="1" destOrd="0" presId="urn:microsoft.com/office/officeart/2016/7/layout/LinearBlockProcessNumbered"/>
    <dgm:cxn modelId="{F8C20B4F-D0C7-4C7F-BB9C-2C741E150C5B}" type="presOf" srcId="{BB226315-1AFF-4B7C-A57A-CBBEBB38A572}" destId="{F23D97B3-8667-4CD0-998A-E0E2D3AE4081}" srcOrd="0" destOrd="0" presId="urn:microsoft.com/office/officeart/2016/7/layout/LinearBlockProcessNumbered"/>
    <dgm:cxn modelId="{E8310571-9B2A-465D-9252-D13E876FFD24}" type="presOf" srcId="{18CF0C97-5B74-42A5-80E6-BC4683B0B4AB}" destId="{BCF43398-A4CA-4BEE-9A0D-0F861C00EFE1}" srcOrd="0" destOrd="0" presId="urn:microsoft.com/office/officeart/2016/7/layout/LinearBlockProcessNumbered"/>
    <dgm:cxn modelId="{035CCB52-ED88-431A-89E4-EB7BBAFED375}" type="presOf" srcId="{10D25F7C-4423-4D93-A6AB-B62B817CA8B0}" destId="{D808305C-3A8F-4C35-92B6-C6320AC67C68}" srcOrd="0" destOrd="0" presId="urn:microsoft.com/office/officeart/2016/7/layout/LinearBlockProcessNumbered"/>
    <dgm:cxn modelId="{C5077D78-819C-491B-994E-84D50FF5F835}" type="presOf" srcId="{BC92C368-C47B-4276-A230-C9F7DD23C947}" destId="{9AD5A2B8-A920-4D0C-B657-219442B74EFD}" srcOrd="0" destOrd="0" presId="urn:microsoft.com/office/officeart/2016/7/layout/LinearBlockProcessNumbered"/>
    <dgm:cxn modelId="{1EB7B27B-5230-44A4-8B66-FC5263AC1C75}" type="presOf" srcId="{61133D86-08BD-423D-A954-22B35F7534B6}" destId="{656497E4-58E8-4678-B6A0-39F73A43A780}" srcOrd="0" destOrd="0" presId="urn:microsoft.com/office/officeart/2016/7/layout/LinearBlockProcessNumbered"/>
    <dgm:cxn modelId="{BE1FD696-4D15-45C3-B6F3-D6BA928954B3}" type="presOf" srcId="{1A534ADF-0149-479E-90F6-8E4582789F55}" destId="{F3B170A3-5BF4-46BF-816A-84BADC6EB162}" srcOrd="0" destOrd="0" presId="urn:microsoft.com/office/officeart/2016/7/layout/LinearBlockProcessNumbered"/>
    <dgm:cxn modelId="{24C67EB5-F0A1-4E7E-8EA2-7405EC57B495}" type="presOf" srcId="{AB6568C5-7633-44D7-B501-7529D614473F}" destId="{DA678A3C-0774-4F24-BE7A-8C4A81B2D621}" srcOrd="1" destOrd="0" presId="urn:microsoft.com/office/officeart/2016/7/layout/LinearBlockProcessNumbered"/>
    <dgm:cxn modelId="{4C4772B8-65A5-4B6A-B064-C9595E80A01E}" srcId="{472DE33E-066F-46CA-B77B-E1B6720E783B}" destId="{BB226315-1AFF-4B7C-A57A-CBBEBB38A572}" srcOrd="2" destOrd="0" parTransId="{808A85EA-A281-4066-918C-EC4F7D8F94A4}" sibTransId="{18CF0C97-5B74-42A5-80E6-BC4683B0B4AB}"/>
    <dgm:cxn modelId="{5880EED1-304D-4BA5-9660-78A74F8AB7B0}" srcId="{472DE33E-066F-46CA-B77B-E1B6720E783B}" destId="{AB6568C5-7633-44D7-B501-7529D614473F}" srcOrd="0" destOrd="0" parTransId="{5BD2958D-F1EA-42DC-9522-80423845346B}" sibTransId="{10D25F7C-4423-4D93-A6AB-B62B817CA8B0}"/>
    <dgm:cxn modelId="{6F7C2FE8-0F82-4B3F-B49A-3C0DD0B75D13}" srcId="{472DE33E-066F-46CA-B77B-E1B6720E783B}" destId="{61133D86-08BD-423D-A954-22B35F7534B6}" srcOrd="1" destOrd="0" parTransId="{5A334CCA-0727-4898-BF37-6F5EBE9D3200}" sibTransId="{84C9E5F3-14FC-4D83-9560-38B5EADC9444}"/>
    <dgm:cxn modelId="{9962A0F5-156D-438F-9AE0-195E874695BE}" type="presParOf" srcId="{71125986-0082-438C-90D2-93385AFFA088}" destId="{8BB2779D-D31C-482A-8662-4102E2B298DD}" srcOrd="0" destOrd="0" presId="urn:microsoft.com/office/officeart/2016/7/layout/LinearBlockProcessNumbered"/>
    <dgm:cxn modelId="{38C8A465-DE87-493B-A8AB-C52BE8904A01}" type="presParOf" srcId="{8BB2779D-D31C-482A-8662-4102E2B298DD}" destId="{357755DB-E3C6-4858-9042-8714923CD6B2}" srcOrd="0" destOrd="0" presId="urn:microsoft.com/office/officeart/2016/7/layout/LinearBlockProcessNumbered"/>
    <dgm:cxn modelId="{974152E8-CF9C-4A59-A572-30A9AAAA92FC}" type="presParOf" srcId="{8BB2779D-D31C-482A-8662-4102E2B298DD}" destId="{D808305C-3A8F-4C35-92B6-C6320AC67C68}" srcOrd="1" destOrd="0" presId="urn:microsoft.com/office/officeart/2016/7/layout/LinearBlockProcessNumbered"/>
    <dgm:cxn modelId="{6F8C8452-A0E2-48BF-8B48-DB319AAD95E6}" type="presParOf" srcId="{8BB2779D-D31C-482A-8662-4102E2B298DD}" destId="{DA678A3C-0774-4F24-BE7A-8C4A81B2D621}" srcOrd="2" destOrd="0" presId="urn:microsoft.com/office/officeart/2016/7/layout/LinearBlockProcessNumbered"/>
    <dgm:cxn modelId="{00DC799F-012C-4CD3-BE75-49A28C47C1D5}" type="presParOf" srcId="{71125986-0082-438C-90D2-93385AFFA088}" destId="{4B689C97-3E39-4F94-82A9-AC393B883C62}" srcOrd="1" destOrd="0" presId="urn:microsoft.com/office/officeart/2016/7/layout/LinearBlockProcessNumbered"/>
    <dgm:cxn modelId="{A326E85A-8282-4166-B6AF-74CE4696A92A}" type="presParOf" srcId="{71125986-0082-438C-90D2-93385AFFA088}" destId="{20C150EA-7B6C-4CA8-975F-295D50EBB43F}" srcOrd="2" destOrd="0" presId="urn:microsoft.com/office/officeart/2016/7/layout/LinearBlockProcessNumbered"/>
    <dgm:cxn modelId="{50CFC1F1-9ED6-4FC1-AB97-CED3957AE3FD}" type="presParOf" srcId="{20C150EA-7B6C-4CA8-975F-295D50EBB43F}" destId="{656497E4-58E8-4678-B6A0-39F73A43A780}" srcOrd="0" destOrd="0" presId="urn:microsoft.com/office/officeart/2016/7/layout/LinearBlockProcessNumbered"/>
    <dgm:cxn modelId="{6EB62B99-BDC5-4999-847F-5B4027974124}" type="presParOf" srcId="{20C150EA-7B6C-4CA8-975F-295D50EBB43F}" destId="{8BC0641C-7CFB-48DA-BFFC-45D253842361}" srcOrd="1" destOrd="0" presId="urn:microsoft.com/office/officeart/2016/7/layout/LinearBlockProcessNumbered"/>
    <dgm:cxn modelId="{05A95E3A-4E67-461C-8A74-2B4B89796C51}" type="presParOf" srcId="{20C150EA-7B6C-4CA8-975F-295D50EBB43F}" destId="{2CFC67E0-7DE5-45D6-B9F5-588F661E2571}" srcOrd="2" destOrd="0" presId="urn:microsoft.com/office/officeart/2016/7/layout/LinearBlockProcessNumbered"/>
    <dgm:cxn modelId="{1E7768F7-D25F-432F-8B3D-08586E16D8FE}" type="presParOf" srcId="{71125986-0082-438C-90D2-93385AFFA088}" destId="{FABD2691-8024-48E4-AF73-89AAE1919E0A}" srcOrd="3" destOrd="0" presId="urn:microsoft.com/office/officeart/2016/7/layout/LinearBlockProcessNumbered"/>
    <dgm:cxn modelId="{5F745EF1-3654-4FF7-8DB0-72C7F8CACF4B}" type="presParOf" srcId="{71125986-0082-438C-90D2-93385AFFA088}" destId="{45FD6998-9E3F-4266-ADCA-8E70D17D6925}" srcOrd="4" destOrd="0" presId="urn:microsoft.com/office/officeart/2016/7/layout/LinearBlockProcessNumbered"/>
    <dgm:cxn modelId="{C50A8123-1853-4943-A3D5-C7EF73B278B6}" type="presParOf" srcId="{45FD6998-9E3F-4266-ADCA-8E70D17D6925}" destId="{F23D97B3-8667-4CD0-998A-E0E2D3AE4081}" srcOrd="0" destOrd="0" presId="urn:microsoft.com/office/officeart/2016/7/layout/LinearBlockProcessNumbered"/>
    <dgm:cxn modelId="{5C16C140-2B75-4201-9D47-B5276886C3F6}" type="presParOf" srcId="{45FD6998-9E3F-4266-ADCA-8E70D17D6925}" destId="{BCF43398-A4CA-4BEE-9A0D-0F861C00EFE1}" srcOrd="1" destOrd="0" presId="urn:microsoft.com/office/officeart/2016/7/layout/LinearBlockProcessNumbered"/>
    <dgm:cxn modelId="{036ECD19-F50D-4CAF-B943-213F22A337BD}" type="presParOf" srcId="{45FD6998-9E3F-4266-ADCA-8E70D17D6925}" destId="{9F6B0F4F-51F5-4132-8FE2-6BEAE21A3B80}" srcOrd="2" destOrd="0" presId="urn:microsoft.com/office/officeart/2016/7/layout/LinearBlockProcessNumbered"/>
    <dgm:cxn modelId="{FF6E4787-0AAB-4AAC-B381-7F010FE75C02}" type="presParOf" srcId="{71125986-0082-438C-90D2-93385AFFA088}" destId="{1BCD6B8B-9C3C-40B3-B6CA-C145B6925422}" srcOrd="5" destOrd="0" presId="urn:microsoft.com/office/officeart/2016/7/layout/LinearBlockProcessNumbered"/>
    <dgm:cxn modelId="{71D62757-801F-41A4-8D52-0436E3E07B30}" type="presParOf" srcId="{71125986-0082-438C-90D2-93385AFFA088}" destId="{F2724D21-CD77-4241-A754-9B3CBF610249}" srcOrd="6" destOrd="0" presId="urn:microsoft.com/office/officeart/2016/7/layout/LinearBlockProcessNumbered"/>
    <dgm:cxn modelId="{2FA6911D-8D00-4832-988A-A9E0E2CCD074}" type="presParOf" srcId="{F2724D21-CD77-4241-A754-9B3CBF610249}" destId="{86204EEF-A1AC-4AAF-BE74-9F00F28875F7}" srcOrd="0" destOrd="0" presId="urn:microsoft.com/office/officeart/2016/7/layout/LinearBlockProcessNumbered"/>
    <dgm:cxn modelId="{4F3F4EBD-91F6-4E51-8AA0-BDD6359A2C34}" type="presParOf" srcId="{F2724D21-CD77-4241-A754-9B3CBF610249}" destId="{162ACF0C-D27A-4B22-97A3-78426F4A6BF6}" srcOrd="1" destOrd="0" presId="urn:microsoft.com/office/officeart/2016/7/layout/LinearBlockProcessNumbered"/>
    <dgm:cxn modelId="{5A2A6359-3B87-4DE3-9AB8-D41E1CE8E8D6}" type="presParOf" srcId="{F2724D21-CD77-4241-A754-9B3CBF610249}" destId="{FDCAE7F0-DDBB-4170-B65E-9D5F7E1A6497}" srcOrd="2" destOrd="0" presId="urn:microsoft.com/office/officeart/2016/7/layout/LinearBlockProcessNumbered"/>
    <dgm:cxn modelId="{68C0A1EA-CBC2-4911-8EB7-58C164CCD0AA}" type="presParOf" srcId="{71125986-0082-438C-90D2-93385AFFA088}" destId="{AD983193-1C5A-4456-933D-E60C52F03AF0}" srcOrd="7" destOrd="0" presId="urn:microsoft.com/office/officeart/2016/7/layout/LinearBlockProcessNumbered"/>
    <dgm:cxn modelId="{85AC5364-C88F-4483-A2F9-95697288CD30}" type="presParOf" srcId="{71125986-0082-438C-90D2-93385AFFA088}" destId="{487DA858-DFB1-4DA5-A4D7-A34C13686E2E}" srcOrd="8" destOrd="0" presId="urn:microsoft.com/office/officeart/2016/7/layout/LinearBlockProcessNumbered"/>
    <dgm:cxn modelId="{62E08395-9846-480F-B192-82605F9F2511}" type="presParOf" srcId="{487DA858-DFB1-4DA5-A4D7-A34C13686E2E}" destId="{9AD5A2B8-A920-4D0C-B657-219442B74EFD}" srcOrd="0" destOrd="0" presId="urn:microsoft.com/office/officeart/2016/7/layout/LinearBlockProcessNumbered"/>
    <dgm:cxn modelId="{8B21391E-7808-4DAC-9A5D-52DFDB524083}" type="presParOf" srcId="{487DA858-DFB1-4DA5-A4D7-A34C13686E2E}" destId="{F3B170A3-5BF4-46BF-816A-84BADC6EB162}" srcOrd="1" destOrd="0" presId="urn:microsoft.com/office/officeart/2016/7/layout/LinearBlockProcessNumbered"/>
    <dgm:cxn modelId="{C5E8638E-352C-42B2-8B75-8EAF12BB63DF}" type="presParOf" srcId="{487DA858-DFB1-4DA5-A4D7-A34C13686E2E}" destId="{9F3ACEF6-53D8-45FB-917D-068F7CD26F1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F585D7-DC2C-40F2-B7D7-0A012DC4C084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5B5097C-0B1B-4214-BE05-8041185C39FE}">
      <dgm:prSet custT="1"/>
      <dgm:spPr/>
      <dgm:t>
        <a:bodyPr/>
        <a:lstStyle/>
        <a:p>
          <a:r>
            <a:rPr lang="en-US" sz="1800" b="1" u="sng" dirty="0"/>
            <a:t>1. </a:t>
          </a:r>
          <a:r>
            <a:rPr lang="en-US" sz="2000" b="1" u="sng" dirty="0"/>
            <a:t>Responsibility</a:t>
          </a:r>
          <a:endParaRPr lang="en-US" sz="1800" b="1" u="sng" dirty="0"/>
        </a:p>
        <a:p>
          <a:r>
            <a:rPr lang="en-US" sz="1800" dirty="0"/>
            <a:t>Be accountable for online actions, respect digital property, and avoid harmful behaviors like cyberbullying.</a:t>
          </a:r>
        </a:p>
      </dgm:t>
    </dgm:pt>
    <dgm:pt modelId="{4783A8D7-6013-4B46-B92C-15EE23F5BF83}" type="parTrans" cxnId="{14823E54-24A3-4BCD-B3F4-E70DD9F5297D}">
      <dgm:prSet/>
      <dgm:spPr/>
      <dgm:t>
        <a:bodyPr/>
        <a:lstStyle/>
        <a:p>
          <a:endParaRPr lang="en-US"/>
        </a:p>
      </dgm:t>
    </dgm:pt>
    <dgm:pt modelId="{2ECCEFF0-D91C-4AA4-8CB9-AD5D2EDB762E}" type="sibTrans" cxnId="{14823E54-24A3-4BCD-B3F4-E70DD9F5297D}">
      <dgm:prSet/>
      <dgm:spPr/>
      <dgm:t>
        <a:bodyPr/>
        <a:lstStyle/>
        <a:p>
          <a:endParaRPr lang="en-US"/>
        </a:p>
      </dgm:t>
    </dgm:pt>
    <dgm:pt modelId="{FC1D7CE5-432C-421C-A3F1-786EF773E851}">
      <dgm:prSet custT="1"/>
      <dgm:spPr/>
      <dgm:t>
        <a:bodyPr/>
        <a:lstStyle/>
        <a:p>
          <a:r>
            <a:rPr lang="en-US" sz="2000" b="1" u="sng" dirty="0"/>
            <a:t>2. Privacy </a:t>
          </a:r>
        </a:p>
        <a:p>
          <a:r>
            <a:rPr lang="en-US" sz="2000" dirty="0"/>
            <a:t>Protect personal information and respect others' privacy in the digital space.</a:t>
          </a:r>
        </a:p>
      </dgm:t>
    </dgm:pt>
    <dgm:pt modelId="{2663C904-1FBB-4481-A9D4-40BADDF0F719}" type="parTrans" cxnId="{0B40C8EF-1F38-493C-BBB6-AF8EBAA823EB}">
      <dgm:prSet/>
      <dgm:spPr/>
      <dgm:t>
        <a:bodyPr/>
        <a:lstStyle/>
        <a:p>
          <a:endParaRPr lang="en-US"/>
        </a:p>
      </dgm:t>
    </dgm:pt>
    <dgm:pt modelId="{F3CB999F-D2C3-4411-9283-98B635C45C8B}" type="sibTrans" cxnId="{0B40C8EF-1F38-493C-BBB6-AF8EBAA823EB}">
      <dgm:prSet/>
      <dgm:spPr/>
      <dgm:t>
        <a:bodyPr/>
        <a:lstStyle/>
        <a:p>
          <a:endParaRPr lang="en-US"/>
        </a:p>
      </dgm:t>
    </dgm:pt>
    <dgm:pt modelId="{321188A4-61BD-4628-ACDC-CA5BD3985671}">
      <dgm:prSet custT="1"/>
      <dgm:spPr/>
      <dgm:t>
        <a:bodyPr/>
        <a:lstStyle/>
        <a:p>
          <a:r>
            <a:rPr lang="en-US" sz="2000" b="1" u="sng" dirty="0"/>
            <a:t>3. Respect</a:t>
          </a:r>
        </a:p>
        <a:p>
          <a:r>
            <a:rPr lang="en-US" sz="2000" dirty="0"/>
            <a:t>Foster positive online interactions by practicing good digital manners and inclusivity.</a:t>
          </a:r>
        </a:p>
      </dgm:t>
    </dgm:pt>
    <dgm:pt modelId="{30EF0410-9FB7-453A-AF99-EA5A3849AA38}" type="parTrans" cxnId="{AF5322AB-64BE-4F0C-B0F8-6591C1291FAB}">
      <dgm:prSet/>
      <dgm:spPr/>
      <dgm:t>
        <a:bodyPr/>
        <a:lstStyle/>
        <a:p>
          <a:endParaRPr lang="en-US"/>
        </a:p>
      </dgm:t>
    </dgm:pt>
    <dgm:pt modelId="{26031B47-5166-409C-8077-34803BD31C40}" type="sibTrans" cxnId="{AF5322AB-64BE-4F0C-B0F8-6591C1291FAB}">
      <dgm:prSet/>
      <dgm:spPr/>
      <dgm:t>
        <a:bodyPr/>
        <a:lstStyle/>
        <a:p>
          <a:endParaRPr lang="en-US"/>
        </a:p>
      </dgm:t>
    </dgm:pt>
    <dgm:pt modelId="{BACE8B30-2E1C-45DB-9890-628D77B5B50F}">
      <dgm:prSet custT="1"/>
      <dgm:spPr/>
      <dgm:t>
        <a:bodyPr/>
        <a:lstStyle/>
        <a:p>
          <a:r>
            <a:rPr lang="en-US" sz="2000" b="1" u="sng" dirty="0"/>
            <a:t>4. Integrity</a:t>
          </a:r>
        </a:p>
        <a:p>
          <a:r>
            <a:rPr lang="en-US" sz="2000" dirty="0"/>
            <a:t>Maintain honesty, trustworthiness, and ethical conduct in digital activities.</a:t>
          </a:r>
        </a:p>
      </dgm:t>
    </dgm:pt>
    <dgm:pt modelId="{40857081-7D3C-429F-AF98-3A231F09B9E9}" type="parTrans" cxnId="{C606B4E1-790B-46AA-A0C2-743DE34AA037}">
      <dgm:prSet/>
      <dgm:spPr/>
      <dgm:t>
        <a:bodyPr/>
        <a:lstStyle/>
        <a:p>
          <a:endParaRPr lang="en-US"/>
        </a:p>
      </dgm:t>
    </dgm:pt>
    <dgm:pt modelId="{BBCE02DB-C3E7-4188-8070-EA1B5196F0E0}" type="sibTrans" cxnId="{C606B4E1-790B-46AA-A0C2-743DE34AA037}">
      <dgm:prSet/>
      <dgm:spPr/>
      <dgm:t>
        <a:bodyPr/>
        <a:lstStyle/>
        <a:p>
          <a:endParaRPr lang="en-US"/>
        </a:p>
      </dgm:t>
    </dgm:pt>
    <dgm:pt modelId="{08B8F0AB-FF5C-42A0-94F1-1AF7E1CC5CBA}">
      <dgm:prSet custT="1"/>
      <dgm:spPr/>
      <dgm:t>
        <a:bodyPr/>
        <a:lstStyle/>
        <a:p>
          <a:r>
            <a:rPr lang="en-US" sz="2000" b="1" u="sng" dirty="0"/>
            <a:t>5. Empathy</a:t>
          </a:r>
        </a:p>
        <a:p>
          <a:r>
            <a:rPr lang="en-US" sz="2000" dirty="0"/>
            <a:t>Understand and consider the feelings and perspectives of others online.</a:t>
          </a:r>
        </a:p>
      </dgm:t>
    </dgm:pt>
    <dgm:pt modelId="{326DF2EC-6C61-4D8D-8A7D-87A690712ECC}" type="parTrans" cxnId="{1130B69C-3E60-4259-91BA-5F96EACEC50D}">
      <dgm:prSet/>
      <dgm:spPr/>
      <dgm:t>
        <a:bodyPr/>
        <a:lstStyle/>
        <a:p>
          <a:endParaRPr lang="en-US"/>
        </a:p>
      </dgm:t>
    </dgm:pt>
    <dgm:pt modelId="{B8C1DDF7-2F51-4C90-BFAB-2B129D844767}" type="sibTrans" cxnId="{1130B69C-3E60-4259-91BA-5F96EACEC50D}">
      <dgm:prSet/>
      <dgm:spPr/>
      <dgm:t>
        <a:bodyPr/>
        <a:lstStyle/>
        <a:p>
          <a:endParaRPr lang="en-US"/>
        </a:p>
      </dgm:t>
    </dgm:pt>
    <dgm:pt modelId="{549E7471-D274-4E54-A5B6-0B86F2767222}" type="pres">
      <dgm:prSet presAssocID="{0FF585D7-DC2C-40F2-B7D7-0A012DC4C084}" presName="diagram" presStyleCnt="0">
        <dgm:presLayoutVars>
          <dgm:dir/>
          <dgm:resizeHandles val="exact"/>
        </dgm:presLayoutVars>
      </dgm:prSet>
      <dgm:spPr/>
    </dgm:pt>
    <dgm:pt modelId="{591F0C6B-10D4-41D3-956B-9CEEAF198FBF}" type="pres">
      <dgm:prSet presAssocID="{75B5097C-0B1B-4214-BE05-8041185C39FE}" presName="node" presStyleLbl="node1" presStyleIdx="0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D1BA1159-3F42-4037-A0CF-DFD4F93EB6F7}" type="pres">
      <dgm:prSet presAssocID="{2ECCEFF0-D91C-4AA4-8CB9-AD5D2EDB762E}" presName="sibTrans" presStyleCnt="0"/>
      <dgm:spPr/>
    </dgm:pt>
    <dgm:pt modelId="{2281F043-B3B7-40F0-B2D3-D9D9BD3D01EE}" type="pres">
      <dgm:prSet presAssocID="{FC1D7CE5-432C-421C-A3F1-786EF773E851}" presName="node" presStyleLbl="node1" presStyleIdx="1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CBD354CF-8DB6-425D-A100-BA365B407453}" type="pres">
      <dgm:prSet presAssocID="{F3CB999F-D2C3-4411-9283-98B635C45C8B}" presName="sibTrans" presStyleCnt="0"/>
      <dgm:spPr/>
    </dgm:pt>
    <dgm:pt modelId="{28D93627-DD06-4543-A841-BA96A7505D8A}" type="pres">
      <dgm:prSet presAssocID="{321188A4-61BD-4628-ACDC-CA5BD3985671}" presName="node" presStyleLbl="node1" presStyleIdx="2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34D11034-6F8A-4FE1-B333-C73E7E2C756D}" type="pres">
      <dgm:prSet presAssocID="{26031B47-5166-409C-8077-34803BD31C40}" presName="sibTrans" presStyleCnt="0"/>
      <dgm:spPr/>
    </dgm:pt>
    <dgm:pt modelId="{E6D0DF91-B156-4C6B-9CD3-8929876B84D3}" type="pres">
      <dgm:prSet presAssocID="{BACE8B30-2E1C-45DB-9890-628D77B5B50F}" presName="node" presStyleLbl="node1" presStyleIdx="3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8015DCCB-EC39-4FF0-B974-15BD31CBDFC6}" type="pres">
      <dgm:prSet presAssocID="{BBCE02DB-C3E7-4188-8070-EA1B5196F0E0}" presName="sibTrans" presStyleCnt="0"/>
      <dgm:spPr/>
    </dgm:pt>
    <dgm:pt modelId="{9FB4E985-14DB-470F-B202-24DDA3AB6BF1}" type="pres">
      <dgm:prSet presAssocID="{08B8F0AB-FF5C-42A0-94F1-1AF7E1CC5CBA}" presName="node" presStyleLbl="node1" presStyleIdx="4" presStyleCnt="5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F1954A61-6583-447C-8A12-AD6BA85575DB}" type="presOf" srcId="{08B8F0AB-FF5C-42A0-94F1-1AF7E1CC5CBA}" destId="{9FB4E985-14DB-470F-B202-24DDA3AB6BF1}" srcOrd="0" destOrd="0" presId="urn:microsoft.com/office/officeart/2005/8/layout/default"/>
    <dgm:cxn modelId="{07883B4E-283F-4FD9-8E60-8159E0439B6C}" type="presOf" srcId="{75B5097C-0B1B-4214-BE05-8041185C39FE}" destId="{591F0C6B-10D4-41D3-956B-9CEEAF198FBF}" srcOrd="0" destOrd="0" presId="urn:microsoft.com/office/officeart/2005/8/layout/default"/>
    <dgm:cxn modelId="{BB62A553-7AE8-4009-8EB3-B94AAD5CE01A}" type="presOf" srcId="{FC1D7CE5-432C-421C-A3F1-786EF773E851}" destId="{2281F043-B3B7-40F0-B2D3-D9D9BD3D01EE}" srcOrd="0" destOrd="0" presId="urn:microsoft.com/office/officeart/2005/8/layout/default"/>
    <dgm:cxn modelId="{14823E54-24A3-4BCD-B3F4-E70DD9F5297D}" srcId="{0FF585D7-DC2C-40F2-B7D7-0A012DC4C084}" destId="{75B5097C-0B1B-4214-BE05-8041185C39FE}" srcOrd="0" destOrd="0" parTransId="{4783A8D7-6013-4B46-B92C-15EE23F5BF83}" sibTransId="{2ECCEFF0-D91C-4AA4-8CB9-AD5D2EDB762E}"/>
    <dgm:cxn modelId="{8B3F8255-C7EA-4783-B2EA-E0B9915C5D5F}" type="presOf" srcId="{BACE8B30-2E1C-45DB-9890-628D77B5B50F}" destId="{E6D0DF91-B156-4C6B-9CD3-8929876B84D3}" srcOrd="0" destOrd="0" presId="urn:microsoft.com/office/officeart/2005/8/layout/default"/>
    <dgm:cxn modelId="{7147548A-13D2-4AF2-842B-42D30D88A380}" type="presOf" srcId="{0FF585D7-DC2C-40F2-B7D7-0A012DC4C084}" destId="{549E7471-D274-4E54-A5B6-0B86F2767222}" srcOrd="0" destOrd="0" presId="urn:microsoft.com/office/officeart/2005/8/layout/default"/>
    <dgm:cxn modelId="{1130B69C-3E60-4259-91BA-5F96EACEC50D}" srcId="{0FF585D7-DC2C-40F2-B7D7-0A012DC4C084}" destId="{08B8F0AB-FF5C-42A0-94F1-1AF7E1CC5CBA}" srcOrd="4" destOrd="0" parTransId="{326DF2EC-6C61-4D8D-8A7D-87A690712ECC}" sibTransId="{B8C1DDF7-2F51-4C90-BFAB-2B129D844767}"/>
    <dgm:cxn modelId="{AF5322AB-64BE-4F0C-B0F8-6591C1291FAB}" srcId="{0FF585D7-DC2C-40F2-B7D7-0A012DC4C084}" destId="{321188A4-61BD-4628-ACDC-CA5BD3985671}" srcOrd="2" destOrd="0" parTransId="{30EF0410-9FB7-453A-AF99-EA5A3849AA38}" sibTransId="{26031B47-5166-409C-8077-34803BD31C40}"/>
    <dgm:cxn modelId="{C606B4E1-790B-46AA-A0C2-743DE34AA037}" srcId="{0FF585D7-DC2C-40F2-B7D7-0A012DC4C084}" destId="{BACE8B30-2E1C-45DB-9890-628D77B5B50F}" srcOrd="3" destOrd="0" parTransId="{40857081-7D3C-429F-AF98-3A231F09B9E9}" sibTransId="{BBCE02DB-C3E7-4188-8070-EA1B5196F0E0}"/>
    <dgm:cxn modelId="{6A4032E5-4E8B-4476-B0C5-0EC9FFD35CB4}" type="presOf" srcId="{321188A4-61BD-4628-ACDC-CA5BD3985671}" destId="{28D93627-DD06-4543-A841-BA96A7505D8A}" srcOrd="0" destOrd="0" presId="urn:microsoft.com/office/officeart/2005/8/layout/default"/>
    <dgm:cxn modelId="{0B40C8EF-1F38-493C-BBB6-AF8EBAA823EB}" srcId="{0FF585D7-DC2C-40F2-B7D7-0A012DC4C084}" destId="{FC1D7CE5-432C-421C-A3F1-786EF773E851}" srcOrd="1" destOrd="0" parTransId="{2663C904-1FBB-4481-A9D4-40BADDF0F719}" sibTransId="{F3CB999F-D2C3-4411-9283-98B635C45C8B}"/>
    <dgm:cxn modelId="{7B99C4E3-2EEB-4A7D-8083-759D5C394778}" type="presParOf" srcId="{549E7471-D274-4E54-A5B6-0B86F2767222}" destId="{591F0C6B-10D4-41D3-956B-9CEEAF198FBF}" srcOrd="0" destOrd="0" presId="urn:microsoft.com/office/officeart/2005/8/layout/default"/>
    <dgm:cxn modelId="{4CA131EB-8864-4662-94F6-2BE6244DE0C3}" type="presParOf" srcId="{549E7471-D274-4E54-A5B6-0B86F2767222}" destId="{D1BA1159-3F42-4037-A0CF-DFD4F93EB6F7}" srcOrd="1" destOrd="0" presId="urn:microsoft.com/office/officeart/2005/8/layout/default"/>
    <dgm:cxn modelId="{99170B69-2EC8-40F3-B348-FD3F5C972225}" type="presParOf" srcId="{549E7471-D274-4E54-A5B6-0B86F2767222}" destId="{2281F043-B3B7-40F0-B2D3-D9D9BD3D01EE}" srcOrd="2" destOrd="0" presId="urn:microsoft.com/office/officeart/2005/8/layout/default"/>
    <dgm:cxn modelId="{E05EDDAC-7CCE-459F-95C2-83E091272DEB}" type="presParOf" srcId="{549E7471-D274-4E54-A5B6-0B86F2767222}" destId="{CBD354CF-8DB6-425D-A100-BA365B407453}" srcOrd="3" destOrd="0" presId="urn:microsoft.com/office/officeart/2005/8/layout/default"/>
    <dgm:cxn modelId="{F9309E59-3783-498E-B44D-05F3DA092650}" type="presParOf" srcId="{549E7471-D274-4E54-A5B6-0B86F2767222}" destId="{28D93627-DD06-4543-A841-BA96A7505D8A}" srcOrd="4" destOrd="0" presId="urn:microsoft.com/office/officeart/2005/8/layout/default"/>
    <dgm:cxn modelId="{57D7EB32-C6AF-4644-A5DD-AABB2E3F7CBD}" type="presParOf" srcId="{549E7471-D274-4E54-A5B6-0B86F2767222}" destId="{34D11034-6F8A-4FE1-B333-C73E7E2C756D}" srcOrd="5" destOrd="0" presId="urn:microsoft.com/office/officeart/2005/8/layout/default"/>
    <dgm:cxn modelId="{EF01359E-76F6-4152-89DB-08A0D426FCDB}" type="presParOf" srcId="{549E7471-D274-4E54-A5B6-0B86F2767222}" destId="{E6D0DF91-B156-4C6B-9CD3-8929876B84D3}" srcOrd="6" destOrd="0" presId="urn:microsoft.com/office/officeart/2005/8/layout/default"/>
    <dgm:cxn modelId="{8C223478-5A27-418B-8F31-6C2E932B5DB7}" type="presParOf" srcId="{549E7471-D274-4E54-A5B6-0B86F2767222}" destId="{8015DCCB-EC39-4FF0-B974-15BD31CBDFC6}" srcOrd="7" destOrd="0" presId="urn:microsoft.com/office/officeart/2005/8/layout/default"/>
    <dgm:cxn modelId="{199DC798-3B97-4D9C-BD9C-D5B338A404E1}" type="presParOf" srcId="{549E7471-D274-4E54-A5B6-0B86F2767222}" destId="{9FB4E985-14DB-470F-B202-24DDA3AB6BF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BCE519-04C6-4D60-92F3-6B82BF6C2B2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EBD606-A250-4020-8409-55BA0644BD1F}">
      <dgm:prSet custT="1"/>
      <dgm:spPr/>
      <dgm:t>
        <a:bodyPr/>
        <a:lstStyle/>
        <a:p>
          <a:r>
            <a:rPr lang="en-US" sz="2000" b="1" u="sng" dirty="0"/>
            <a:t>Impact on Relationships</a:t>
          </a:r>
        </a:p>
        <a:p>
          <a:r>
            <a:rPr lang="en-US" sz="2000" dirty="0"/>
            <a:t> Online behavior affects offline relationships and reputation.</a:t>
          </a:r>
        </a:p>
      </dgm:t>
    </dgm:pt>
    <dgm:pt modelId="{5F8F94CD-58B1-40A7-9AA8-92CF875A9549}" type="parTrans" cxnId="{BD110062-8326-4D4D-903A-58AD2FF938F3}">
      <dgm:prSet/>
      <dgm:spPr/>
      <dgm:t>
        <a:bodyPr/>
        <a:lstStyle/>
        <a:p>
          <a:endParaRPr lang="en-US"/>
        </a:p>
      </dgm:t>
    </dgm:pt>
    <dgm:pt modelId="{5101F03E-548A-4A64-BD49-FD75E2F40C88}" type="sibTrans" cxnId="{BD110062-8326-4D4D-903A-58AD2FF938F3}">
      <dgm:prSet/>
      <dgm:spPr/>
      <dgm:t>
        <a:bodyPr/>
        <a:lstStyle/>
        <a:p>
          <a:endParaRPr lang="en-US"/>
        </a:p>
      </dgm:t>
    </dgm:pt>
    <dgm:pt modelId="{32800F43-E83E-47D3-A2B7-E1CF7493FBDD}">
      <dgm:prSet custT="1"/>
      <dgm:spPr/>
      <dgm:t>
        <a:bodyPr/>
        <a:lstStyle/>
        <a:p>
          <a:r>
            <a:rPr lang="en-US" sz="2000" b="1" u="sng" dirty="0"/>
            <a:t>Consequences of Poor Digital Citizenship</a:t>
          </a:r>
        </a:p>
        <a:p>
          <a:r>
            <a:rPr lang="en-US" sz="2000" dirty="0"/>
            <a:t>Can lead to emotional distress, legal issues, and damaged reputations.</a:t>
          </a:r>
        </a:p>
      </dgm:t>
    </dgm:pt>
    <dgm:pt modelId="{765A80B9-8737-4E3C-B62E-1147A99DF347}" type="parTrans" cxnId="{07B79552-B0A5-4ECA-B471-2E2D5C4B97D9}">
      <dgm:prSet/>
      <dgm:spPr/>
      <dgm:t>
        <a:bodyPr/>
        <a:lstStyle/>
        <a:p>
          <a:endParaRPr lang="en-US"/>
        </a:p>
      </dgm:t>
    </dgm:pt>
    <dgm:pt modelId="{586A69BD-0EC6-4B99-AD1E-00826E4A2105}" type="sibTrans" cxnId="{07B79552-B0A5-4ECA-B471-2E2D5C4B97D9}">
      <dgm:prSet/>
      <dgm:spPr/>
      <dgm:t>
        <a:bodyPr/>
        <a:lstStyle/>
        <a:p>
          <a:endParaRPr lang="en-US"/>
        </a:p>
      </dgm:t>
    </dgm:pt>
    <dgm:pt modelId="{71499F45-2667-45A4-A27C-8A2718953E17}">
      <dgm:prSet custT="1"/>
      <dgm:spPr/>
      <dgm:t>
        <a:bodyPr/>
        <a:lstStyle/>
        <a:p>
          <a:r>
            <a:rPr lang="en-US" sz="2000" b="1" u="sng" dirty="0"/>
            <a:t>Emotional Well-being </a:t>
          </a:r>
        </a:p>
        <a:p>
          <a:r>
            <a:rPr lang="en-US" sz="2000" dirty="0"/>
            <a:t>Negative online experiences can harm mental health and offline interactions.</a:t>
          </a:r>
        </a:p>
      </dgm:t>
    </dgm:pt>
    <dgm:pt modelId="{21582B1D-7C19-454A-94C0-1FFE299809C6}" type="parTrans" cxnId="{0335EC6E-9AAA-4A6A-A32E-A6BBDD86FCEC}">
      <dgm:prSet/>
      <dgm:spPr/>
      <dgm:t>
        <a:bodyPr/>
        <a:lstStyle/>
        <a:p>
          <a:endParaRPr lang="en-US"/>
        </a:p>
      </dgm:t>
    </dgm:pt>
    <dgm:pt modelId="{D6BD8133-D56E-4ACC-9366-9EF07E516E44}" type="sibTrans" cxnId="{0335EC6E-9AAA-4A6A-A32E-A6BBDD86FCEC}">
      <dgm:prSet/>
      <dgm:spPr/>
      <dgm:t>
        <a:bodyPr/>
        <a:lstStyle/>
        <a:p>
          <a:endParaRPr lang="en-US"/>
        </a:p>
      </dgm:t>
    </dgm:pt>
    <dgm:pt modelId="{8B3C71FB-388A-40FD-B27F-C2AFCE364657}" type="pres">
      <dgm:prSet presAssocID="{3ABCE519-04C6-4D60-92F3-6B82BF6C2B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78CFB7-5E76-4E55-8E1F-046F3E4CC6C8}" type="pres">
      <dgm:prSet presAssocID="{AAEBD606-A250-4020-8409-55BA0644BD1F}" presName="hierRoot1" presStyleCnt="0"/>
      <dgm:spPr/>
    </dgm:pt>
    <dgm:pt modelId="{AF1FCDC5-877B-4E5B-AD42-2F12DAAFF85B}" type="pres">
      <dgm:prSet presAssocID="{AAEBD606-A250-4020-8409-55BA0644BD1F}" presName="composite" presStyleCnt="0"/>
      <dgm:spPr/>
    </dgm:pt>
    <dgm:pt modelId="{D099A3D2-7FE9-4249-BDC6-555F0DB0FC3C}" type="pres">
      <dgm:prSet presAssocID="{AAEBD606-A250-4020-8409-55BA0644BD1F}" presName="background" presStyleLbl="node0" presStyleIdx="0" presStyleCnt="3"/>
      <dgm:spPr/>
    </dgm:pt>
    <dgm:pt modelId="{5877C894-D0A9-45D9-A1C6-92A1908DC5F1}" type="pres">
      <dgm:prSet presAssocID="{AAEBD606-A250-4020-8409-55BA0644BD1F}" presName="text" presStyleLbl="fgAcc0" presStyleIdx="0" presStyleCnt="3">
        <dgm:presLayoutVars>
          <dgm:chPref val="3"/>
        </dgm:presLayoutVars>
      </dgm:prSet>
      <dgm:spPr/>
    </dgm:pt>
    <dgm:pt modelId="{6D9983AE-312A-4CA9-A3F3-412EA2E1C914}" type="pres">
      <dgm:prSet presAssocID="{AAEBD606-A250-4020-8409-55BA0644BD1F}" presName="hierChild2" presStyleCnt="0"/>
      <dgm:spPr/>
    </dgm:pt>
    <dgm:pt modelId="{0E57CC24-C06C-4EBF-990C-F04E005BD014}" type="pres">
      <dgm:prSet presAssocID="{32800F43-E83E-47D3-A2B7-E1CF7493FBDD}" presName="hierRoot1" presStyleCnt="0"/>
      <dgm:spPr/>
    </dgm:pt>
    <dgm:pt modelId="{D63259B7-FE36-479D-92B4-BD47D4D2A36D}" type="pres">
      <dgm:prSet presAssocID="{32800F43-E83E-47D3-A2B7-E1CF7493FBDD}" presName="composite" presStyleCnt="0"/>
      <dgm:spPr/>
    </dgm:pt>
    <dgm:pt modelId="{C666F3E3-B6BC-44CB-9978-074F276555C9}" type="pres">
      <dgm:prSet presAssocID="{32800F43-E83E-47D3-A2B7-E1CF7493FBDD}" presName="background" presStyleLbl="node0" presStyleIdx="1" presStyleCnt="3"/>
      <dgm:spPr/>
    </dgm:pt>
    <dgm:pt modelId="{A2112617-067D-4378-AB39-E2D267C6A81E}" type="pres">
      <dgm:prSet presAssocID="{32800F43-E83E-47D3-A2B7-E1CF7493FBDD}" presName="text" presStyleLbl="fgAcc0" presStyleIdx="1" presStyleCnt="3">
        <dgm:presLayoutVars>
          <dgm:chPref val="3"/>
        </dgm:presLayoutVars>
      </dgm:prSet>
      <dgm:spPr/>
    </dgm:pt>
    <dgm:pt modelId="{C64A31A9-02EC-4E4C-9700-5180D585D102}" type="pres">
      <dgm:prSet presAssocID="{32800F43-E83E-47D3-A2B7-E1CF7493FBDD}" presName="hierChild2" presStyleCnt="0"/>
      <dgm:spPr/>
    </dgm:pt>
    <dgm:pt modelId="{38EDF5F6-34D8-497A-A4B0-96A0FBAB0E9D}" type="pres">
      <dgm:prSet presAssocID="{71499F45-2667-45A4-A27C-8A2718953E17}" presName="hierRoot1" presStyleCnt="0"/>
      <dgm:spPr/>
    </dgm:pt>
    <dgm:pt modelId="{2493EF75-B24B-49C6-BAB1-88658054C90B}" type="pres">
      <dgm:prSet presAssocID="{71499F45-2667-45A4-A27C-8A2718953E17}" presName="composite" presStyleCnt="0"/>
      <dgm:spPr/>
    </dgm:pt>
    <dgm:pt modelId="{992B7E62-A43A-4453-A456-5EA438A2858D}" type="pres">
      <dgm:prSet presAssocID="{71499F45-2667-45A4-A27C-8A2718953E17}" presName="background" presStyleLbl="node0" presStyleIdx="2" presStyleCnt="3"/>
      <dgm:spPr/>
    </dgm:pt>
    <dgm:pt modelId="{FF79D7F2-569D-4049-AC1F-37A225895CAC}" type="pres">
      <dgm:prSet presAssocID="{71499F45-2667-45A4-A27C-8A2718953E17}" presName="text" presStyleLbl="fgAcc0" presStyleIdx="2" presStyleCnt="3">
        <dgm:presLayoutVars>
          <dgm:chPref val="3"/>
        </dgm:presLayoutVars>
      </dgm:prSet>
      <dgm:spPr/>
    </dgm:pt>
    <dgm:pt modelId="{AEA0E38B-50C7-49AB-8C31-25BDAC96A4D1}" type="pres">
      <dgm:prSet presAssocID="{71499F45-2667-45A4-A27C-8A2718953E17}" presName="hierChild2" presStyleCnt="0"/>
      <dgm:spPr/>
    </dgm:pt>
  </dgm:ptLst>
  <dgm:cxnLst>
    <dgm:cxn modelId="{246D6C0A-AE0D-44C4-AE16-D38A1853BA6A}" type="presOf" srcId="{AAEBD606-A250-4020-8409-55BA0644BD1F}" destId="{5877C894-D0A9-45D9-A1C6-92A1908DC5F1}" srcOrd="0" destOrd="0" presId="urn:microsoft.com/office/officeart/2005/8/layout/hierarchy1"/>
    <dgm:cxn modelId="{B96F7511-F338-40D6-84CE-285856E79152}" type="presOf" srcId="{3ABCE519-04C6-4D60-92F3-6B82BF6C2B2F}" destId="{8B3C71FB-388A-40FD-B27F-C2AFCE364657}" srcOrd="0" destOrd="0" presId="urn:microsoft.com/office/officeart/2005/8/layout/hierarchy1"/>
    <dgm:cxn modelId="{BD110062-8326-4D4D-903A-58AD2FF938F3}" srcId="{3ABCE519-04C6-4D60-92F3-6B82BF6C2B2F}" destId="{AAEBD606-A250-4020-8409-55BA0644BD1F}" srcOrd="0" destOrd="0" parTransId="{5F8F94CD-58B1-40A7-9AA8-92CF875A9549}" sibTransId="{5101F03E-548A-4A64-BD49-FD75E2F40C88}"/>
    <dgm:cxn modelId="{0335EC6E-9AAA-4A6A-A32E-A6BBDD86FCEC}" srcId="{3ABCE519-04C6-4D60-92F3-6B82BF6C2B2F}" destId="{71499F45-2667-45A4-A27C-8A2718953E17}" srcOrd="2" destOrd="0" parTransId="{21582B1D-7C19-454A-94C0-1FFE299809C6}" sibTransId="{D6BD8133-D56E-4ACC-9366-9EF07E516E44}"/>
    <dgm:cxn modelId="{07B79552-B0A5-4ECA-B471-2E2D5C4B97D9}" srcId="{3ABCE519-04C6-4D60-92F3-6B82BF6C2B2F}" destId="{32800F43-E83E-47D3-A2B7-E1CF7493FBDD}" srcOrd="1" destOrd="0" parTransId="{765A80B9-8737-4E3C-B62E-1147A99DF347}" sibTransId="{586A69BD-0EC6-4B99-AD1E-00826E4A2105}"/>
    <dgm:cxn modelId="{C7BD449B-712E-4DE1-91A9-764779B66311}" type="presOf" srcId="{71499F45-2667-45A4-A27C-8A2718953E17}" destId="{FF79D7F2-569D-4049-AC1F-37A225895CAC}" srcOrd="0" destOrd="0" presId="urn:microsoft.com/office/officeart/2005/8/layout/hierarchy1"/>
    <dgm:cxn modelId="{C33901C6-677E-4B6E-8C6F-5725F097A288}" type="presOf" srcId="{32800F43-E83E-47D3-A2B7-E1CF7493FBDD}" destId="{A2112617-067D-4378-AB39-E2D267C6A81E}" srcOrd="0" destOrd="0" presId="urn:microsoft.com/office/officeart/2005/8/layout/hierarchy1"/>
    <dgm:cxn modelId="{722D97CF-B40F-45A7-908F-79023E8F5C67}" type="presParOf" srcId="{8B3C71FB-388A-40FD-B27F-C2AFCE364657}" destId="{E978CFB7-5E76-4E55-8E1F-046F3E4CC6C8}" srcOrd="0" destOrd="0" presId="urn:microsoft.com/office/officeart/2005/8/layout/hierarchy1"/>
    <dgm:cxn modelId="{441F2C20-3CA4-4354-BC38-F6B412E85BEF}" type="presParOf" srcId="{E978CFB7-5E76-4E55-8E1F-046F3E4CC6C8}" destId="{AF1FCDC5-877B-4E5B-AD42-2F12DAAFF85B}" srcOrd="0" destOrd="0" presId="urn:microsoft.com/office/officeart/2005/8/layout/hierarchy1"/>
    <dgm:cxn modelId="{D7C0985E-0E83-4601-B5A9-40410023142B}" type="presParOf" srcId="{AF1FCDC5-877B-4E5B-AD42-2F12DAAFF85B}" destId="{D099A3D2-7FE9-4249-BDC6-555F0DB0FC3C}" srcOrd="0" destOrd="0" presId="urn:microsoft.com/office/officeart/2005/8/layout/hierarchy1"/>
    <dgm:cxn modelId="{1FA4D26C-6EA3-4D8C-A7BD-80FD5276A44F}" type="presParOf" srcId="{AF1FCDC5-877B-4E5B-AD42-2F12DAAFF85B}" destId="{5877C894-D0A9-45D9-A1C6-92A1908DC5F1}" srcOrd="1" destOrd="0" presId="urn:microsoft.com/office/officeart/2005/8/layout/hierarchy1"/>
    <dgm:cxn modelId="{0E9549FD-22B1-4212-B9F9-4F5677D29161}" type="presParOf" srcId="{E978CFB7-5E76-4E55-8E1F-046F3E4CC6C8}" destId="{6D9983AE-312A-4CA9-A3F3-412EA2E1C914}" srcOrd="1" destOrd="0" presId="urn:microsoft.com/office/officeart/2005/8/layout/hierarchy1"/>
    <dgm:cxn modelId="{4F526881-996E-46DE-87A8-345C9360B4F7}" type="presParOf" srcId="{8B3C71FB-388A-40FD-B27F-C2AFCE364657}" destId="{0E57CC24-C06C-4EBF-990C-F04E005BD014}" srcOrd="1" destOrd="0" presId="urn:microsoft.com/office/officeart/2005/8/layout/hierarchy1"/>
    <dgm:cxn modelId="{51D7BA56-12AC-40C0-83A3-1872B659D176}" type="presParOf" srcId="{0E57CC24-C06C-4EBF-990C-F04E005BD014}" destId="{D63259B7-FE36-479D-92B4-BD47D4D2A36D}" srcOrd="0" destOrd="0" presId="urn:microsoft.com/office/officeart/2005/8/layout/hierarchy1"/>
    <dgm:cxn modelId="{7C249EC9-0830-4F60-ADD8-BED671840B92}" type="presParOf" srcId="{D63259B7-FE36-479D-92B4-BD47D4D2A36D}" destId="{C666F3E3-B6BC-44CB-9978-074F276555C9}" srcOrd="0" destOrd="0" presId="urn:microsoft.com/office/officeart/2005/8/layout/hierarchy1"/>
    <dgm:cxn modelId="{0EBAA43D-8D68-41D7-8BDB-BA69A055EC4C}" type="presParOf" srcId="{D63259B7-FE36-479D-92B4-BD47D4D2A36D}" destId="{A2112617-067D-4378-AB39-E2D267C6A81E}" srcOrd="1" destOrd="0" presId="urn:microsoft.com/office/officeart/2005/8/layout/hierarchy1"/>
    <dgm:cxn modelId="{0FF73BF2-47C4-47B0-8D54-09D77BDF32F9}" type="presParOf" srcId="{0E57CC24-C06C-4EBF-990C-F04E005BD014}" destId="{C64A31A9-02EC-4E4C-9700-5180D585D102}" srcOrd="1" destOrd="0" presId="urn:microsoft.com/office/officeart/2005/8/layout/hierarchy1"/>
    <dgm:cxn modelId="{08CE93E2-482C-43BE-8927-FD179F0FF335}" type="presParOf" srcId="{8B3C71FB-388A-40FD-B27F-C2AFCE364657}" destId="{38EDF5F6-34D8-497A-A4B0-96A0FBAB0E9D}" srcOrd="2" destOrd="0" presId="urn:microsoft.com/office/officeart/2005/8/layout/hierarchy1"/>
    <dgm:cxn modelId="{2F128E57-7D28-4791-B19D-344C9EB2572A}" type="presParOf" srcId="{38EDF5F6-34D8-497A-A4B0-96A0FBAB0E9D}" destId="{2493EF75-B24B-49C6-BAB1-88658054C90B}" srcOrd="0" destOrd="0" presId="urn:microsoft.com/office/officeart/2005/8/layout/hierarchy1"/>
    <dgm:cxn modelId="{26D8533E-4604-4426-95E8-4BDF06D5A1A0}" type="presParOf" srcId="{2493EF75-B24B-49C6-BAB1-88658054C90B}" destId="{992B7E62-A43A-4453-A456-5EA438A2858D}" srcOrd="0" destOrd="0" presId="urn:microsoft.com/office/officeart/2005/8/layout/hierarchy1"/>
    <dgm:cxn modelId="{63A16765-1809-4DCD-AFF8-A91E0727DC5E}" type="presParOf" srcId="{2493EF75-B24B-49C6-BAB1-88658054C90B}" destId="{FF79D7F2-569D-4049-AC1F-37A225895CAC}" srcOrd="1" destOrd="0" presId="urn:microsoft.com/office/officeart/2005/8/layout/hierarchy1"/>
    <dgm:cxn modelId="{A453260D-7421-4306-B68E-5D1E5033DC56}" type="presParOf" srcId="{38EDF5F6-34D8-497A-A4B0-96A0FBAB0E9D}" destId="{AEA0E38B-50C7-49AB-8C31-25BDAC96A4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EB7FB6-50AE-4FE7-A9EB-6F763819FA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C2C58D-86B1-4359-8350-9737E6CEDAB7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u="sng" dirty="0"/>
            <a:t>Critical Thinking:</a:t>
          </a:r>
          <a:r>
            <a:rPr lang="en-US" b="1" u="none" dirty="0"/>
            <a:t> </a:t>
          </a:r>
          <a:r>
            <a:rPr lang="en-US" u="none" dirty="0"/>
            <a:t>Analyze</a:t>
          </a:r>
          <a:r>
            <a:rPr lang="en-US" dirty="0"/>
            <a:t> and evaluate online information to avoid misinformation.</a:t>
          </a:r>
        </a:p>
      </dgm:t>
    </dgm:pt>
    <dgm:pt modelId="{047703CC-A672-4FA7-BED2-6B7847B93B35}" type="parTrans" cxnId="{DC08C67B-2848-4C1D-B83E-CA3293C2E801}">
      <dgm:prSet/>
      <dgm:spPr/>
      <dgm:t>
        <a:bodyPr/>
        <a:lstStyle/>
        <a:p>
          <a:endParaRPr lang="en-US"/>
        </a:p>
      </dgm:t>
    </dgm:pt>
    <dgm:pt modelId="{6EE026FA-63E2-43FA-9133-59D68683CA51}" type="sibTrans" cxnId="{DC08C67B-2848-4C1D-B83E-CA3293C2E801}">
      <dgm:prSet/>
      <dgm:spPr/>
      <dgm:t>
        <a:bodyPr/>
        <a:lstStyle/>
        <a:p>
          <a:endParaRPr lang="en-US"/>
        </a:p>
      </dgm:t>
    </dgm:pt>
    <dgm:pt modelId="{F0F38242-36ED-4A1F-8711-0639605FBE2E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u="sng" dirty="0"/>
            <a:t>Information Literacy:</a:t>
          </a:r>
          <a:r>
            <a:rPr lang="en-US" b="1" i="1" u="none" dirty="0"/>
            <a:t> </a:t>
          </a:r>
          <a:r>
            <a:rPr lang="en-US" dirty="0"/>
            <a:t>Locate, evaluate, and use digital information ethically and effectively.</a:t>
          </a:r>
        </a:p>
      </dgm:t>
    </dgm:pt>
    <dgm:pt modelId="{FF8AB649-148E-42F1-A030-60D8BF5B51F1}" type="parTrans" cxnId="{1449FCC9-FD32-4739-A9A2-D24EFD59F944}">
      <dgm:prSet/>
      <dgm:spPr/>
      <dgm:t>
        <a:bodyPr/>
        <a:lstStyle/>
        <a:p>
          <a:endParaRPr lang="en-US"/>
        </a:p>
      </dgm:t>
    </dgm:pt>
    <dgm:pt modelId="{32BA417C-4E26-46E4-8A78-F5DBA94A3C2A}" type="sibTrans" cxnId="{1449FCC9-FD32-4739-A9A2-D24EFD59F944}">
      <dgm:prSet/>
      <dgm:spPr/>
      <dgm:t>
        <a:bodyPr/>
        <a:lstStyle/>
        <a:p>
          <a:endParaRPr lang="en-US"/>
        </a:p>
      </dgm:t>
    </dgm:pt>
    <dgm:pt modelId="{0AB21C2D-1FB0-40DA-8734-C57DE4550FDF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u="sng" dirty="0"/>
            <a:t>Identifying Fake News: </a:t>
          </a:r>
          <a:r>
            <a:rPr lang="en-US" dirty="0"/>
            <a:t>Check sources, verify evidence, and use fact-checking tools.</a:t>
          </a:r>
        </a:p>
      </dgm:t>
    </dgm:pt>
    <dgm:pt modelId="{21738ED2-78E6-4597-9E1A-61F5EF704FEC}" type="parTrans" cxnId="{BBB0A36B-8DA7-4E22-BA1C-52EE71ED7ADD}">
      <dgm:prSet/>
      <dgm:spPr/>
      <dgm:t>
        <a:bodyPr/>
        <a:lstStyle/>
        <a:p>
          <a:endParaRPr lang="en-US"/>
        </a:p>
      </dgm:t>
    </dgm:pt>
    <dgm:pt modelId="{4510012E-D6FA-459D-9BEC-C3D88FD4EAD6}" type="sibTrans" cxnId="{BBB0A36B-8DA7-4E22-BA1C-52EE71ED7ADD}">
      <dgm:prSet/>
      <dgm:spPr/>
      <dgm:t>
        <a:bodyPr/>
        <a:lstStyle/>
        <a:p>
          <a:endParaRPr lang="en-US"/>
        </a:p>
      </dgm:t>
    </dgm:pt>
    <dgm:pt modelId="{B796C927-AECE-44F5-9741-86831057C0AA}" type="pres">
      <dgm:prSet presAssocID="{AAEB7FB6-50AE-4FE7-A9EB-6F763819FAA4}" presName="root" presStyleCnt="0">
        <dgm:presLayoutVars>
          <dgm:dir/>
          <dgm:resizeHandles val="exact"/>
        </dgm:presLayoutVars>
      </dgm:prSet>
      <dgm:spPr/>
    </dgm:pt>
    <dgm:pt modelId="{51593D0B-38B3-4EF2-82AD-CEAE6B3B87AF}" type="pres">
      <dgm:prSet presAssocID="{1EC2C58D-86B1-4359-8350-9737E6CEDAB7}" presName="compNode" presStyleCnt="0"/>
      <dgm:spPr/>
    </dgm:pt>
    <dgm:pt modelId="{6742A920-4EA8-41DB-867A-C5900D28415B}" type="pres">
      <dgm:prSet presAssocID="{1EC2C58D-86B1-4359-8350-9737E6CEDAB7}" presName="bgRect" presStyleLbl="bgShp" presStyleIdx="0" presStyleCnt="3"/>
      <dgm:spPr/>
    </dgm:pt>
    <dgm:pt modelId="{E77C46B8-6A63-4B25-A992-C7E38E03D18A}" type="pres">
      <dgm:prSet presAssocID="{1EC2C58D-86B1-4359-8350-9737E6CEDA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1D2FAA-B2FE-416E-A82C-FFFC780921C0}" type="pres">
      <dgm:prSet presAssocID="{1EC2C58D-86B1-4359-8350-9737E6CEDAB7}" presName="spaceRect" presStyleCnt="0"/>
      <dgm:spPr/>
    </dgm:pt>
    <dgm:pt modelId="{71F8BC5F-DA96-4AE1-988D-1059E438F0C6}" type="pres">
      <dgm:prSet presAssocID="{1EC2C58D-86B1-4359-8350-9737E6CEDAB7}" presName="parTx" presStyleLbl="revTx" presStyleIdx="0" presStyleCnt="3">
        <dgm:presLayoutVars>
          <dgm:chMax val="0"/>
          <dgm:chPref val="0"/>
        </dgm:presLayoutVars>
      </dgm:prSet>
      <dgm:spPr/>
    </dgm:pt>
    <dgm:pt modelId="{21DFDE3E-2018-476B-B40E-F481304212EA}" type="pres">
      <dgm:prSet presAssocID="{6EE026FA-63E2-43FA-9133-59D68683CA51}" presName="sibTrans" presStyleCnt="0"/>
      <dgm:spPr/>
    </dgm:pt>
    <dgm:pt modelId="{307FD89F-C92A-4C48-915E-D9B08DFDE0E0}" type="pres">
      <dgm:prSet presAssocID="{F0F38242-36ED-4A1F-8711-0639605FBE2E}" presName="compNode" presStyleCnt="0"/>
      <dgm:spPr/>
    </dgm:pt>
    <dgm:pt modelId="{7DD9E782-067D-4826-8156-FB57D0FE6027}" type="pres">
      <dgm:prSet presAssocID="{F0F38242-36ED-4A1F-8711-0639605FBE2E}" presName="bgRect" presStyleLbl="bgShp" presStyleIdx="1" presStyleCnt="3"/>
      <dgm:spPr/>
    </dgm:pt>
    <dgm:pt modelId="{AF9E89DF-7510-4081-9ABC-2539BAE1AAD3}" type="pres">
      <dgm:prSet presAssocID="{F0F38242-36ED-4A1F-8711-0639605FBE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82F6D7E-49B2-4537-9211-09D9DAA60BEA}" type="pres">
      <dgm:prSet presAssocID="{F0F38242-36ED-4A1F-8711-0639605FBE2E}" presName="spaceRect" presStyleCnt="0"/>
      <dgm:spPr/>
    </dgm:pt>
    <dgm:pt modelId="{2DF9CD89-43B0-466E-84E0-09B27A7E3296}" type="pres">
      <dgm:prSet presAssocID="{F0F38242-36ED-4A1F-8711-0639605FBE2E}" presName="parTx" presStyleLbl="revTx" presStyleIdx="1" presStyleCnt="3">
        <dgm:presLayoutVars>
          <dgm:chMax val="0"/>
          <dgm:chPref val="0"/>
        </dgm:presLayoutVars>
      </dgm:prSet>
      <dgm:spPr/>
    </dgm:pt>
    <dgm:pt modelId="{DC4A871F-70BA-4334-AA21-913C259CC957}" type="pres">
      <dgm:prSet presAssocID="{32BA417C-4E26-46E4-8A78-F5DBA94A3C2A}" presName="sibTrans" presStyleCnt="0"/>
      <dgm:spPr/>
    </dgm:pt>
    <dgm:pt modelId="{D938174F-20C5-4364-A14C-43521C2F1BCF}" type="pres">
      <dgm:prSet presAssocID="{0AB21C2D-1FB0-40DA-8734-C57DE4550FDF}" presName="compNode" presStyleCnt="0"/>
      <dgm:spPr/>
    </dgm:pt>
    <dgm:pt modelId="{CC7A1F22-37B4-4AFA-BC3C-180E3F316BBE}" type="pres">
      <dgm:prSet presAssocID="{0AB21C2D-1FB0-40DA-8734-C57DE4550FDF}" presName="bgRect" presStyleLbl="bgShp" presStyleIdx="2" presStyleCnt="3"/>
      <dgm:spPr/>
    </dgm:pt>
    <dgm:pt modelId="{AD3EF360-33D2-452B-8956-405D179B4E78}" type="pres">
      <dgm:prSet presAssocID="{0AB21C2D-1FB0-40DA-8734-C57DE4550FD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A7656F9D-FC77-4BC5-897D-A7593ACA122B}" type="pres">
      <dgm:prSet presAssocID="{0AB21C2D-1FB0-40DA-8734-C57DE4550FDF}" presName="spaceRect" presStyleCnt="0"/>
      <dgm:spPr/>
    </dgm:pt>
    <dgm:pt modelId="{3682A503-2B0E-4562-865E-AF710E9EF20E}" type="pres">
      <dgm:prSet presAssocID="{0AB21C2D-1FB0-40DA-8734-C57DE4550FD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9CCD05-204B-4C49-85A4-B5FD93827F57}" type="presOf" srcId="{0AB21C2D-1FB0-40DA-8734-C57DE4550FDF}" destId="{3682A503-2B0E-4562-865E-AF710E9EF20E}" srcOrd="0" destOrd="0" presId="urn:microsoft.com/office/officeart/2018/2/layout/IconVerticalSolidList"/>
    <dgm:cxn modelId="{3B33A268-05AC-4D44-BFB9-86A6205588D1}" type="presOf" srcId="{1EC2C58D-86B1-4359-8350-9737E6CEDAB7}" destId="{71F8BC5F-DA96-4AE1-988D-1059E438F0C6}" srcOrd="0" destOrd="0" presId="urn:microsoft.com/office/officeart/2018/2/layout/IconVerticalSolidList"/>
    <dgm:cxn modelId="{BBB0A36B-8DA7-4E22-BA1C-52EE71ED7ADD}" srcId="{AAEB7FB6-50AE-4FE7-A9EB-6F763819FAA4}" destId="{0AB21C2D-1FB0-40DA-8734-C57DE4550FDF}" srcOrd="2" destOrd="0" parTransId="{21738ED2-78E6-4597-9E1A-61F5EF704FEC}" sibTransId="{4510012E-D6FA-459D-9BEC-C3D88FD4EAD6}"/>
    <dgm:cxn modelId="{DC08C67B-2848-4C1D-B83E-CA3293C2E801}" srcId="{AAEB7FB6-50AE-4FE7-A9EB-6F763819FAA4}" destId="{1EC2C58D-86B1-4359-8350-9737E6CEDAB7}" srcOrd="0" destOrd="0" parTransId="{047703CC-A672-4FA7-BED2-6B7847B93B35}" sibTransId="{6EE026FA-63E2-43FA-9133-59D68683CA51}"/>
    <dgm:cxn modelId="{67BFBEA5-B937-49A0-9F3B-C46BF0F88F4A}" type="presOf" srcId="{AAEB7FB6-50AE-4FE7-A9EB-6F763819FAA4}" destId="{B796C927-AECE-44F5-9741-86831057C0AA}" srcOrd="0" destOrd="0" presId="urn:microsoft.com/office/officeart/2018/2/layout/IconVerticalSolidList"/>
    <dgm:cxn modelId="{1449FCC9-FD32-4739-A9A2-D24EFD59F944}" srcId="{AAEB7FB6-50AE-4FE7-A9EB-6F763819FAA4}" destId="{F0F38242-36ED-4A1F-8711-0639605FBE2E}" srcOrd="1" destOrd="0" parTransId="{FF8AB649-148E-42F1-A030-60D8BF5B51F1}" sibTransId="{32BA417C-4E26-46E4-8A78-F5DBA94A3C2A}"/>
    <dgm:cxn modelId="{A79DD5F0-26F9-4339-B2C3-232A7EEBD674}" type="presOf" srcId="{F0F38242-36ED-4A1F-8711-0639605FBE2E}" destId="{2DF9CD89-43B0-466E-84E0-09B27A7E3296}" srcOrd="0" destOrd="0" presId="urn:microsoft.com/office/officeart/2018/2/layout/IconVerticalSolidList"/>
    <dgm:cxn modelId="{EBDC2A1B-2043-45FC-8487-537FDDC2F29F}" type="presParOf" srcId="{B796C927-AECE-44F5-9741-86831057C0AA}" destId="{51593D0B-38B3-4EF2-82AD-CEAE6B3B87AF}" srcOrd="0" destOrd="0" presId="urn:microsoft.com/office/officeart/2018/2/layout/IconVerticalSolidList"/>
    <dgm:cxn modelId="{29447CD0-6C2D-4E90-91FA-EAEDD8C27D11}" type="presParOf" srcId="{51593D0B-38B3-4EF2-82AD-CEAE6B3B87AF}" destId="{6742A920-4EA8-41DB-867A-C5900D28415B}" srcOrd="0" destOrd="0" presId="urn:microsoft.com/office/officeart/2018/2/layout/IconVerticalSolidList"/>
    <dgm:cxn modelId="{FBEA5653-1C41-40DB-BE11-B003D551883E}" type="presParOf" srcId="{51593D0B-38B3-4EF2-82AD-CEAE6B3B87AF}" destId="{E77C46B8-6A63-4B25-A992-C7E38E03D18A}" srcOrd="1" destOrd="0" presId="urn:microsoft.com/office/officeart/2018/2/layout/IconVerticalSolidList"/>
    <dgm:cxn modelId="{5136F13B-4E34-4F5B-885D-E5FCA08DC52B}" type="presParOf" srcId="{51593D0B-38B3-4EF2-82AD-CEAE6B3B87AF}" destId="{7A1D2FAA-B2FE-416E-A82C-FFFC780921C0}" srcOrd="2" destOrd="0" presId="urn:microsoft.com/office/officeart/2018/2/layout/IconVerticalSolidList"/>
    <dgm:cxn modelId="{D56D7157-B89C-4E4A-A332-84A28F4C7520}" type="presParOf" srcId="{51593D0B-38B3-4EF2-82AD-CEAE6B3B87AF}" destId="{71F8BC5F-DA96-4AE1-988D-1059E438F0C6}" srcOrd="3" destOrd="0" presId="urn:microsoft.com/office/officeart/2018/2/layout/IconVerticalSolidList"/>
    <dgm:cxn modelId="{4530C432-77CF-4305-8F53-8FFD91F472AE}" type="presParOf" srcId="{B796C927-AECE-44F5-9741-86831057C0AA}" destId="{21DFDE3E-2018-476B-B40E-F481304212EA}" srcOrd="1" destOrd="0" presId="urn:microsoft.com/office/officeart/2018/2/layout/IconVerticalSolidList"/>
    <dgm:cxn modelId="{1EDCA5AF-5E58-4081-B550-1DF0A2D5B1A8}" type="presParOf" srcId="{B796C927-AECE-44F5-9741-86831057C0AA}" destId="{307FD89F-C92A-4C48-915E-D9B08DFDE0E0}" srcOrd="2" destOrd="0" presId="urn:microsoft.com/office/officeart/2018/2/layout/IconVerticalSolidList"/>
    <dgm:cxn modelId="{A73F268B-45B2-451A-A833-B93BCCD7A2CC}" type="presParOf" srcId="{307FD89F-C92A-4C48-915E-D9B08DFDE0E0}" destId="{7DD9E782-067D-4826-8156-FB57D0FE6027}" srcOrd="0" destOrd="0" presId="urn:microsoft.com/office/officeart/2018/2/layout/IconVerticalSolidList"/>
    <dgm:cxn modelId="{F080F6F5-2FC3-49E2-AE9C-686D346A3792}" type="presParOf" srcId="{307FD89F-C92A-4C48-915E-D9B08DFDE0E0}" destId="{AF9E89DF-7510-4081-9ABC-2539BAE1AAD3}" srcOrd="1" destOrd="0" presId="urn:microsoft.com/office/officeart/2018/2/layout/IconVerticalSolidList"/>
    <dgm:cxn modelId="{6CEEDE88-F015-4948-95BB-33A032B71ED4}" type="presParOf" srcId="{307FD89F-C92A-4C48-915E-D9B08DFDE0E0}" destId="{482F6D7E-49B2-4537-9211-09D9DAA60BEA}" srcOrd="2" destOrd="0" presId="urn:microsoft.com/office/officeart/2018/2/layout/IconVerticalSolidList"/>
    <dgm:cxn modelId="{928BADA3-4961-4AF3-97AA-A6731559AD7D}" type="presParOf" srcId="{307FD89F-C92A-4C48-915E-D9B08DFDE0E0}" destId="{2DF9CD89-43B0-466E-84E0-09B27A7E3296}" srcOrd="3" destOrd="0" presId="urn:microsoft.com/office/officeart/2018/2/layout/IconVerticalSolidList"/>
    <dgm:cxn modelId="{052D7EBE-444A-4E0A-93F9-F4A77B470C4C}" type="presParOf" srcId="{B796C927-AECE-44F5-9741-86831057C0AA}" destId="{DC4A871F-70BA-4334-AA21-913C259CC957}" srcOrd="3" destOrd="0" presId="urn:microsoft.com/office/officeart/2018/2/layout/IconVerticalSolidList"/>
    <dgm:cxn modelId="{C917CEA1-DC28-4F3C-BBAA-875122AA469D}" type="presParOf" srcId="{B796C927-AECE-44F5-9741-86831057C0AA}" destId="{D938174F-20C5-4364-A14C-43521C2F1BCF}" srcOrd="4" destOrd="0" presId="urn:microsoft.com/office/officeart/2018/2/layout/IconVerticalSolidList"/>
    <dgm:cxn modelId="{E9DBB3A3-5080-44F9-B70B-A63AB313CC28}" type="presParOf" srcId="{D938174F-20C5-4364-A14C-43521C2F1BCF}" destId="{CC7A1F22-37B4-4AFA-BC3C-180E3F316BBE}" srcOrd="0" destOrd="0" presId="urn:microsoft.com/office/officeart/2018/2/layout/IconVerticalSolidList"/>
    <dgm:cxn modelId="{AE1D90D7-E694-4D28-97A7-DA375510D257}" type="presParOf" srcId="{D938174F-20C5-4364-A14C-43521C2F1BCF}" destId="{AD3EF360-33D2-452B-8956-405D179B4E78}" srcOrd="1" destOrd="0" presId="urn:microsoft.com/office/officeart/2018/2/layout/IconVerticalSolidList"/>
    <dgm:cxn modelId="{0EA5A83C-9044-4240-AB64-9317C76530E4}" type="presParOf" srcId="{D938174F-20C5-4364-A14C-43521C2F1BCF}" destId="{A7656F9D-FC77-4BC5-897D-A7593ACA122B}" srcOrd="2" destOrd="0" presId="urn:microsoft.com/office/officeart/2018/2/layout/IconVerticalSolidList"/>
    <dgm:cxn modelId="{BF4EB25E-D967-4125-A689-46694CEC759A}" type="presParOf" srcId="{D938174F-20C5-4364-A14C-43521C2F1BCF}" destId="{3682A503-2B0E-4562-865E-AF710E9EF2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955F63-3523-46C7-BAF9-60498F6F09C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C24DB2-3B97-4C3E-9D8B-203F4895353D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Role of Social Media</a:t>
          </a:r>
        </a:p>
        <a:p>
          <a:pPr algn="ctr">
            <a:lnSpc>
              <a:spcPct val="100000"/>
            </a:lnSpc>
          </a:pPr>
          <a:r>
            <a:rPr lang="en-US" sz="2200" dirty="0"/>
            <a:t>Facilitates connection, collaboration, and self-expression.</a:t>
          </a:r>
        </a:p>
      </dgm:t>
    </dgm:pt>
    <dgm:pt modelId="{3026A32B-B0B0-45F0-AFEC-7723D94A6FCE}" type="parTrans" cxnId="{918A4871-8BA4-42BE-9D1A-0547926505BB}">
      <dgm:prSet/>
      <dgm:spPr/>
      <dgm:t>
        <a:bodyPr/>
        <a:lstStyle/>
        <a:p>
          <a:endParaRPr lang="en-US"/>
        </a:p>
      </dgm:t>
    </dgm:pt>
    <dgm:pt modelId="{CCA565B0-72FA-4BAC-8584-549AB1F8D470}" type="sibTrans" cxnId="{918A4871-8BA4-42BE-9D1A-0547926505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CABE5F-837B-46D8-8DE1-26464E267E83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Responsible Use</a:t>
          </a:r>
        </a:p>
        <a:p>
          <a:pPr algn="ctr">
            <a:lnSpc>
              <a:spcPct val="100000"/>
            </a:lnSpc>
          </a:pPr>
          <a:r>
            <a:rPr lang="en-US" sz="2200" dirty="0"/>
            <a:t>Be mindful of online actions, respect privacy, and avoid spreading misinformation.</a:t>
          </a:r>
        </a:p>
      </dgm:t>
    </dgm:pt>
    <dgm:pt modelId="{E0AE2F3C-6160-439F-8FE2-BE34A118DB6F}" type="parTrans" cxnId="{EF3A161C-1938-4AA3-9599-2DBC116F72C1}">
      <dgm:prSet/>
      <dgm:spPr/>
      <dgm:t>
        <a:bodyPr/>
        <a:lstStyle/>
        <a:p>
          <a:endParaRPr lang="en-US"/>
        </a:p>
      </dgm:t>
    </dgm:pt>
    <dgm:pt modelId="{9B3BBD1B-16FA-481F-93A9-3A27F3A8B1EE}" type="sibTrans" cxnId="{EF3A161C-1938-4AA3-9599-2DBC116F72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6F0219-EF14-4AB6-B91D-55FBFBCDEDC2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Cyberbullying Prevention</a:t>
          </a:r>
        </a:p>
        <a:p>
          <a:pPr algn="ctr">
            <a:lnSpc>
              <a:spcPct val="100000"/>
            </a:lnSpc>
          </a:pPr>
          <a:r>
            <a:rPr lang="en-US" sz="2200" dirty="0"/>
            <a:t> Recognize, report, and stand against online harassment.</a:t>
          </a:r>
        </a:p>
      </dgm:t>
    </dgm:pt>
    <dgm:pt modelId="{CC85E084-5FB0-40DB-ADF5-973BD1C48C36}" type="parTrans" cxnId="{40976E1F-0E1D-42C6-8E9A-9A190DC55E85}">
      <dgm:prSet/>
      <dgm:spPr/>
      <dgm:t>
        <a:bodyPr/>
        <a:lstStyle/>
        <a:p>
          <a:endParaRPr lang="en-US"/>
        </a:p>
      </dgm:t>
    </dgm:pt>
    <dgm:pt modelId="{D628A248-A0E8-442E-90C6-231ABE88EB42}" type="sibTrans" cxnId="{40976E1F-0E1D-42C6-8E9A-9A190DC55E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76FA24-C9D3-4A4E-804A-E79812627B60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Online Privacy and Security</a:t>
          </a:r>
        </a:p>
        <a:p>
          <a:pPr algn="ctr">
            <a:lnSpc>
              <a:spcPct val="100000"/>
            </a:lnSpc>
          </a:pPr>
          <a:r>
            <a:rPr lang="en-US" sz="2200" dirty="0"/>
            <a:t> Use strong passwords, enable two-factor authentication, and avoid phishing scams.</a:t>
          </a:r>
        </a:p>
      </dgm:t>
    </dgm:pt>
    <dgm:pt modelId="{220E480B-703F-46C4-84F7-965E28710965}" type="parTrans" cxnId="{AB181A61-1469-4795-A50F-354980266336}">
      <dgm:prSet/>
      <dgm:spPr/>
      <dgm:t>
        <a:bodyPr/>
        <a:lstStyle/>
        <a:p>
          <a:endParaRPr lang="en-US"/>
        </a:p>
      </dgm:t>
    </dgm:pt>
    <dgm:pt modelId="{99FE7587-CE32-4EB4-9CC7-6D2EADD99788}" type="sibTrans" cxnId="{AB181A61-1469-4795-A50F-354980266336}">
      <dgm:prSet/>
      <dgm:spPr/>
      <dgm:t>
        <a:bodyPr/>
        <a:lstStyle/>
        <a:p>
          <a:endParaRPr lang="en-US"/>
        </a:p>
      </dgm:t>
    </dgm:pt>
    <dgm:pt modelId="{EE03F98B-BE78-402B-86AD-F38FC8A1BCF8}" type="pres">
      <dgm:prSet presAssocID="{99955F63-3523-46C7-BAF9-60498F6F09CC}" presName="root" presStyleCnt="0">
        <dgm:presLayoutVars>
          <dgm:dir/>
          <dgm:resizeHandles val="exact"/>
        </dgm:presLayoutVars>
      </dgm:prSet>
      <dgm:spPr/>
    </dgm:pt>
    <dgm:pt modelId="{590C2BB5-2D9F-4E7A-A095-BEF454237144}" type="pres">
      <dgm:prSet presAssocID="{99955F63-3523-46C7-BAF9-60498F6F09CC}" presName="container" presStyleCnt="0">
        <dgm:presLayoutVars>
          <dgm:dir/>
          <dgm:resizeHandles val="exact"/>
        </dgm:presLayoutVars>
      </dgm:prSet>
      <dgm:spPr/>
    </dgm:pt>
    <dgm:pt modelId="{D373D8AB-9165-4AD4-9F79-35EDE7827597}" type="pres">
      <dgm:prSet presAssocID="{62C24DB2-3B97-4C3E-9D8B-203F4895353D}" presName="compNode" presStyleCnt="0"/>
      <dgm:spPr/>
    </dgm:pt>
    <dgm:pt modelId="{B9322AC7-AE5E-4FB6-87FE-5F48838AFB1E}" type="pres">
      <dgm:prSet presAssocID="{62C24DB2-3B97-4C3E-9D8B-203F4895353D}" presName="iconBgRect" presStyleLbl="bgShp" presStyleIdx="0" presStyleCnt="4"/>
      <dgm:spPr/>
    </dgm:pt>
    <dgm:pt modelId="{C5C44DE3-3EB2-4558-97F1-D63C9EF39E0F}" type="pres">
      <dgm:prSet presAssocID="{62C24DB2-3B97-4C3E-9D8B-203F489535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EB862E8C-C450-4DD7-BE07-5669F89B1333}" type="pres">
      <dgm:prSet presAssocID="{62C24DB2-3B97-4C3E-9D8B-203F4895353D}" presName="spaceRect" presStyleCnt="0"/>
      <dgm:spPr/>
    </dgm:pt>
    <dgm:pt modelId="{50F63EAB-999D-4A1B-9D93-B2167B5A04B6}" type="pres">
      <dgm:prSet presAssocID="{62C24DB2-3B97-4C3E-9D8B-203F4895353D}" presName="textRect" presStyleLbl="revTx" presStyleIdx="0" presStyleCnt="4">
        <dgm:presLayoutVars>
          <dgm:chMax val="1"/>
          <dgm:chPref val="1"/>
        </dgm:presLayoutVars>
      </dgm:prSet>
      <dgm:spPr/>
    </dgm:pt>
    <dgm:pt modelId="{DE63FF57-AC3A-45B5-92EF-6B69CA6C6959}" type="pres">
      <dgm:prSet presAssocID="{CCA565B0-72FA-4BAC-8584-549AB1F8D470}" presName="sibTrans" presStyleLbl="sibTrans2D1" presStyleIdx="0" presStyleCnt="0"/>
      <dgm:spPr/>
    </dgm:pt>
    <dgm:pt modelId="{08A11353-4B59-41BC-BFF0-33FBE8271AF5}" type="pres">
      <dgm:prSet presAssocID="{B1CABE5F-837B-46D8-8DE1-26464E267E83}" presName="compNode" presStyleCnt="0"/>
      <dgm:spPr/>
    </dgm:pt>
    <dgm:pt modelId="{999A77CE-BB55-4DD4-82A5-52C65B9820CE}" type="pres">
      <dgm:prSet presAssocID="{B1CABE5F-837B-46D8-8DE1-26464E267E83}" presName="iconBgRect" presStyleLbl="bgShp" presStyleIdx="1" presStyleCnt="4"/>
      <dgm:spPr/>
    </dgm:pt>
    <dgm:pt modelId="{F6998870-BB2F-4EE9-93DD-5D3BC4B11612}" type="pres">
      <dgm:prSet presAssocID="{B1CABE5F-837B-46D8-8DE1-26464E267E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B326A7F-B215-44EE-BC4C-D4EE981A6621}" type="pres">
      <dgm:prSet presAssocID="{B1CABE5F-837B-46D8-8DE1-26464E267E83}" presName="spaceRect" presStyleCnt="0"/>
      <dgm:spPr/>
    </dgm:pt>
    <dgm:pt modelId="{23AD7B54-F1DA-4088-BF26-26AC8CFD9EC4}" type="pres">
      <dgm:prSet presAssocID="{B1CABE5F-837B-46D8-8DE1-26464E267E83}" presName="textRect" presStyleLbl="revTx" presStyleIdx="1" presStyleCnt="4">
        <dgm:presLayoutVars>
          <dgm:chMax val="1"/>
          <dgm:chPref val="1"/>
        </dgm:presLayoutVars>
      </dgm:prSet>
      <dgm:spPr/>
    </dgm:pt>
    <dgm:pt modelId="{B3A6D15B-13E7-4A58-A0DD-F61384C4AAC2}" type="pres">
      <dgm:prSet presAssocID="{9B3BBD1B-16FA-481F-93A9-3A27F3A8B1EE}" presName="sibTrans" presStyleLbl="sibTrans2D1" presStyleIdx="0" presStyleCnt="0"/>
      <dgm:spPr/>
    </dgm:pt>
    <dgm:pt modelId="{B11B0472-66CD-4085-A0A0-5CF1DBF8D618}" type="pres">
      <dgm:prSet presAssocID="{596F0219-EF14-4AB6-B91D-55FBFBCDEDC2}" presName="compNode" presStyleCnt="0"/>
      <dgm:spPr/>
    </dgm:pt>
    <dgm:pt modelId="{F020E7A2-02CB-41A0-9DF5-9155FA4916FA}" type="pres">
      <dgm:prSet presAssocID="{596F0219-EF14-4AB6-B91D-55FBFBCDEDC2}" presName="iconBgRect" presStyleLbl="bgShp" presStyleIdx="2" presStyleCnt="4"/>
      <dgm:spPr/>
    </dgm:pt>
    <dgm:pt modelId="{2EAEEF23-2EA5-406F-A74E-F44EA7FAC2B7}" type="pres">
      <dgm:prSet presAssocID="{596F0219-EF14-4AB6-B91D-55FBFBCDED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2675ABC-A676-4D7E-8C7C-EA0D02873B0C}" type="pres">
      <dgm:prSet presAssocID="{596F0219-EF14-4AB6-B91D-55FBFBCDEDC2}" presName="spaceRect" presStyleCnt="0"/>
      <dgm:spPr/>
    </dgm:pt>
    <dgm:pt modelId="{1E4FD79F-E617-4CEE-86C0-3AC581DD9F36}" type="pres">
      <dgm:prSet presAssocID="{596F0219-EF14-4AB6-B91D-55FBFBCDEDC2}" presName="textRect" presStyleLbl="revTx" presStyleIdx="2" presStyleCnt="4">
        <dgm:presLayoutVars>
          <dgm:chMax val="1"/>
          <dgm:chPref val="1"/>
        </dgm:presLayoutVars>
      </dgm:prSet>
      <dgm:spPr/>
    </dgm:pt>
    <dgm:pt modelId="{81246E2B-FF04-4A0E-8856-AD46205F1DE7}" type="pres">
      <dgm:prSet presAssocID="{D628A248-A0E8-442E-90C6-231ABE88EB42}" presName="sibTrans" presStyleLbl="sibTrans2D1" presStyleIdx="0" presStyleCnt="0"/>
      <dgm:spPr/>
    </dgm:pt>
    <dgm:pt modelId="{741625FD-A52C-495B-A370-862D0628C7D7}" type="pres">
      <dgm:prSet presAssocID="{5F76FA24-C9D3-4A4E-804A-E79812627B60}" presName="compNode" presStyleCnt="0"/>
      <dgm:spPr/>
    </dgm:pt>
    <dgm:pt modelId="{03D49C35-C32D-467A-A27E-7DEBB7025DB7}" type="pres">
      <dgm:prSet presAssocID="{5F76FA24-C9D3-4A4E-804A-E79812627B60}" presName="iconBgRect" presStyleLbl="bgShp" presStyleIdx="3" presStyleCnt="4"/>
      <dgm:spPr/>
    </dgm:pt>
    <dgm:pt modelId="{F9C2DBC1-F6E3-444A-93FB-6AFC26A45760}" type="pres">
      <dgm:prSet presAssocID="{5F76FA24-C9D3-4A4E-804A-E79812627B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8B58378-5A1F-4BF2-BBFD-B9713F5F499E}" type="pres">
      <dgm:prSet presAssocID="{5F76FA24-C9D3-4A4E-804A-E79812627B60}" presName="spaceRect" presStyleCnt="0"/>
      <dgm:spPr/>
    </dgm:pt>
    <dgm:pt modelId="{E4BF6824-63BE-498B-9B2A-F761451CBFAD}" type="pres">
      <dgm:prSet presAssocID="{5F76FA24-C9D3-4A4E-804A-E79812627B6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EC8CB05-23A4-4D9B-837E-B1A697D75BDF}" type="presOf" srcId="{B1CABE5F-837B-46D8-8DE1-26464E267E83}" destId="{23AD7B54-F1DA-4088-BF26-26AC8CFD9EC4}" srcOrd="0" destOrd="0" presId="urn:microsoft.com/office/officeart/2018/2/layout/IconCircleList"/>
    <dgm:cxn modelId="{EF3A161C-1938-4AA3-9599-2DBC116F72C1}" srcId="{99955F63-3523-46C7-BAF9-60498F6F09CC}" destId="{B1CABE5F-837B-46D8-8DE1-26464E267E83}" srcOrd="1" destOrd="0" parTransId="{E0AE2F3C-6160-439F-8FE2-BE34A118DB6F}" sibTransId="{9B3BBD1B-16FA-481F-93A9-3A27F3A8B1EE}"/>
    <dgm:cxn modelId="{40976E1F-0E1D-42C6-8E9A-9A190DC55E85}" srcId="{99955F63-3523-46C7-BAF9-60498F6F09CC}" destId="{596F0219-EF14-4AB6-B91D-55FBFBCDEDC2}" srcOrd="2" destOrd="0" parTransId="{CC85E084-5FB0-40DB-ADF5-973BD1C48C36}" sibTransId="{D628A248-A0E8-442E-90C6-231ABE88EB42}"/>
    <dgm:cxn modelId="{AB181A61-1469-4795-A50F-354980266336}" srcId="{99955F63-3523-46C7-BAF9-60498F6F09CC}" destId="{5F76FA24-C9D3-4A4E-804A-E79812627B60}" srcOrd="3" destOrd="0" parTransId="{220E480B-703F-46C4-84F7-965E28710965}" sibTransId="{99FE7587-CE32-4EB4-9CC7-6D2EADD99788}"/>
    <dgm:cxn modelId="{53446365-4C8E-48A7-B35D-EADC803C6CC7}" type="presOf" srcId="{99955F63-3523-46C7-BAF9-60498F6F09CC}" destId="{EE03F98B-BE78-402B-86AD-F38FC8A1BCF8}" srcOrd="0" destOrd="0" presId="urn:microsoft.com/office/officeart/2018/2/layout/IconCircleList"/>
    <dgm:cxn modelId="{F37CF34E-ACD9-4D4E-ABA3-5ED37BF7935A}" type="presOf" srcId="{62C24DB2-3B97-4C3E-9D8B-203F4895353D}" destId="{50F63EAB-999D-4A1B-9D93-B2167B5A04B6}" srcOrd="0" destOrd="0" presId="urn:microsoft.com/office/officeart/2018/2/layout/IconCircleList"/>
    <dgm:cxn modelId="{918A4871-8BA4-42BE-9D1A-0547926505BB}" srcId="{99955F63-3523-46C7-BAF9-60498F6F09CC}" destId="{62C24DB2-3B97-4C3E-9D8B-203F4895353D}" srcOrd="0" destOrd="0" parTransId="{3026A32B-B0B0-45F0-AFEC-7723D94A6FCE}" sibTransId="{CCA565B0-72FA-4BAC-8584-549AB1F8D470}"/>
    <dgm:cxn modelId="{F94AE457-884C-41FE-BB3B-27839FDF0A41}" type="presOf" srcId="{D628A248-A0E8-442E-90C6-231ABE88EB42}" destId="{81246E2B-FF04-4A0E-8856-AD46205F1DE7}" srcOrd="0" destOrd="0" presId="urn:microsoft.com/office/officeart/2018/2/layout/IconCircleList"/>
    <dgm:cxn modelId="{4DAAEE7E-7D45-4D07-A607-D30ED9A077CE}" type="presOf" srcId="{CCA565B0-72FA-4BAC-8584-549AB1F8D470}" destId="{DE63FF57-AC3A-45B5-92EF-6B69CA6C6959}" srcOrd="0" destOrd="0" presId="urn:microsoft.com/office/officeart/2018/2/layout/IconCircleList"/>
    <dgm:cxn modelId="{2464E09F-3EC7-400A-B1C2-04EA87AF874C}" type="presOf" srcId="{9B3BBD1B-16FA-481F-93A9-3A27F3A8B1EE}" destId="{B3A6D15B-13E7-4A58-A0DD-F61384C4AAC2}" srcOrd="0" destOrd="0" presId="urn:microsoft.com/office/officeart/2018/2/layout/IconCircleList"/>
    <dgm:cxn modelId="{FF36B6A9-0D81-4ED5-9E99-B12E6F085CB2}" type="presOf" srcId="{596F0219-EF14-4AB6-B91D-55FBFBCDEDC2}" destId="{1E4FD79F-E617-4CEE-86C0-3AC581DD9F36}" srcOrd="0" destOrd="0" presId="urn:microsoft.com/office/officeart/2018/2/layout/IconCircleList"/>
    <dgm:cxn modelId="{8DD898E3-92D0-4FCE-A158-5F05EC012B8D}" type="presOf" srcId="{5F76FA24-C9D3-4A4E-804A-E79812627B60}" destId="{E4BF6824-63BE-498B-9B2A-F761451CBFAD}" srcOrd="0" destOrd="0" presId="urn:microsoft.com/office/officeart/2018/2/layout/IconCircleList"/>
    <dgm:cxn modelId="{71336D91-71C7-46A4-A139-DBEB07C77E66}" type="presParOf" srcId="{EE03F98B-BE78-402B-86AD-F38FC8A1BCF8}" destId="{590C2BB5-2D9F-4E7A-A095-BEF454237144}" srcOrd="0" destOrd="0" presId="urn:microsoft.com/office/officeart/2018/2/layout/IconCircleList"/>
    <dgm:cxn modelId="{78A79D93-B2B7-4C4B-BF00-50BF5E2AFAE1}" type="presParOf" srcId="{590C2BB5-2D9F-4E7A-A095-BEF454237144}" destId="{D373D8AB-9165-4AD4-9F79-35EDE7827597}" srcOrd="0" destOrd="0" presId="urn:microsoft.com/office/officeart/2018/2/layout/IconCircleList"/>
    <dgm:cxn modelId="{D55DFA89-C140-4216-92F3-B69C4CEA7D7A}" type="presParOf" srcId="{D373D8AB-9165-4AD4-9F79-35EDE7827597}" destId="{B9322AC7-AE5E-4FB6-87FE-5F48838AFB1E}" srcOrd="0" destOrd="0" presId="urn:microsoft.com/office/officeart/2018/2/layout/IconCircleList"/>
    <dgm:cxn modelId="{810830A2-AEA5-41EC-8CDD-F51165E3831D}" type="presParOf" srcId="{D373D8AB-9165-4AD4-9F79-35EDE7827597}" destId="{C5C44DE3-3EB2-4558-97F1-D63C9EF39E0F}" srcOrd="1" destOrd="0" presId="urn:microsoft.com/office/officeart/2018/2/layout/IconCircleList"/>
    <dgm:cxn modelId="{ED1A5F44-EAE1-4F9E-9CF8-AA0F2A00AE11}" type="presParOf" srcId="{D373D8AB-9165-4AD4-9F79-35EDE7827597}" destId="{EB862E8C-C450-4DD7-BE07-5669F89B1333}" srcOrd="2" destOrd="0" presId="urn:microsoft.com/office/officeart/2018/2/layout/IconCircleList"/>
    <dgm:cxn modelId="{04256DB0-6337-4A4E-B189-D5D3FF836616}" type="presParOf" srcId="{D373D8AB-9165-4AD4-9F79-35EDE7827597}" destId="{50F63EAB-999D-4A1B-9D93-B2167B5A04B6}" srcOrd="3" destOrd="0" presId="urn:microsoft.com/office/officeart/2018/2/layout/IconCircleList"/>
    <dgm:cxn modelId="{F35155DE-4242-4DE6-BCAB-696B7B03A43D}" type="presParOf" srcId="{590C2BB5-2D9F-4E7A-A095-BEF454237144}" destId="{DE63FF57-AC3A-45B5-92EF-6B69CA6C6959}" srcOrd="1" destOrd="0" presId="urn:microsoft.com/office/officeart/2018/2/layout/IconCircleList"/>
    <dgm:cxn modelId="{0B544725-FEBA-47BC-BB94-A2D5EF988DC3}" type="presParOf" srcId="{590C2BB5-2D9F-4E7A-A095-BEF454237144}" destId="{08A11353-4B59-41BC-BFF0-33FBE8271AF5}" srcOrd="2" destOrd="0" presId="urn:microsoft.com/office/officeart/2018/2/layout/IconCircleList"/>
    <dgm:cxn modelId="{4F55678D-D8A2-472A-8C0A-1E7AA9CDD3F1}" type="presParOf" srcId="{08A11353-4B59-41BC-BFF0-33FBE8271AF5}" destId="{999A77CE-BB55-4DD4-82A5-52C65B9820CE}" srcOrd="0" destOrd="0" presId="urn:microsoft.com/office/officeart/2018/2/layout/IconCircleList"/>
    <dgm:cxn modelId="{0876E8B9-1A13-4E41-A85F-67D1C15E8DD0}" type="presParOf" srcId="{08A11353-4B59-41BC-BFF0-33FBE8271AF5}" destId="{F6998870-BB2F-4EE9-93DD-5D3BC4B11612}" srcOrd="1" destOrd="0" presId="urn:microsoft.com/office/officeart/2018/2/layout/IconCircleList"/>
    <dgm:cxn modelId="{E83603A4-70D5-4FD5-AC1F-D5D2DBB5877F}" type="presParOf" srcId="{08A11353-4B59-41BC-BFF0-33FBE8271AF5}" destId="{2B326A7F-B215-44EE-BC4C-D4EE981A6621}" srcOrd="2" destOrd="0" presId="urn:microsoft.com/office/officeart/2018/2/layout/IconCircleList"/>
    <dgm:cxn modelId="{454AB3C0-5E33-40A5-BDDE-E5308A94355B}" type="presParOf" srcId="{08A11353-4B59-41BC-BFF0-33FBE8271AF5}" destId="{23AD7B54-F1DA-4088-BF26-26AC8CFD9EC4}" srcOrd="3" destOrd="0" presId="urn:microsoft.com/office/officeart/2018/2/layout/IconCircleList"/>
    <dgm:cxn modelId="{60866971-DFD2-47CE-A2A8-634B61E6EFAD}" type="presParOf" srcId="{590C2BB5-2D9F-4E7A-A095-BEF454237144}" destId="{B3A6D15B-13E7-4A58-A0DD-F61384C4AAC2}" srcOrd="3" destOrd="0" presId="urn:microsoft.com/office/officeart/2018/2/layout/IconCircleList"/>
    <dgm:cxn modelId="{B1523376-6E4A-4E04-ADC9-E34C34ABA367}" type="presParOf" srcId="{590C2BB5-2D9F-4E7A-A095-BEF454237144}" destId="{B11B0472-66CD-4085-A0A0-5CF1DBF8D618}" srcOrd="4" destOrd="0" presId="urn:microsoft.com/office/officeart/2018/2/layout/IconCircleList"/>
    <dgm:cxn modelId="{7943BA7F-53A4-4035-A422-169F637DC137}" type="presParOf" srcId="{B11B0472-66CD-4085-A0A0-5CF1DBF8D618}" destId="{F020E7A2-02CB-41A0-9DF5-9155FA4916FA}" srcOrd="0" destOrd="0" presId="urn:microsoft.com/office/officeart/2018/2/layout/IconCircleList"/>
    <dgm:cxn modelId="{16FB9C5B-8A36-4F25-8A8E-DF04AEA5522D}" type="presParOf" srcId="{B11B0472-66CD-4085-A0A0-5CF1DBF8D618}" destId="{2EAEEF23-2EA5-406F-A74E-F44EA7FAC2B7}" srcOrd="1" destOrd="0" presId="urn:microsoft.com/office/officeart/2018/2/layout/IconCircleList"/>
    <dgm:cxn modelId="{51B91DFC-5EB4-41A3-ADBC-2E100A0C38FE}" type="presParOf" srcId="{B11B0472-66CD-4085-A0A0-5CF1DBF8D618}" destId="{72675ABC-A676-4D7E-8C7C-EA0D02873B0C}" srcOrd="2" destOrd="0" presId="urn:microsoft.com/office/officeart/2018/2/layout/IconCircleList"/>
    <dgm:cxn modelId="{D27149EA-4978-4F38-9DAC-10BA0801FBA6}" type="presParOf" srcId="{B11B0472-66CD-4085-A0A0-5CF1DBF8D618}" destId="{1E4FD79F-E617-4CEE-86C0-3AC581DD9F36}" srcOrd="3" destOrd="0" presId="urn:microsoft.com/office/officeart/2018/2/layout/IconCircleList"/>
    <dgm:cxn modelId="{B3957A86-BE9D-4A4A-9C7D-67A69E4FC205}" type="presParOf" srcId="{590C2BB5-2D9F-4E7A-A095-BEF454237144}" destId="{81246E2B-FF04-4A0E-8856-AD46205F1DE7}" srcOrd="5" destOrd="0" presId="urn:microsoft.com/office/officeart/2018/2/layout/IconCircleList"/>
    <dgm:cxn modelId="{D98267AB-09A4-4DF7-BC52-07AD5B95ECE6}" type="presParOf" srcId="{590C2BB5-2D9F-4E7A-A095-BEF454237144}" destId="{741625FD-A52C-495B-A370-862D0628C7D7}" srcOrd="6" destOrd="0" presId="urn:microsoft.com/office/officeart/2018/2/layout/IconCircleList"/>
    <dgm:cxn modelId="{FAA974EE-1B27-4498-A8E5-1591662DF9A9}" type="presParOf" srcId="{741625FD-A52C-495B-A370-862D0628C7D7}" destId="{03D49C35-C32D-467A-A27E-7DEBB7025DB7}" srcOrd="0" destOrd="0" presId="urn:microsoft.com/office/officeart/2018/2/layout/IconCircleList"/>
    <dgm:cxn modelId="{08DDBC94-9501-4FAC-86D1-8AA66CB19F92}" type="presParOf" srcId="{741625FD-A52C-495B-A370-862D0628C7D7}" destId="{F9C2DBC1-F6E3-444A-93FB-6AFC26A45760}" srcOrd="1" destOrd="0" presId="urn:microsoft.com/office/officeart/2018/2/layout/IconCircleList"/>
    <dgm:cxn modelId="{94513F05-DA88-4FFB-B086-ECC440FFC189}" type="presParOf" srcId="{741625FD-A52C-495B-A370-862D0628C7D7}" destId="{D8B58378-5A1F-4BF2-BBFD-B9713F5F499E}" srcOrd="2" destOrd="0" presId="urn:microsoft.com/office/officeart/2018/2/layout/IconCircleList"/>
    <dgm:cxn modelId="{AE604019-3E04-4AD2-9E05-3749101707BF}" type="presParOf" srcId="{741625FD-A52C-495B-A370-862D0628C7D7}" destId="{E4BF6824-63BE-498B-9B2A-F761451CBFA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5A3A6D3-02D6-4326-B211-A85828004D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A2E269-F808-437C-87C2-F9543719F1D5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Copyright and Fair Use: </a:t>
          </a:r>
          <a:r>
            <a:rPr lang="en-US" dirty="0"/>
            <a:t>Respect intellectual property rights and understand fair use principles.</a:t>
          </a:r>
        </a:p>
      </dgm:t>
    </dgm:pt>
    <dgm:pt modelId="{8F935B62-1401-448F-B91C-FE5D1EF11B6A}" type="parTrans" cxnId="{DC7EC25C-0FEC-49FA-8568-6D5468A13547}">
      <dgm:prSet/>
      <dgm:spPr/>
      <dgm:t>
        <a:bodyPr/>
        <a:lstStyle/>
        <a:p>
          <a:endParaRPr lang="en-US"/>
        </a:p>
      </dgm:t>
    </dgm:pt>
    <dgm:pt modelId="{D240F33E-7690-4BA1-A4AF-E5B8BA4D25BA}" type="sibTrans" cxnId="{DC7EC25C-0FEC-49FA-8568-6D5468A13547}">
      <dgm:prSet/>
      <dgm:spPr/>
      <dgm:t>
        <a:bodyPr/>
        <a:lstStyle/>
        <a:p>
          <a:endParaRPr lang="en-US"/>
        </a:p>
      </dgm:t>
    </dgm:pt>
    <dgm:pt modelId="{0281A3A7-3371-4379-85CD-C153C119939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Cybercrime: </a:t>
          </a:r>
          <a:r>
            <a:rPr lang="en-US" dirty="0"/>
            <a:t>Recognize and prevent activities like hacking, phishing, and identity theft.</a:t>
          </a:r>
        </a:p>
      </dgm:t>
    </dgm:pt>
    <dgm:pt modelId="{9E001EDA-013A-43ED-9EAF-EFFE99D88611}" type="parTrans" cxnId="{2C3D49CC-FFE3-4037-ACCB-8C698A39763A}">
      <dgm:prSet/>
      <dgm:spPr/>
      <dgm:t>
        <a:bodyPr/>
        <a:lstStyle/>
        <a:p>
          <a:endParaRPr lang="en-US"/>
        </a:p>
      </dgm:t>
    </dgm:pt>
    <dgm:pt modelId="{D9BA5B45-2871-4D20-8C0A-8CC0F669B196}" type="sibTrans" cxnId="{2C3D49CC-FFE3-4037-ACCB-8C698A39763A}">
      <dgm:prSet/>
      <dgm:spPr/>
      <dgm:t>
        <a:bodyPr/>
        <a:lstStyle/>
        <a:p>
          <a:endParaRPr lang="en-US"/>
        </a:p>
      </dgm:t>
    </dgm:pt>
    <dgm:pt modelId="{A2D17DFD-5AA4-428C-A137-7EE748D61CA3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Impact of Technology: </a:t>
          </a:r>
          <a:r>
            <a:rPr lang="en-US" dirty="0"/>
            <a:t>Analyze how technology affects society, including privacy, equity, and ethical concerns.</a:t>
          </a:r>
        </a:p>
      </dgm:t>
    </dgm:pt>
    <dgm:pt modelId="{2AAAFD70-EEBA-4EB8-810F-EDA6A0A4FE16}" type="parTrans" cxnId="{C56E5060-700A-465F-B8C0-B8E8B06EAFAF}">
      <dgm:prSet/>
      <dgm:spPr/>
      <dgm:t>
        <a:bodyPr/>
        <a:lstStyle/>
        <a:p>
          <a:endParaRPr lang="en-US"/>
        </a:p>
      </dgm:t>
    </dgm:pt>
    <dgm:pt modelId="{EB62F46F-BDA5-4DFE-B367-99DF3E68798A}" type="sibTrans" cxnId="{C56E5060-700A-465F-B8C0-B8E8B06EAFAF}">
      <dgm:prSet/>
      <dgm:spPr/>
      <dgm:t>
        <a:bodyPr/>
        <a:lstStyle/>
        <a:p>
          <a:endParaRPr lang="en-US"/>
        </a:p>
      </dgm:t>
    </dgm:pt>
    <dgm:pt modelId="{F0A36C52-EA59-4000-82AA-10A533D40441}" type="pres">
      <dgm:prSet presAssocID="{65A3A6D3-02D6-4326-B211-A85828004D20}" presName="root" presStyleCnt="0">
        <dgm:presLayoutVars>
          <dgm:dir/>
          <dgm:resizeHandles val="exact"/>
        </dgm:presLayoutVars>
      </dgm:prSet>
      <dgm:spPr/>
    </dgm:pt>
    <dgm:pt modelId="{69B00AD3-D1E3-43F8-AD4C-E4DC2709AEB4}" type="pres">
      <dgm:prSet presAssocID="{35A2E269-F808-437C-87C2-F9543719F1D5}" presName="compNode" presStyleCnt="0"/>
      <dgm:spPr/>
    </dgm:pt>
    <dgm:pt modelId="{38F2F727-2489-4722-AC4D-863376FA4F36}" type="pres">
      <dgm:prSet presAssocID="{35A2E269-F808-437C-87C2-F9543719F1D5}" presName="bgRect" presStyleLbl="bgShp" presStyleIdx="0" presStyleCnt="3" custLinFactNeighborY="-43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A91F9CCF-E8B4-4793-AC48-256E701F3588}" type="pres">
      <dgm:prSet presAssocID="{35A2E269-F808-437C-87C2-F9543719F1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F021D51-E208-4594-B31B-B5A6516FE588}" type="pres">
      <dgm:prSet presAssocID="{35A2E269-F808-437C-87C2-F9543719F1D5}" presName="spaceRect" presStyleCnt="0"/>
      <dgm:spPr/>
    </dgm:pt>
    <dgm:pt modelId="{0907D418-D466-4FBE-B6D9-880030EA9904}" type="pres">
      <dgm:prSet presAssocID="{35A2E269-F808-437C-87C2-F9543719F1D5}" presName="parTx" presStyleLbl="revTx" presStyleIdx="0" presStyleCnt="3">
        <dgm:presLayoutVars>
          <dgm:chMax val="0"/>
          <dgm:chPref val="0"/>
        </dgm:presLayoutVars>
      </dgm:prSet>
      <dgm:spPr/>
    </dgm:pt>
    <dgm:pt modelId="{10132436-89CC-4F4D-A663-35814FDF61CD}" type="pres">
      <dgm:prSet presAssocID="{D240F33E-7690-4BA1-A4AF-E5B8BA4D25BA}" presName="sibTrans" presStyleCnt="0"/>
      <dgm:spPr/>
    </dgm:pt>
    <dgm:pt modelId="{FE62D162-1186-4D36-B98A-A4FE16FA53FC}" type="pres">
      <dgm:prSet presAssocID="{0281A3A7-3371-4379-85CD-C153C119939F}" presName="compNode" presStyleCnt="0"/>
      <dgm:spPr/>
    </dgm:pt>
    <dgm:pt modelId="{C1F6703B-A122-461C-9477-F86720D6AEA1}" type="pres">
      <dgm:prSet presAssocID="{0281A3A7-3371-4379-85CD-C153C119939F}" presName="bgRect" presStyleLbl="bgShp" presStyleIdx="1" presStyleCnt="3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C211508D-CE6F-46B5-A989-FC85A82D1792}" type="pres">
      <dgm:prSet presAssocID="{0281A3A7-3371-4379-85CD-C153C11993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0C9B7E00-5ECE-4299-8DCA-854813DC5086}" type="pres">
      <dgm:prSet presAssocID="{0281A3A7-3371-4379-85CD-C153C119939F}" presName="spaceRect" presStyleCnt="0"/>
      <dgm:spPr/>
    </dgm:pt>
    <dgm:pt modelId="{F4151F3D-0A95-4765-88D9-F37938CF2882}" type="pres">
      <dgm:prSet presAssocID="{0281A3A7-3371-4379-85CD-C153C119939F}" presName="parTx" presStyleLbl="revTx" presStyleIdx="1" presStyleCnt="3">
        <dgm:presLayoutVars>
          <dgm:chMax val="0"/>
          <dgm:chPref val="0"/>
        </dgm:presLayoutVars>
      </dgm:prSet>
      <dgm:spPr/>
    </dgm:pt>
    <dgm:pt modelId="{BACADFC4-8BC5-46B1-B956-1A39527C9951}" type="pres">
      <dgm:prSet presAssocID="{D9BA5B45-2871-4D20-8C0A-8CC0F669B196}" presName="sibTrans" presStyleCnt="0"/>
      <dgm:spPr/>
    </dgm:pt>
    <dgm:pt modelId="{BD68B53C-7039-44FD-AF1C-EFCF1D21DE0D}" type="pres">
      <dgm:prSet presAssocID="{A2D17DFD-5AA4-428C-A137-7EE748D61CA3}" presName="compNode" presStyleCnt="0"/>
      <dgm:spPr/>
    </dgm:pt>
    <dgm:pt modelId="{44688C7A-36C1-4D14-89A2-84E2FE23890F}" type="pres">
      <dgm:prSet presAssocID="{A2D17DFD-5AA4-428C-A137-7EE748D61CA3}" presName="bgRect" presStyleLbl="bgShp" presStyleIdx="2" presStyleCnt="3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049EAC91-1106-460A-9468-4FE84C2CE9E4}" type="pres">
      <dgm:prSet presAssocID="{A2D17DFD-5AA4-428C-A137-7EE748D61C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91442FB2-995F-4E7F-8BC5-50385A25C045}" type="pres">
      <dgm:prSet presAssocID="{A2D17DFD-5AA4-428C-A137-7EE748D61CA3}" presName="spaceRect" presStyleCnt="0"/>
      <dgm:spPr/>
    </dgm:pt>
    <dgm:pt modelId="{EDFC542D-9D16-456B-9FC7-9BCC2D868189}" type="pres">
      <dgm:prSet presAssocID="{A2D17DFD-5AA4-428C-A137-7EE748D61CA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C7EC25C-0FEC-49FA-8568-6D5468A13547}" srcId="{65A3A6D3-02D6-4326-B211-A85828004D20}" destId="{35A2E269-F808-437C-87C2-F9543719F1D5}" srcOrd="0" destOrd="0" parTransId="{8F935B62-1401-448F-B91C-FE5D1EF11B6A}" sibTransId="{D240F33E-7690-4BA1-A4AF-E5B8BA4D25BA}"/>
    <dgm:cxn modelId="{F56BC05E-5CCD-49DE-9F0F-D39901C61CFD}" type="presOf" srcId="{A2D17DFD-5AA4-428C-A137-7EE748D61CA3}" destId="{EDFC542D-9D16-456B-9FC7-9BCC2D868189}" srcOrd="0" destOrd="0" presId="urn:microsoft.com/office/officeart/2018/2/layout/IconVerticalSolidList"/>
    <dgm:cxn modelId="{C56E5060-700A-465F-B8C0-B8E8B06EAFAF}" srcId="{65A3A6D3-02D6-4326-B211-A85828004D20}" destId="{A2D17DFD-5AA4-428C-A137-7EE748D61CA3}" srcOrd="2" destOrd="0" parTransId="{2AAAFD70-EEBA-4EB8-810F-EDA6A0A4FE16}" sibTransId="{EB62F46F-BDA5-4DFE-B367-99DF3E68798A}"/>
    <dgm:cxn modelId="{E5FAEA9F-1E0C-44A2-B8CF-540CD3699766}" type="presOf" srcId="{0281A3A7-3371-4379-85CD-C153C119939F}" destId="{F4151F3D-0A95-4765-88D9-F37938CF2882}" srcOrd="0" destOrd="0" presId="urn:microsoft.com/office/officeart/2018/2/layout/IconVerticalSolidList"/>
    <dgm:cxn modelId="{2C3D49CC-FFE3-4037-ACCB-8C698A39763A}" srcId="{65A3A6D3-02D6-4326-B211-A85828004D20}" destId="{0281A3A7-3371-4379-85CD-C153C119939F}" srcOrd="1" destOrd="0" parTransId="{9E001EDA-013A-43ED-9EAF-EFFE99D88611}" sibTransId="{D9BA5B45-2871-4D20-8C0A-8CC0F669B196}"/>
    <dgm:cxn modelId="{3054FDE3-0EFC-4E97-A789-C485FBDE79E9}" type="presOf" srcId="{65A3A6D3-02D6-4326-B211-A85828004D20}" destId="{F0A36C52-EA59-4000-82AA-10A533D40441}" srcOrd="0" destOrd="0" presId="urn:microsoft.com/office/officeart/2018/2/layout/IconVerticalSolidList"/>
    <dgm:cxn modelId="{D4F23EFE-B12C-4A54-BB1C-2CC0C55935C1}" type="presOf" srcId="{35A2E269-F808-437C-87C2-F9543719F1D5}" destId="{0907D418-D466-4FBE-B6D9-880030EA9904}" srcOrd="0" destOrd="0" presId="urn:microsoft.com/office/officeart/2018/2/layout/IconVerticalSolidList"/>
    <dgm:cxn modelId="{1DE7A7B0-9C66-4AFC-9A27-B13D17D3946D}" type="presParOf" srcId="{F0A36C52-EA59-4000-82AA-10A533D40441}" destId="{69B00AD3-D1E3-43F8-AD4C-E4DC2709AEB4}" srcOrd="0" destOrd="0" presId="urn:microsoft.com/office/officeart/2018/2/layout/IconVerticalSolidList"/>
    <dgm:cxn modelId="{13239B05-E71F-4633-998C-AD83F76A7F51}" type="presParOf" srcId="{69B00AD3-D1E3-43F8-AD4C-E4DC2709AEB4}" destId="{38F2F727-2489-4722-AC4D-863376FA4F36}" srcOrd="0" destOrd="0" presId="urn:microsoft.com/office/officeart/2018/2/layout/IconVerticalSolidList"/>
    <dgm:cxn modelId="{EB7E7202-8882-4834-A41B-4D6871DCA910}" type="presParOf" srcId="{69B00AD3-D1E3-43F8-AD4C-E4DC2709AEB4}" destId="{A91F9CCF-E8B4-4793-AC48-256E701F3588}" srcOrd="1" destOrd="0" presId="urn:microsoft.com/office/officeart/2018/2/layout/IconVerticalSolidList"/>
    <dgm:cxn modelId="{BCEFE984-4D33-497A-A053-505648931ED3}" type="presParOf" srcId="{69B00AD3-D1E3-43F8-AD4C-E4DC2709AEB4}" destId="{FF021D51-E208-4594-B31B-B5A6516FE588}" srcOrd="2" destOrd="0" presId="urn:microsoft.com/office/officeart/2018/2/layout/IconVerticalSolidList"/>
    <dgm:cxn modelId="{61713AFE-6415-435B-ADB9-F6DE5FA9AA19}" type="presParOf" srcId="{69B00AD3-D1E3-43F8-AD4C-E4DC2709AEB4}" destId="{0907D418-D466-4FBE-B6D9-880030EA9904}" srcOrd="3" destOrd="0" presId="urn:microsoft.com/office/officeart/2018/2/layout/IconVerticalSolidList"/>
    <dgm:cxn modelId="{2906FAC3-2083-464C-B675-A922E378EC0C}" type="presParOf" srcId="{F0A36C52-EA59-4000-82AA-10A533D40441}" destId="{10132436-89CC-4F4D-A663-35814FDF61CD}" srcOrd="1" destOrd="0" presId="urn:microsoft.com/office/officeart/2018/2/layout/IconVerticalSolidList"/>
    <dgm:cxn modelId="{65DA0127-92E0-4CEB-B14A-7E0E0156F04E}" type="presParOf" srcId="{F0A36C52-EA59-4000-82AA-10A533D40441}" destId="{FE62D162-1186-4D36-B98A-A4FE16FA53FC}" srcOrd="2" destOrd="0" presId="urn:microsoft.com/office/officeart/2018/2/layout/IconVerticalSolidList"/>
    <dgm:cxn modelId="{A9ADE922-F71B-41FE-BA09-79C2B8AECA65}" type="presParOf" srcId="{FE62D162-1186-4D36-B98A-A4FE16FA53FC}" destId="{C1F6703B-A122-461C-9477-F86720D6AEA1}" srcOrd="0" destOrd="0" presId="urn:microsoft.com/office/officeart/2018/2/layout/IconVerticalSolidList"/>
    <dgm:cxn modelId="{F6743DD0-A782-420B-84A2-CEC3E954C524}" type="presParOf" srcId="{FE62D162-1186-4D36-B98A-A4FE16FA53FC}" destId="{C211508D-CE6F-46B5-A989-FC85A82D1792}" srcOrd="1" destOrd="0" presId="urn:microsoft.com/office/officeart/2018/2/layout/IconVerticalSolidList"/>
    <dgm:cxn modelId="{FD313233-6ED0-4B78-A218-F937668991B5}" type="presParOf" srcId="{FE62D162-1186-4D36-B98A-A4FE16FA53FC}" destId="{0C9B7E00-5ECE-4299-8DCA-854813DC5086}" srcOrd="2" destOrd="0" presId="urn:microsoft.com/office/officeart/2018/2/layout/IconVerticalSolidList"/>
    <dgm:cxn modelId="{8915D42A-161C-4959-9C30-F7278D58E79E}" type="presParOf" srcId="{FE62D162-1186-4D36-B98A-A4FE16FA53FC}" destId="{F4151F3D-0A95-4765-88D9-F37938CF2882}" srcOrd="3" destOrd="0" presId="urn:microsoft.com/office/officeart/2018/2/layout/IconVerticalSolidList"/>
    <dgm:cxn modelId="{7509C8EB-F669-4219-AF45-474DDD3CD31C}" type="presParOf" srcId="{F0A36C52-EA59-4000-82AA-10A533D40441}" destId="{BACADFC4-8BC5-46B1-B956-1A39527C9951}" srcOrd="3" destOrd="0" presId="urn:microsoft.com/office/officeart/2018/2/layout/IconVerticalSolidList"/>
    <dgm:cxn modelId="{D22B0374-0C09-43E7-B084-33FEDB920A31}" type="presParOf" srcId="{F0A36C52-EA59-4000-82AA-10A533D40441}" destId="{BD68B53C-7039-44FD-AF1C-EFCF1D21DE0D}" srcOrd="4" destOrd="0" presId="urn:microsoft.com/office/officeart/2018/2/layout/IconVerticalSolidList"/>
    <dgm:cxn modelId="{6360075A-ABD6-40DE-8739-B3A109252086}" type="presParOf" srcId="{BD68B53C-7039-44FD-AF1C-EFCF1D21DE0D}" destId="{44688C7A-36C1-4D14-89A2-84E2FE23890F}" srcOrd="0" destOrd="0" presId="urn:microsoft.com/office/officeart/2018/2/layout/IconVerticalSolidList"/>
    <dgm:cxn modelId="{86207E3B-7A30-4F37-AAAB-416F01133CF3}" type="presParOf" srcId="{BD68B53C-7039-44FD-AF1C-EFCF1D21DE0D}" destId="{049EAC91-1106-460A-9468-4FE84C2CE9E4}" srcOrd="1" destOrd="0" presId="urn:microsoft.com/office/officeart/2018/2/layout/IconVerticalSolidList"/>
    <dgm:cxn modelId="{1D353033-A442-4421-9277-868DC477EC2E}" type="presParOf" srcId="{BD68B53C-7039-44FD-AF1C-EFCF1D21DE0D}" destId="{91442FB2-995F-4E7F-8BC5-50385A25C045}" srcOrd="2" destOrd="0" presId="urn:microsoft.com/office/officeart/2018/2/layout/IconVerticalSolidList"/>
    <dgm:cxn modelId="{C7DF9AEF-F446-44C8-9974-59F7D3E012D7}" type="presParOf" srcId="{BD68B53C-7039-44FD-AF1C-EFCF1D21DE0D}" destId="{EDFC542D-9D16-456B-9FC7-9BCC2D8681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BEBF61B-1603-4710-91B6-27540EAADD5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9491AD7-E185-4C70-A25E-4BF879A7392D}">
      <dgm:prSet/>
      <dgm:spPr/>
      <dgm:t>
        <a:bodyPr/>
        <a:lstStyle/>
        <a:p>
          <a:pPr algn="just"/>
          <a:r>
            <a:rPr lang="en-US" b="1" dirty="0"/>
            <a:t>Financial Loss: </a:t>
          </a:r>
          <a:r>
            <a:rPr lang="en-US" dirty="0"/>
            <a:t>Stolen funds, fraudulent transactions, ransom payments</a:t>
          </a:r>
        </a:p>
      </dgm:t>
    </dgm:pt>
    <dgm:pt modelId="{AC6C0B84-2951-40F8-AD88-8FBA9E62FD26}" type="parTrans" cxnId="{A77153B5-BCF6-4B5C-89AC-4197EFC9D48B}">
      <dgm:prSet/>
      <dgm:spPr/>
      <dgm:t>
        <a:bodyPr/>
        <a:lstStyle/>
        <a:p>
          <a:endParaRPr lang="en-US"/>
        </a:p>
      </dgm:t>
    </dgm:pt>
    <dgm:pt modelId="{3C9B8CEB-3BFA-4C3E-96A8-2467C0915AF3}" type="sibTrans" cxnId="{A77153B5-BCF6-4B5C-89AC-4197EFC9D48B}">
      <dgm:prSet/>
      <dgm:spPr/>
      <dgm:t>
        <a:bodyPr/>
        <a:lstStyle/>
        <a:p>
          <a:endParaRPr lang="en-US"/>
        </a:p>
      </dgm:t>
    </dgm:pt>
    <dgm:pt modelId="{708A46B6-584C-43BA-8F28-C9F52EBDA185}">
      <dgm:prSet/>
      <dgm:spPr/>
      <dgm:t>
        <a:bodyPr/>
        <a:lstStyle/>
        <a:p>
          <a:pPr algn="just"/>
          <a:r>
            <a:rPr lang="en-US" b="1" dirty="0"/>
            <a:t>Compromised Personal Information: </a:t>
          </a:r>
          <a:r>
            <a:rPr lang="en-US" dirty="0"/>
            <a:t>Identity theft, data breaches exposing sensitive details</a:t>
          </a:r>
        </a:p>
      </dgm:t>
    </dgm:pt>
    <dgm:pt modelId="{0E611F35-D97D-43C1-92F2-A87191E0B777}" type="parTrans" cxnId="{50FE70BE-AFF0-46CC-82B9-C596EC32B687}">
      <dgm:prSet/>
      <dgm:spPr/>
      <dgm:t>
        <a:bodyPr/>
        <a:lstStyle/>
        <a:p>
          <a:endParaRPr lang="en-US"/>
        </a:p>
      </dgm:t>
    </dgm:pt>
    <dgm:pt modelId="{89FA7F57-5708-4FB9-8A98-FE158663E7A9}" type="sibTrans" cxnId="{50FE70BE-AFF0-46CC-82B9-C596EC32B687}">
      <dgm:prSet/>
      <dgm:spPr/>
      <dgm:t>
        <a:bodyPr/>
        <a:lstStyle/>
        <a:p>
          <a:endParaRPr lang="en-US"/>
        </a:p>
      </dgm:t>
    </dgm:pt>
    <dgm:pt modelId="{E14765A5-D9CF-4EDD-867C-DFBFA2E4C80F}">
      <dgm:prSet/>
      <dgm:spPr/>
      <dgm:t>
        <a:bodyPr/>
        <a:lstStyle/>
        <a:p>
          <a:pPr algn="just"/>
          <a:r>
            <a:rPr lang="en-US" b="1" dirty="0"/>
            <a:t>Reputational Damage: </a:t>
          </a:r>
          <a:r>
            <a:rPr lang="en-US" dirty="0"/>
            <a:t>Loss of trust and future opportunities for individuals and businesses</a:t>
          </a:r>
        </a:p>
      </dgm:t>
    </dgm:pt>
    <dgm:pt modelId="{775C024B-7A5B-46C9-8ABB-BBDDED9A02F7}" type="parTrans" cxnId="{F84CA686-41E1-4E6F-B0E1-47C16DCF6931}">
      <dgm:prSet/>
      <dgm:spPr/>
      <dgm:t>
        <a:bodyPr/>
        <a:lstStyle/>
        <a:p>
          <a:endParaRPr lang="en-US"/>
        </a:p>
      </dgm:t>
    </dgm:pt>
    <dgm:pt modelId="{0A7A52E7-F34E-489D-A9A1-226961BBEA36}" type="sibTrans" cxnId="{F84CA686-41E1-4E6F-B0E1-47C16DCF6931}">
      <dgm:prSet/>
      <dgm:spPr/>
      <dgm:t>
        <a:bodyPr/>
        <a:lstStyle/>
        <a:p>
          <a:endParaRPr lang="en-US"/>
        </a:p>
      </dgm:t>
    </dgm:pt>
    <dgm:pt modelId="{4B47D9A0-E66C-49A9-A067-9083EA7AE55D}">
      <dgm:prSet/>
      <dgm:spPr/>
      <dgm:t>
        <a:bodyPr/>
        <a:lstStyle/>
        <a:p>
          <a:pPr algn="just"/>
          <a:r>
            <a:rPr lang="en-US" b="1" dirty="0"/>
            <a:t>Legal Ramifications: </a:t>
          </a:r>
          <a:r>
            <a:rPr lang="en-US" dirty="0"/>
            <a:t>Fines and imprisonment for perpetrators</a:t>
          </a:r>
        </a:p>
      </dgm:t>
    </dgm:pt>
    <dgm:pt modelId="{018B7F1F-B970-4E7B-8DCC-3B216AA6072E}" type="parTrans" cxnId="{BC4F0D93-19B9-45A6-9DEC-C307F604E441}">
      <dgm:prSet/>
      <dgm:spPr/>
      <dgm:t>
        <a:bodyPr/>
        <a:lstStyle/>
        <a:p>
          <a:endParaRPr lang="en-US"/>
        </a:p>
      </dgm:t>
    </dgm:pt>
    <dgm:pt modelId="{F1612F7A-E3B1-41C4-8BF5-A5FBFE1EAB84}" type="sibTrans" cxnId="{BC4F0D93-19B9-45A6-9DEC-C307F604E441}">
      <dgm:prSet/>
      <dgm:spPr/>
      <dgm:t>
        <a:bodyPr/>
        <a:lstStyle/>
        <a:p>
          <a:endParaRPr lang="en-US"/>
        </a:p>
      </dgm:t>
    </dgm:pt>
    <dgm:pt modelId="{AEE9DA1D-F100-407D-A481-567D36EDDBBE}">
      <dgm:prSet/>
      <dgm:spPr/>
      <dgm:t>
        <a:bodyPr/>
        <a:lstStyle/>
        <a:p>
          <a:pPr algn="just"/>
          <a:r>
            <a:rPr lang="en-US" b="1" dirty="0"/>
            <a:t>Emotional Distress: </a:t>
          </a:r>
          <a:r>
            <a:rPr lang="en-US" dirty="0"/>
            <a:t>Stress, anxiety, and a sense of violation for victims</a:t>
          </a:r>
        </a:p>
      </dgm:t>
    </dgm:pt>
    <dgm:pt modelId="{271C64D1-DC64-4D04-9A55-DC06420EB601}" type="parTrans" cxnId="{816FD697-5A22-4886-8C7B-2D6549B77AF5}">
      <dgm:prSet/>
      <dgm:spPr/>
      <dgm:t>
        <a:bodyPr/>
        <a:lstStyle/>
        <a:p>
          <a:endParaRPr lang="en-US"/>
        </a:p>
      </dgm:t>
    </dgm:pt>
    <dgm:pt modelId="{E7876B85-F477-4EF1-9C7E-56727C9C03F1}" type="sibTrans" cxnId="{816FD697-5A22-4886-8C7B-2D6549B77AF5}">
      <dgm:prSet/>
      <dgm:spPr/>
      <dgm:t>
        <a:bodyPr/>
        <a:lstStyle/>
        <a:p>
          <a:endParaRPr lang="en-US"/>
        </a:p>
      </dgm:t>
    </dgm:pt>
    <dgm:pt modelId="{81468C09-186B-444D-A2FA-FF7EC08C974C}" type="pres">
      <dgm:prSet presAssocID="{6BEBF61B-1603-4710-91B6-27540EAADD51}" presName="vert0" presStyleCnt="0">
        <dgm:presLayoutVars>
          <dgm:dir/>
          <dgm:animOne val="branch"/>
          <dgm:animLvl val="lvl"/>
        </dgm:presLayoutVars>
      </dgm:prSet>
      <dgm:spPr/>
    </dgm:pt>
    <dgm:pt modelId="{44A97AC6-5740-4859-8881-DF9C26886A6F}" type="pres">
      <dgm:prSet presAssocID="{E9491AD7-E185-4C70-A25E-4BF879A7392D}" presName="thickLine" presStyleLbl="alignNode1" presStyleIdx="0" presStyleCnt="5"/>
      <dgm:spPr/>
    </dgm:pt>
    <dgm:pt modelId="{17522021-C192-4707-AE86-C6A126C98985}" type="pres">
      <dgm:prSet presAssocID="{E9491AD7-E185-4C70-A25E-4BF879A7392D}" presName="horz1" presStyleCnt="0"/>
      <dgm:spPr/>
    </dgm:pt>
    <dgm:pt modelId="{100AA77D-0C28-4A6D-ABA3-DD6E4F945919}" type="pres">
      <dgm:prSet presAssocID="{E9491AD7-E185-4C70-A25E-4BF879A7392D}" presName="tx1" presStyleLbl="revTx" presStyleIdx="0" presStyleCnt="5"/>
      <dgm:spPr/>
    </dgm:pt>
    <dgm:pt modelId="{979CE689-8961-4A7E-B900-7A095CA3C2D6}" type="pres">
      <dgm:prSet presAssocID="{E9491AD7-E185-4C70-A25E-4BF879A7392D}" presName="vert1" presStyleCnt="0"/>
      <dgm:spPr/>
    </dgm:pt>
    <dgm:pt modelId="{18149580-3DE5-4BEF-90EB-2DCAC0762DAA}" type="pres">
      <dgm:prSet presAssocID="{708A46B6-584C-43BA-8F28-C9F52EBDA185}" presName="thickLine" presStyleLbl="alignNode1" presStyleIdx="1" presStyleCnt="5"/>
      <dgm:spPr/>
    </dgm:pt>
    <dgm:pt modelId="{CA7EB16C-A82D-4556-8ADB-EC353BB6FA93}" type="pres">
      <dgm:prSet presAssocID="{708A46B6-584C-43BA-8F28-C9F52EBDA185}" presName="horz1" presStyleCnt="0"/>
      <dgm:spPr/>
    </dgm:pt>
    <dgm:pt modelId="{FB2195E4-E2F0-4246-AAC4-F0902A2BC9DF}" type="pres">
      <dgm:prSet presAssocID="{708A46B6-584C-43BA-8F28-C9F52EBDA185}" presName="tx1" presStyleLbl="revTx" presStyleIdx="1" presStyleCnt="5"/>
      <dgm:spPr/>
    </dgm:pt>
    <dgm:pt modelId="{3BE386AF-12AE-45DB-9D98-6CD5EAC4C9B1}" type="pres">
      <dgm:prSet presAssocID="{708A46B6-584C-43BA-8F28-C9F52EBDA185}" presName="vert1" presStyleCnt="0"/>
      <dgm:spPr/>
    </dgm:pt>
    <dgm:pt modelId="{85781603-EE40-4B9A-B4E2-F69E034BD6A0}" type="pres">
      <dgm:prSet presAssocID="{E14765A5-D9CF-4EDD-867C-DFBFA2E4C80F}" presName="thickLine" presStyleLbl="alignNode1" presStyleIdx="2" presStyleCnt="5"/>
      <dgm:spPr/>
    </dgm:pt>
    <dgm:pt modelId="{505F5DB5-72A9-4F4B-BC4F-9A0D165FFEFC}" type="pres">
      <dgm:prSet presAssocID="{E14765A5-D9CF-4EDD-867C-DFBFA2E4C80F}" presName="horz1" presStyleCnt="0"/>
      <dgm:spPr/>
    </dgm:pt>
    <dgm:pt modelId="{FFDCCFDC-0F06-4D8F-843E-A0852205FE4D}" type="pres">
      <dgm:prSet presAssocID="{E14765A5-D9CF-4EDD-867C-DFBFA2E4C80F}" presName="tx1" presStyleLbl="revTx" presStyleIdx="2" presStyleCnt="5"/>
      <dgm:spPr/>
    </dgm:pt>
    <dgm:pt modelId="{C25E782B-53BB-4986-A2A5-5FF760832B24}" type="pres">
      <dgm:prSet presAssocID="{E14765A5-D9CF-4EDD-867C-DFBFA2E4C80F}" presName="vert1" presStyleCnt="0"/>
      <dgm:spPr/>
    </dgm:pt>
    <dgm:pt modelId="{59B6EA6F-0ED5-4595-B2AF-0854D86263CD}" type="pres">
      <dgm:prSet presAssocID="{4B47D9A0-E66C-49A9-A067-9083EA7AE55D}" presName="thickLine" presStyleLbl="alignNode1" presStyleIdx="3" presStyleCnt="5"/>
      <dgm:spPr/>
    </dgm:pt>
    <dgm:pt modelId="{7649F50E-E663-4B1E-90C3-A33EFF6FC745}" type="pres">
      <dgm:prSet presAssocID="{4B47D9A0-E66C-49A9-A067-9083EA7AE55D}" presName="horz1" presStyleCnt="0"/>
      <dgm:spPr/>
    </dgm:pt>
    <dgm:pt modelId="{301EF22C-E674-45DD-85A0-24CF198B8F81}" type="pres">
      <dgm:prSet presAssocID="{4B47D9A0-E66C-49A9-A067-9083EA7AE55D}" presName="tx1" presStyleLbl="revTx" presStyleIdx="3" presStyleCnt="5"/>
      <dgm:spPr/>
    </dgm:pt>
    <dgm:pt modelId="{27CD8036-1C8B-40F7-A10C-D22F9C085D8E}" type="pres">
      <dgm:prSet presAssocID="{4B47D9A0-E66C-49A9-A067-9083EA7AE55D}" presName="vert1" presStyleCnt="0"/>
      <dgm:spPr/>
    </dgm:pt>
    <dgm:pt modelId="{E69AC757-FDEB-435D-976C-E7ED68A87FC1}" type="pres">
      <dgm:prSet presAssocID="{AEE9DA1D-F100-407D-A481-567D36EDDBBE}" presName="thickLine" presStyleLbl="alignNode1" presStyleIdx="4" presStyleCnt="5"/>
      <dgm:spPr/>
    </dgm:pt>
    <dgm:pt modelId="{D63FAA94-F2AF-46C0-B083-34D7069925E2}" type="pres">
      <dgm:prSet presAssocID="{AEE9DA1D-F100-407D-A481-567D36EDDBBE}" presName="horz1" presStyleCnt="0"/>
      <dgm:spPr/>
    </dgm:pt>
    <dgm:pt modelId="{AA1DE40B-FD31-4AE9-AFE1-9BC82459A4C3}" type="pres">
      <dgm:prSet presAssocID="{AEE9DA1D-F100-407D-A481-567D36EDDBBE}" presName="tx1" presStyleLbl="revTx" presStyleIdx="4" presStyleCnt="5"/>
      <dgm:spPr/>
    </dgm:pt>
    <dgm:pt modelId="{9927BD68-5539-4686-A061-025B2788D87E}" type="pres">
      <dgm:prSet presAssocID="{AEE9DA1D-F100-407D-A481-567D36EDDBBE}" presName="vert1" presStyleCnt="0"/>
      <dgm:spPr/>
    </dgm:pt>
  </dgm:ptLst>
  <dgm:cxnLst>
    <dgm:cxn modelId="{D2A1743C-2988-4A3B-9A05-527143B2C92A}" type="presOf" srcId="{E9491AD7-E185-4C70-A25E-4BF879A7392D}" destId="{100AA77D-0C28-4A6D-ABA3-DD6E4F945919}" srcOrd="0" destOrd="0" presId="urn:microsoft.com/office/officeart/2008/layout/LinedList"/>
    <dgm:cxn modelId="{A7BA2E40-711B-46EF-8BF3-0E5B549E7AEF}" type="presOf" srcId="{E14765A5-D9CF-4EDD-867C-DFBFA2E4C80F}" destId="{FFDCCFDC-0F06-4D8F-843E-A0852205FE4D}" srcOrd="0" destOrd="0" presId="urn:microsoft.com/office/officeart/2008/layout/LinedList"/>
    <dgm:cxn modelId="{E5180F70-B59A-4309-91B7-E4083CFD0149}" type="presOf" srcId="{708A46B6-584C-43BA-8F28-C9F52EBDA185}" destId="{FB2195E4-E2F0-4246-AAC4-F0902A2BC9DF}" srcOrd="0" destOrd="0" presId="urn:microsoft.com/office/officeart/2008/layout/LinedList"/>
    <dgm:cxn modelId="{F84CA686-41E1-4E6F-B0E1-47C16DCF6931}" srcId="{6BEBF61B-1603-4710-91B6-27540EAADD51}" destId="{E14765A5-D9CF-4EDD-867C-DFBFA2E4C80F}" srcOrd="2" destOrd="0" parTransId="{775C024B-7A5B-46C9-8ABB-BBDDED9A02F7}" sibTransId="{0A7A52E7-F34E-489D-A9A1-226961BBEA36}"/>
    <dgm:cxn modelId="{BC4F0D93-19B9-45A6-9DEC-C307F604E441}" srcId="{6BEBF61B-1603-4710-91B6-27540EAADD51}" destId="{4B47D9A0-E66C-49A9-A067-9083EA7AE55D}" srcOrd="3" destOrd="0" parTransId="{018B7F1F-B970-4E7B-8DCC-3B216AA6072E}" sibTransId="{F1612F7A-E3B1-41C4-8BF5-A5FBFE1EAB84}"/>
    <dgm:cxn modelId="{816FD697-5A22-4886-8C7B-2D6549B77AF5}" srcId="{6BEBF61B-1603-4710-91B6-27540EAADD51}" destId="{AEE9DA1D-F100-407D-A481-567D36EDDBBE}" srcOrd="4" destOrd="0" parTransId="{271C64D1-DC64-4D04-9A55-DC06420EB601}" sibTransId="{E7876B85-F477-4EF1-9C7E-56727C9C03F1}"/>
    <dgm:cxn modelId="{EB46B29F-52F8-4199-99E8-C664EBE7E060}" type="presOf" srcId="{4B47D9A0-E66C-49A9-A067-9083EA7AE55D}" destId="{301EF22C-E674-45DD-85A0-24CF198B8F81}" srcOrd="0" destOrd="0" presId="urn:microsoft.com/office/officeart/2008/layout/LinedList"/>
    <dgm:cxn modelId="{A77153B5-BCF6-4B5C-89AC-4197EFC9D48B}" srcId="{6BEBF61B-1603-4710-91B6-27540EAADD51}" destId="{E9491AD7-E185-4C70-A25E-4BF879A7392D}" srcOrd="0" destOrd="0" parTransId="{AC6C0B84-2951-40F8-AD88-8FBA9E62FD26}" sibTransId="{3C9B8CEB-3BFA-4C3E-96A8-2467C0915AF3}"/>
    <dgm:cxn modelId="{50FE70BE-AFF0-46CC-82B9-C596EC32B687}" srcId="{6BEBF61B-1603-4710-91B6-27540EAADD51}" destId="{708A46B6-584C-43BA-8F28-C9F52EBDA185}" srcOrd="1" destOrd="0" parTransId="{0E611F35-D97D-43C1-92F2-A87191E0B777}" sibTransId="{89FA7F57-5708-4FB9-8A98-FE158663E7A9}"/>
    <dgm:cxn modelId="{CB32CFC0-6F11-4F7B-8BA1-37A32F712E80}" type="presOf" srcId="{6BEBF61B-1603-4710-91B6-27540EAADD51}" destId="{81468C09-186B-444D-A2FA-FF7EC08C974C}" srcOrd="0" destOrd="0" presId="urn:microsoft.com/office/officeart/2008/layout/LinedList"/>
    <dgm:cxn modelId="{4D5775F1-DA76-40C1-880C-B9181937DC97}" type="presOf" srcId="{AEE9DA1D-F100-407D-A481-567D36EDDBBE}" destId="{AA1DE40B-FD31-4AE9-AFE1-9BC82459A4C3}" srcOrd="0" destOrd="0" presId="urn:microsoft.com/office/officeart/2008/layout/LinedList"/>
    <dgm:cxn modelId="{AE8AF4A2-2C11-426A-9102-F2C398739973}" type="presParOf" srcId="{81468C09-186B-444D-A2FA-FF7EC08C974C}" destId="{44A97AC6-5740-4859-8881-DF9C26886A6F}" srcOrd="0" destOrd="0" presId="urn:microsoft.com/office/officeart/2008/layout/LinedList"/>
    <dgm:cxn modelId="{A4741BE4-0356-4B2A-97FD-B4A9EE425011}" type="presParOf" srcId="{81468C09-186B-444D-A2FA-FF7EC08C974C}" destId="{17522021-C192-4707-AE86-C6A126C98985}" srcOrd="1" destOrd="0" presId="urn:microsoft.com/office/officeart/2008/layout/LinedList"/>
    <dgm:cxn modelId="{9661DABA-26B9-4458-924A-F815DC149ECF}" type="presParOf" srcId="{17522021-C192-4707-AE86-C6A126C98985}" destId="{100AA77D-0C28-4A6D-ABA3-DD6E4F945919}" srcOrd="0" destOrd="0" presId="urn:microsoft.com/office/officeart/2008/layout/LinedList"/>
    <dgm:cxn modelId="{36583694-5245-421B-9B37-58E08F484327}" type="presParOf" srcId="{17522021-C192-4707-AE86-C6A126C98985}" destId="{979CE689-8961-4A7E-B900-7A095CA3C2D6}" srcOrd="1" destOrd="0" presId="urn:microsoft.com/office/officeart/2008/layout/LinedList"/>
    <dgm:cxn modelId="{F389ECEE-B6A1-4705-8E93-98EC17FFF7F3}" type="presParOf" srcId="{81468C09-186B-444D-A2FA-FF7EC08C974C}" destId="{18149580-3DE5-4BEF-90EB-2DCAC0762DAA}" srcOrd="2" destOrd="0" presId="urn:microsoft.com/office/officeart/2008/layout/LinedList"/>
    <dgm:cxn modelId="{ED6C06BC-EC28-46E3-AF90-16A95269173F}" type="presParOf" srcId="{81468C09-186B-444D-A2FA-FF7EC08C974C}" destId="{CA7EB16C-A82D-4556-8ADB-EC353BB6FA93}" srcOrd="3" destOrd="0" presId="urn:microsoft.com/office/officeart/2008/layout/LinedList"/>
    <dgm:cxn modelId="{D3FC44DA-9264-407E-9FDD-084D26AF70F4}" type="presParOf" srcId="{CA7EB16C-A82D-4556-8ADB-EC353BB6FA93}" destId="{FB2195E4-E2F0-4246-AAC4-F0902A2BC9DF}" srcOrd="0" destOrd="0" presId="urn:microsoft.com/office/officeart/2008/layout/LinedList"/>
    <dgm:cxn modelId="{E59549FA-AE9F-471B-A805-060AE1B10875}" type="presParOf" srcId="{CA7EB16C-A82D-4556-8ADB-EC353BB6FA93}" destId="{3BE386AF-12AE-45DB-9D98-6CD5EAC4C9B1}" srcOrd="1" destOrd="0" presId="urn:microsoft.com/office/officeart/2008/layout/LinedList"/>
    <dgm:cxn modelId="{903B1BCE-C964-4F35-936D-0BE489B50E90}" type="presParOf" srcId="{81468C09-186B-444D-A2FA-FF7EC08C974C}" destId="{85781603-EE40-4B9A-B4E2-F69E034BD6A0}" srcOrd="4" destOrd="0" presId="urn:microsoft.com/office/officeart/2008/layout/LinedList"/>
    <dgm:cxn modelId="{6962DF11-AA5A-430A-8DF2-81590C68882E}" type="presParOf" srcId="{81468C09-186B-444D-A2FA-FF7EC08C974C}" destId="{505F5DB5-72A9-4F4B-BC4F-9A0D165FFEFC}" srcOrd="5" destOrd="0" presId="urn:microsoft.com/office/officeart/2008/layout/LinedList"/>
    <dgm:cxn modelId="{903444BC-2010-481B-BF04-4C7F56CFD535}" type="presParOf" srcId="{505F5DB5-72A9-4F4B-BC4F-9A0D165FFEFC}" destId="{FFDCCFDC-0F06-4D8F-843E-A0852205FE4D}" srcOrd="0" destOrd="0" presId="urn:microsoft.com/office/officeart/2008/layout/LinedList"/>
    <dgm:cxn modelId="{0A8F3EEB-1E6D-40F3-AB74-C988D557DE8D}" type="presParOf" srcId="{505F5DB5-72A9-4F4B-BC4F-9A0D165FFEFC}" destId="{C25E782B-53BB-4986-A2A5-5FF760832B24}" srcOrd="1" destOrd="0" presId="urn:microsoft.com/office/officeart/2008/layout/LinedList"/>
    <dgm:cxn modelId="{52AB823A-2738-41CB-B553-46F7AE182D2B}" type="presParOf" srcId="{81468C09-186B-444D-A2FA-FF7EC08C974C}" destId="{59B6EA6F-0ED5-4595-B2AF-0854D86263CD}" srcOrd="6" destOrd="0" presId="urn:microsoft.com/office/officeart/2008/layout/LinedList"/>
    <dgm:cxn modelId="{24F6F487-6DA5-4975-99EC-0D558F3C8D4E}" type="presParOf" srcId="{81468C09-186B-444D-A2FA-FF7EC08C974C}" destId="{7649F50E-E663-4B1E-90C3-A33EFF6FC745}" srcOrd="7" destOrd="0" presId="urn:microsoft.com/office/officeart/2008/layout/LinedList"/>
    <dgm:cxn modelId="{D287845A-C9A9-4FDB-9378-80FB85A5FC21}" type="presParOf" srcId="{7649F50E-E663-4B1E-90C3-A33EFF6FC745}" destId="{301EF22C-E674-45DD-85A0-24CF198B8F81}" srcOrd="0" destOrd="0" presId="urn:microsoft.com/office/officeart/2008/layout/LinedList"/>
    <dgm:cxn modelId="{864F6198-3E38-4B4F-8DDC-9D76A560C6F6}" type="presParOf" srcId="{7649F50E-E663-4B1E-90C3-A33EFF6FC745}" destId="{27CD8036-1C8B-40F7-A10C-D22F9C085D8E}" srcOrd="1" destOrd="0" presId="urn:microsoft.com/office/officeart/2008/layout/LinedList"/>
    <dgm:cxn modelId="{1CCD7F36-FF6B-402A-8648-7CC711224162}" type="presParOf" srcId="{81468C09-186B-444D-A2FA-FF7EC08C974C}" destId="{E69AC757-FDEB-435D-976C-E7ED68A87FC1}" srcOrd="8" destOrd="0" presId="urn:microsoft.com/office/officeart/2008/layout/LinedList"/>
    <dgm:cxn modelId="{7CB89A94-28B5-4D4A-B04F-A269FF2B0D65}" type="presParOf" srcId="{81468C09-186B-444D-A2FA-FF7EC08C974C}" destId="{D63FAA94-F2AF-46C0-B083-34D7069925E2}" srcOrd="9" destOrd="0" presId="urn:microsoft.com/office/officeart/2008/layout/LinedList"/>
    <dgm:cxn modelId="{6A6BA15C-9304-4668-B7BB-EC4E29BB523C}" type="presParOf" srcId="{D63FAA94-F2AF-46C0-B083-34D7069925E2}" destId="{AA1DE40B-FD31-4AE9-AFE1-9BC82459A4C3}" srcOrd="0" destOrd="0" presId="urn:microsoft.com/office/officeart/2008/layout/LinedList"/>
    <dgm:cxn modelId="{04638509-AC1A-4E6A-A162-134D95F2DF6F}" type="presParOf" srcId="{D63FAA94-F2AF-46C0-B083-34D7069925E2}" destId="{9927BD68-5539-4686-A061-025B2788D8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2538B82-02E4-4E8A-BC4F-14C8F95B36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E1A79779-130C-4C7D-8018-99F5C874B5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Cyberethics and Digital Citizenship are essential for navigating the digital world responsibly and ethically.</a:t>
          </a:r>
        </a:p>
      </dgm:t>
    </dgm:pt>
    <dgm:pt modelId="{5DB7701C-082D-40B8-BD65-3CA1C2547A2C}" type="parTrans" cxnId="{A5B70237-6230-4C44-9548-4D0908EE94E8}">
      <dgm:prSet/>
      <dgm:spPr/>
      <dgm:t>
        <a:bodyPr/>
        <a:lstStyle/>
        <a:p>
          <a:endParaRPr lang="en-US"/>
        </a:p>
      </dgm:t>
    </dgm:pt>
    <dgm:pt modelId="{694E65BF-4FA5-4C6A-8D7E-6D47BFD8901B}" type="sibTrans" cxnId="{A5B70237-6230-4C44-9548-4D0908EE94E8}">
      <dgm:prSet/>
      <dgm:spPr/>
      <dgm:t>
        <a:bodyPr/>
        <a:lstStyle/>
        <a:p>
          <a:endParaRPr lang="en-US"/>
        </a:p>
      </dgm:t>
    </dgm:pt>
    <dgm:pt modelId="{E0042C3A-D517-4803-B357-D96E4E3A34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Developing critical skills like critical thinking and information literacy are important for responsible social media use.</a:t>
          </a:r>
        </a:p>
      </dgm:t>
    </dgm:pt>
    <dgm:pt modelId="{EE15B54B-B547-4A68-A8EB-137D87EA7C48}" type="parTrans" cxnId="{85CF5327-ECDC-4869-8DBD-0680F7038441}">
      <dgm:prSet/>
      <dgm:spPr/>
      <dgm:t>
        <a:bodyPr/>
        <a:lstStyle/>
        <a:p>
          <a:endParaRPr lang="en-US"/>
        </a:p>
      </dgm:t>
    </dgm:pt>
    <dgm:pt modelId="{25954F36-C05C-4F89-9274-A5BA75654233}" type="sibTrans" cxnId="{85CF5327-ECDC-4869-8DBD-0680F7038441}">
      <dgm:prSet/>
      <dgm:spPr/>
      <dgm:t>
        <a:bodyPr/>
        <a:lstStyle/>
        <a:p>
          <a:endParaRPr lang="en-US"/>
        </a:p>
      </dgm:t>
    </dgm:pt>
    <dgm:pt modelId="{8101A9A3-DEC5-4091-839B-1841B6E607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Promoting a safe, inclusive, and respectful digital environment for all to is important for creating positive impact in the society.</a:t>
          </a:r>
        </a:p>
      </dgm:t>
    </dgm:pt>
    <dgm:pt modelId="{E6C0D4E6-B531-4787-A256-6FF936F473B3}" type="parTrans" cxnId="{7517FC35-1846-434A-A64C-36979B5DB898}">
      <dgm:prSet/>
      <dgm:spPr/>
      <dgm:t>
        <a:bodyPr/>
        <a:lstStyle/>
        <a:p>
          <a:endParaRPr lang="en-US"/>
        </a:p>
      </dgm:t>
    </dgm:pt>
    <dgm:pt modelId="{B272658A-11FB-486B-BDCE-CF1F62EB6185}" type="sibTrans" cxnId="{7517FC35-1846-434A-A64C-36979B5DB898}">
      <dgm:prSet/>
      <dgm:spPr/>
      <dgm:t>
        <a:bodyPr/>
        <a:lstStyle/>
        <a:p>
          <a:endParaRPr lang="en-US"/>
        </a:p>
      </dgm:t>
    </dgm:pt>
    <dgm:pt modelId="{AA81E367-F4E6-4BF3-A3A9-F387C44CB2A6}" type="pres">
      <dgm:prSet presAssocID="{82538B82-02E4-4E8A-BC4F-14C8F95B3607}" presName="root" presStyleCnt="0">
        <dgm:presLayoutVars>
          <dgm:dir/>
          <dgm:resizeHandles val="exact"/>
        </dgm:presLayoutVars>
      </dgm:prSet>
      <dgm:spPr/>
    </dgm:pt>
    <dgm:pt modelId="{A0E9A198-F3D4-4967-8C64-0C8752AF0B32}" type="pres">
      <dgm:prSet presAssocID="{E1A79779-130C-4C7D-8018-99F5C874B537}" presName="compNode" presStyleCnt="0"/>
      <dgm:spPr/>
    </dgm:pt>
    <dgm:pt modelId="{7138620E-72D5-4257-8DB0-239503B8A9EF}" type="pres">
      <dgm:prSet presAssocID="{E1A79779-130C-4C7D-8018-99F5C874B537}" presName="bgRect" presStyleLbl="bgShp" presStyleIdx="0" presStyleCnt="3"/>
      <dgm:spPr/>
    </dgm:pt>
    <dgm:pt modelId="{01ECDBB1-08EE-4745-AD5A-9F8D39FDEC8C}" type="pres">
      <dgm:prSet presAssocID="{E1A79779-130C-4C7D-8018-99F5C874B5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EF727DB5-8AFE-40C1-BB32-D4EB51016F16}" type="pres">
      <dgm:prSet presAssocID="{E1A79779-130C-4C7D-8018-99F5C874B537}" presName="spaceRect" presStyleCnt="0"/>
      <dgm:spPr/>
    </dgm:pt>
    <dgm:pt modelId="{08015DBC-0ADF-43D2-B984-1788BDE3F9F6}" type="pres">
      <dgm:prSet presAssocID="{E1A79779-130C-4C7D-8018-99F5C874B537}" presName="parTx" presStyleLbl="revTx" presStyleIdx="0" presStyleCnt="3">
        <dgm:presLayoutVars>
          <dgm:chMax val="0"/>
          <dgm:chPref val="0"/>
        </dgm:presLayoutVars>
      </dgm:prSet>
      <dgm:spPr/>
    </dgm:pt>
    <dgm:pt modelId="{B64588E0-C31A-4D4E-A34F-654D06303DB4}" type="pres">
      <dgm:prSet presAssocID="{694E65BF-4FA5-4C6A-8D7E-6D47BFD8901B}" presName="sibTrans" presStyleCnt="0"/>
      <dgm:spPr/>
    </dgm:pt>
    <dgm:pt modelId="{7F0309B3-522A-40F0-BC4F-BD128252EB78}" type="pres">
      <dgm:prSet presAssocID="{E0042C3A-D517-4803-B357-D96E4E3A34BA}" presName="compNode" presStyleCnt="0"/>
      <dgm:spPr/>
    </dgm:pt>
    <dgm:pt modelId="{930E4F12-C85B-4B64-A570-0A3BBF785775}" type="pres">
      <dgm:prSet presAssocID="{E0042C3A-D517-4803-B357-D96E4E3A34BA}" presName="bgRect" presStyleLbl="bgShp" presStyleIdx="1" presStyleCnt="3"/>
      <dgm:spPr/>
    </dgm:pt>
    <dgm:pt modelId="{A36C38DA-A966-47BB-8182-6A91A82FF200}" type="pres">
      <dgm:prSet presAssocID="{E0042C3A-D517-4803-B357-D96E4E3A34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B75D492-9930-427E-AD0D-C925E5A61206}" type="pres">
      <dgm:prSet presAssocID="{E0042C3A-D517-4803-B357-D96E4E3A34BA}" presName="spaceRect" presStyleCnt="0"/>
      <dgm:spPr/>
    </dgm:pt>
    <dgm:pt modelId="{3F932E37-A8BE-471B-899D-64541BED88AF}" type="pres">
      <dgm:prSet presAssocID="{E0042C3A-D517-4803-B357-D96E4E3A34BA}" presName="parTx" presStyleLbl="revTx" presStyleIdx="1" presStyleCnt="3">
        <dgm:presLayoutVars>
          <dgm:chMax val="0"/>
          <dgm:chPref val="0"/>
        </dgm:presLayoutVars>
      </dgm:prSet>
      <dgm:spPr/>
    </dgm:pt>
    <dgm:pt modelId="{3D4FE1E3-DAC9-4DDA-A349-6D302946CDCF}" type="pres">
      <dgm:prSet presAssocID="{25954F36-C05C-4F89-9274-A5BA75654233}" presName="sibTrans" presStyleCnt="0"/>
      <dgm:spPr/>
    </dgm:pt>
    <dgm:pt modelId="{C8790BA8-535E-460D-B179-D350CD98FEA0}" type="pres">
      <dgm:prSet presAssocID="{8101A9A3-DEC5-4091-839B-1841B6E60761}" presName="compNode" presStyleCnt="0"/>
      <dgm:spPr/>
    </dgm:pt>
    <dgm:pt modelId="{82EDBE5C-E7AD-402A-8B40-29A83283CC26}" type="pres">
      <dgm:prSet presAssocID="{8101A9A3-DEC5-4091-839B-1841B6E60761}" presName="bgRect" presStyleLbl="bgShp" presStyleIdx="2" presStyleCnt="3"/>
      <dgm:spPr/>
    </dgm:pt>
    <dgm:pt modelId="{C88D9FA0-E268-40F2-8803-0B194783134A}" type="pres">
      <dgm:prSet presAssocID="{8101A9A3-DEC5-4091-839B-1841B6E607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71A8F92-EDC6-428D-89F6-8ACDFC855633}" type="pres">
      <dgm:prSet presAssocID="{8101A9A3-DEC5-4091-839B-1841B6E60761}" presName="spaceRect" presStyleCnt="0"/>
      <dgm:spPr/>
    </dgm:pt>
    <dgm:pt modelId="{ECDA9131-D5BC-47C2-AC30-2D27CC357A3E}" type="pres">
      <dgm:prSet presAssocID="{8101A9A3-DEC5-4091-839B-1841B6E60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1FCD1B-0449-4C95-9431-B459FCC3C09F}" type="presOf" srcId="{8101A9A3-DEC5-4091-839B-1841B6E60761}" destId="{ECDA9131-D5BC-47C2-AC30-2D27CC357A3E}" srcOrd="0" destOrd="0" presId="urn:microsoft.com/office/officeart/2018/2/layout/IconVerticalSolidList"/>
    <dgm:cxn modelId="{85CF5327-ECDC-4869-8DBD-0680F7038441}" srcId="{82538B82-02E4-4E8A-BC4F-14C8F95B3607}" destId="{E0042C3A-D517-4803-B357-D96E4E3A34BA}" srcOrd="1" destOrd="0" parTransId="{EE15B54B-B547-4A68-A8EB-137D87EA7C48}" sibTransId="{25954F36-C05C-4F89-9274-A5BA75654233}"/>
    <dgm:cxn modelId="{7517FC35-1846-434A-A64C-36979B5DB898}" srcId="{82538B82-02E4-4E8A-BC4F-14C8F95B3607}" destId="{8101A9A3-DEC5-4091-839B-1841B6E60761}" srcOrd="2" destOrd="0" parTransId="{E6C0D4E6-B531-4787-A256-6FF936F473B3}" sibTransId="{B272658A-11FB-486B-BDCE-CF1F62EB6185}"/>
    <dgm:cxn modelId="{A5B70237-6230-4C44-9548-4D0908EE94E8}" srcId="{82538B82-02E4-4E8A-BC4F-14C8F95B3607}" destId="{E1A79779-130C-4C7D-8018-99F5C874B537}" srcOrd="0" destOrd="0" parTransId="{5DB7701C-082D-40B8-BD65-3CA1C2547A2C}" sibTransId="{694E65BF-4FA5-4C6A-8D7E-6D47BFD8901B}"/>
    <dgm:cxn modelId="{C814133A-5921-4FA2-996B-E9D4673D8742}" type="presOf" srcId="{82538B82-02E4-4E8A-BC4F-14C8F95B3607}" destId="{AA81E367-F4E6-4BF3-A3A9-F387C44CB2A6}" srcOrd="0" destOrd="0" presId="urn:microsoft.com/office/officeart/2018/2/layout/IconVerticalSolidList"/>
    <dgm:cxn modelId="{743C2143-47D5-42BD-9F53-CA3FD094F400}" type="presOf" srcId="{E1A79779-130C-4C7D-8018-99F5C874B537}" destId="{08015DBC-0ADF-43D2-B984-1788BDE3F9F6}" srcOrd="0" destOrd="0" presId="urn:microsoft.com/office/officeart/2018/2/layout/IconVerticalSolidList"/>
    <dgm:cxn modelId="{3B0CE788-9B62-4CA9-8E33-EDB2C354C33A}" type="presOf" srcId="{E0042C3A-D517-4803-B357-D96E4E3A34BA}" destId="{3F932E37-A8BE-471B-899D-64541BED88AF}" srcOrd="0" destOrd="0" presId="urn:microsoft.com/office/officeart/2018/2/layout/IconVerticalSolidList"/>
    <dgm:cxn modelId="{370B32DB-DB00-40F0-A4D9-D38B29594F6D}" type="presParOf" srcId="{AA81E367-F4E6-4BF3-A3A9-F387C44CB2A6}" destId="{A0E9A198-F3D4-4967-8C64-0C8752AF0B32}" srcOrd="0" destOrd="0" presId="urn:microsoft.com/office/officeart/2018/2/layout/IconVerticalSolidList"/>
    <dgm:cxn modelId="{FEBB4216-72B5-4356-B0B0-4DD569252420}" type="presParOf" srcId="{A0E9A198-F3D4-4967-8C64-0C8752AF0B32}" destId="{7138620E-72D5-4257-8DB0-239503B8A9EF}" srcOrd="0" destOrd="0" presId="urn:microsoft.com/office/officeart/2018/2/layout/IconVerticalSolidList"/>
    <dgm:cxn modelId="{59FB2957-88F4-4490-88E9-5CBC0AC92D4D}" type="presParOf" srcId="{A0E9A198-F3D4-4967-8C64-0C8752AF0B32}" destId="{01ECDBB1-08EE-4745-AD5A-9F8D39FDEC8C}" srcOrd="1" destOrd="0" presId="urn:microsoft.com/office/officeart/2018/2/layout/IconVerticalSolidList"/>
    <dgm:cxn modelId="{41F7EC94-E045-4BDD-8320-F97B87A144A3}" type="presParOf" srcId="{A0E9A198-F3D4-4967-8C64-0C8752AF0B32}" destId="{EF727DB5-8AFE-40C1-BB32-D4EB51016F16}" srcOrd="2" destOrd="0" presId="urn:microsoft.com/office/officeart/2018/2/layout/IconVerticalSolidList"/>
    <dgm:cxn modelId="{7B9D34E8-57DB-4391-A504-23F60E6A8901}" type="presParOf" srcId="{A0E9A198-F3D4-4967-8C64-0C8752AF0B32}" destId="{08015DBC-0ADF-43D2-B984-1788BDE3F9F6}" srcOrd="3" destOrd="0" presId="urn:microsoft.com/office/officeart/2018/2/layout/IconVerticalSolidList"/>
    <dgm:cxn modelId="{A9AC311D-FCBA-4049-B0B6-04AAD005E181}" type="presParOf" srcId="{AA81E367-F4E6-4BF3-A3A9-F387C44CB2A6}" destId="{B64588E0-C31A-4D4E-A34F-654D06303DB4}" srcOrd="1" destOrd="0" presId="urn:microsoft.com/office/officeart/2018/2/layout/IconVerticalSolidList"/>
    <dgm:cxn modelId="{7924D011-936A-4313-8F9C-CED05E54902C}" type="presParOf" srcId="{AA81E367-F4E6-4BF3-A3A9-F387C44CB2A6}" destId="{7F0309B3-522A-40F0-BC4F-BD128252EB78}" srcOrd="2" destOrd="0" presId="urn:microsoft.com/office/officeart/2018/2/layout/IconVerticalSolidList"/>
    <dgm:cxn modelId="{07724DA8-6ED7-4613-91E7-02951AD225E9}" type="presParOf" srcId="{7F0309B3-522A-40F0-BC4F-BD128252EB78}" destId="{930E4F12-C85B-4B64-A570-0A3BBF785775}" srcOrd="0" destOrd="0" presId="urn:microsoft.com/office/officeart/2018/2/layout/IconVerticalSolidList"/>
    <dgm:cxn modelId="{D3B35879-AF52-4956-A89E-E195343AAA20}" type="presParOf" srcId="{7F0309B3-522A-40F0-BC4F-BD128252EB78}" destId="{A36C38DA-A966-47BB-8182-6A91A82FF200}" srcOrd="1" destOrd="0" presId="urn:microsoft.com/office/officeart/2018/2/layout/IconVerticalSolidList"/>
    <dgm:cxn modelId="{14DF8071-951D-4DDA-AAAA-645C4AC6494B}" type="presParOf" srcId="{7F0309B3-522A-40F0-BC4F-BD128252EB78}" destId="{4B75D492-9930-427E-AD0D-C925E5A61206}" srcOrd="2" destOrd="0" presId="urn:microsoft.com/office/officeart/2018/2/layout/IconVerticalSolidList"/>
    <dgm:cxn modelId="{39218EDA-1460-41D4-A3CA-13941EFF4E2B}" type="presParOf" srcId="{7F0309B3-522A-40F0-BC4F-BD128252EB78}" destId="{3F932E37-A8BE-471B-899D-64541BED88AF}" srcOrd="3" destOrd="0" presId="urn:microsoft.com/office/officeart/2018/2/layout/IconVerticalSolidList"/>
    <dgm:cxn modelId="{DF44A872-7836-4865-9996-57486B7BFB6B}" type="presParOf" srcId="{AA81E367-F4E6-4BF3-A3A9-F387C44CB2A6}" destId="{3D4FE1E3-DAC9-4DDA-A349-6D302946CDCF}" srcOrd="3" destOrd="0" presId="urn:microsoft.com/office/officeart/2018/2/layout/IconVerticalSolidList"/>
    <dgm:cxn modelId="{B79BC2D1-266C-47A5-8580-C23924B2D914}" type="presParOf" srcId="{AA81E367-F4E6-4BF3-A3A9-F387C44CB2A6}" destId="{C8790BA8-535E-460D-B179-D350CD98FEA0}" srcOrd="4" destOrd="0" presId="urn:microsoft.com/office/officeart/2018/2/layout/IconVerticalSolidList"/>
    <dgm:cxn modelId="{7FB8D525-61F1-4CF0-AF12-F1B40F4541D7}" type="presParOf" srcId="{C8790BA8-535E-460D-B179-D350CD98FEA0}" destId="{82EDBE5C-E7AD-402A-8B40-29A83283CC26}" srcOrd="0" destOrd="0" presId="urn:microsoft.com/office/officeart/2018/2/layout/IconVerticalSolidList"/>
    <dgm:cxn modelId="{FDD1D806-F20C-45A3-BDFA-8262500CA9A5}" type="presParOf" srcId="{C8790BA8-535E-460D-B179-D350CD98FEA0}" destId="{C88D9FA0-E268-40F2-8803-0B194783134A}" srcOrd="1" destOrd="0" presId="urn:microsoft.com/office/officeart/2018/2/layout/IconVerticalSolidList"/>
    <dgm:cxn modelId="{A8C53EAD-5851-4C0C-A546-186E5C2F629D}" type="presParOf" srcId="{C8790BA8-535E-460D-B179-D350CD98FEA0}" destId="{971A8F92-EDC6-428D-89F6-8ACDFC855633}" srcOrd="2" destOrd="0" presId="urn:microsoft.com/office/officeart/2018/2/layout/IconVerticalSolidList"/>
    <dgm:cxn modelId="{577FD8CD-7141-4E04-9B6A-7F4EA49E22FA}" type="presParOf" srcId="{C8790BA8-535E-460D-B179-D350CD98FEA0}" destId="{ECDA9131-D5BC-47C2-AC30-2D27CC357A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9511C-FBED-4A0D-897F-2660F8674C11}">
      <dsp:nvSpPr>
        <dsp:cNvPr id="0" name=""/>
        <dsp:cNvSpPr/>
      </dsp:nvSpPr>
      <dsp:spPr>
        <a:xfrm>
          <a:off x="0" y="2465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Cyberethics and Digital Citizenship</a:t>
          </a:r>
          <a:endParaRPr lang="en-US" sz="2000" kern="1200"/>
        </a:p>
      </dsp:txBody>
      <dsp:txXfrm>
        <a:off x="23645" y="48301"/>
        <a:ext cx="6623335" cy="437089"/>
      </dsp:txXfrm>
    </dsp:sp>
    <dsp:sp modelId="{413EC496-E7A0-45EA-A2AB-48F76B7DCE14}">
      <dsp:nvSpPr>
        <dsp:cNvPr id="0" name=""/>
        <dsp:cNvSpPr/>
      </dsp:nvSpPr>
      <dsp:spPr>
        <a:xfrm>
          <a:off x="0" y="56087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Importance of Cyberethics and Digital Citizenship</a:t>
          </a:r>
          <a:endParaRPr lang="en-US" sz="2000" kern="1200"/>
        </a:p>
      </dsp:txBody>
      <dsp:txXfrm>
        <a:off x="23645" y="584521"/>
        <a:ext cx="6623335" cy="437089"/>
      </dsp:txXfrm>
    </dsp:sp>
    <dsp:sp modelId="{03319B9A-592C-47E8-9AA1-DF5A6D80A306}">
      <dsp:nvSpPr>
        <dsp:cNvPr id="0" name=""/>
        <dsp:cNvSpPr/>
      </dsp:nvSpPr>
      <dsp:spPr>
        <a:xfrm>
          <a:off x="0" y="109709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Key Principles of </a:t>
          </a:r>
          <a:r>
            <a:rPr lang="en-US" sz="2000" b="1" i="0" kern="1200" dirty="0" err="1"/>
            <a:t>Cyberethics</a:t>
          </a:r>
          <a:endParaRPr lang="en-US" sz="2000" kern="1200" dirty="0"/>
        </a:p>
      </dsp:txBody>
      <dsp:txXfrm>
        <a:off x="23645" y="1120741"/>
        <a:ext cx="6623335" cy="437089"/>
      </dsp:txXfrm>
    </dsp:sp>
    <dsp:sp modelId="{E19468C4-D67F-41E1-AF27-CE7B80EDF8A3}">
      <dsp:nvSpPr>
        <dsp:cNvPr id="0" name=""/>
        <dsp:cNvSpPr/>
      </dsp:nvSpPr>
      <dsp:spPr>
        <a:xfrm>
          <a:off x="0" y="163331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Key Components of Digital Citizenship</a:t>
          </a:r>
          <a:endParaRPr lang="en-US" sz="2000" kern="1200" dirty="0"/>
        </a:p>
      </dsp:txBody>
      <dsp:txXfrm>
        <a:off x="23645" y="1656961"/>
        <a:ext cx="6623335" cy="437089"/>
      </dsp:txXfrm>
    </dsp:sp>
    <dsp:sp modelId="{C16E5834-903A-42D3-A73C-8AD600A1B8E1}">
      <dsp:nvSpPr>
        <dsp:cNvPr id="0" name=""/>
        <dsp:cNvSpPr/>
      </dsp:nvSpPr>
      <dsp:spPr>
        <a:xfrm>
          <a:off x="0" y="216953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Influence of Digital Citizenship on Offline Lives</a:t>
          </a:r>
          <a:endParaRPr lang="en-US" sz="2000" kern="1200"/>
        </a:p>
      </dsp:txBody>
      <dsp:txXfrm>
        <a:off x="23645" y="2193181"/>
        <a:ext cx="6623335" cy="437089"/>
      </dsp:txXfrm>
    </dsp:sp>
    <dsp:sp modelId="{EF563184-8279-4A83-932F-ACDF3B656975}">
      <dsp:nvSpPr>
        <dsp:cNvPr id="0" name=""/>
        <dsp:cNvSpPr/>
      </dsp:nvSpPr>
      <dsp:spPr>
        <a:xfrm>
          <a:off x="0" y="270575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Critical Thinking and Information Literacy</a:t>
          </a:r>
          <a:endParaRPr lang="en-US" sz="2000" kern="1200"/>
        </a:p>
      </dsp:txBody>
      <dsp:txXfrm>
        <a:off x="23645" y="2729401"/>
        <a:ext cx="6623335" cy="437089"/>
      </dsp:txXfrm>
    </dsp:sp>
    <dsp:sp modelId="{AC65553B-E8CA-43BD-8DE8-7CFC50A9C131}">
      <dsp:nvSpPr>
        <dsp:cNvPr id="0" name=""/>
        <dsp:cNvSpPr/>
      </dsp:nvSpPr>
      <dsp:spPr>
        <a:xfrm>
          <a:off x="0" y="324197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Social Media and Online Communication</a:t>
          </a:r>
          <a:endParaRPr lang="en-US" sz="2000" kern="1200"/>
        </a:p>
      </dsp:txBody>
      <dsp:txXfrm>
        <a:off x="23645" y="3265621"/>
        <a:ext cx="6623335" cy="437089"/>
      </dsp:txXfrm>
    </dsp:sp>
    <dsp:sp modelId="{0D7A00E1-BD7A-4555-832A-E962AD469583}">
      <dsp:nvSpPr>
        <dsp:cNvPr id="0" name=""/>
        <dsp:cNvSpPr/>
      </dsp:nvSpPr>
      <dsp:spPr>
        <a:xfrm>
          <a:off x="0" y="377819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Legal and Ethical Issues in Technology</a:t>
          </a:r>
          <a:endParaRPr lang="en-US" sz="2000" kern="1200" dirty="0"/>
        </a:p>
      </dsp:txBody>
      <dsp:txXfrm>
        <a:off x="23645" y="3801841"/>
        <a:ext cx="6623335" cy="437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B87A3-D753-47F8-9066-F100C99698AB}">
      <dsp:nvSpPr>
        <dsp:cNvPr id="0" name=""/>
        <dsp:cNvSpPr/>
      </dsp:nvSpPr>
      <dsp:spPr>
        <a:xfrm>
          <a:off x="1105832" y="2975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Cyberethics </a:t>
          </a:r>
        </a:p>
      </dsp:txBody>
      <dsp:txXfrm>
        <a:off x="1105832" y="2975"/>
        <a:ext cx="3342605" cy="2005563"/>
      </dsp:txXfrm>
    </dsp:sp>
    <dsp:sp modelId="{7861424A-8A93-45BA-B5CD-978705DE9789}">
      <dsp:nvSpPr>
        <dsp:cNvPr id="0" name=""/>
        <dsp:cNvSpPr/>
      </dsp:nvSpPr>
      <dsp:spPr>
        <a:xfrm>
          <a:off x="4782698" y="2975"/>
          <a:ext cx="4627068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Study of ethical issues arising from technology use, focusing on rights, responsibilities, and moral dilemmas in the digital world.</a:t>
          </a:r>
        </a:p>
      </dsp:txBody>
      <dsp:txXfrm>
        <a:off x="4782698" y="2975"/>
        <a:ext cx="4627068" cy="2005563"/>
      </dsp:txXfrm>
    </dsp:sp>
    <dsp:sp modelId="{25CC26E1-00A5-418C-B4D8-DABEF81CA029}">
      <dsp:nvSpPr>
        <dsp:cNvPr id="0" name=""/>
        <dsp:cNvSpPr/>
      </dsp:nvSpPr>
      <dsp:spPr>
        <a:xfrm>
          <a:off x="1072373" y="2342799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Digital Citizenship </a:t>
          </a:r>
        </a:p>
      </dsp:txBody>
      <dsp:txXfrm>
        <a:off x="1072373" y="2342799"/>
        <a:ext cx="3342605" cy="2005563"/>
      </dsp:txXfrm>
    </dsp:sp>
    <dsp:sp modelId="{387B8926-3D27-4CBF-ACBF-532FA9BCDA3A}">
      <dsp:nvSpPr>
        <dsp:cNvPr id="0" name=""/>
        <dsp:cNvSpPr/>
      </dsp:nvSpPr>
      <dsp:spPr>
        <a:xfrm>
          <a:off x="4749239" y="2342799"/>
          <a:ext cx="4693987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Responsible, ethical, and safe use of technology to communicate, interact, and participate in the digital world.</a:t>
          </a:r>
        </a:p>
      </dsp:txBody>
      <dsp:txXfrm>
        <a:off x="4749239" y="2342799"/>
        <a:ext cx="4693987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755DB-E3C6-4858-9042-8714923CD6B2}">
      <dsp:nvSpPr>
        <dsp:cNvPr id="0" name=""/>
        <dsp:cNvSpPr/>
      </dsp:nvSpPr>
      <dsp:spPr>
        <a:xfrm>
          <a:off x="1976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Enables individuals to access reliable information and resources</a:t>
          </a:r>
          <a:r>
            <a:rPr lang="en-US" sz="2000" kern="1200" dirty="0"/>
            <a:t>.</a:t>
          </a:r>
        </a:p>
      </dsp:txBody>
      <dsp:txXfrm>
        <a:off x="1976" y="1472751"/>
        <a:ext cx="1917400" cy="1380528"/>
      </dsp:txXfrm>
    </dsp:sp>
    <dsp:sp modelId="{D808305C-3A8F-4C35-92B6-C6320AC67C68}">
      <dsp:nvSpPr>
        <dsp:cNvPr id="0" name=""/>
        <dsp:cNvSpPr/>
      </dsp:nvSpPr>
      <dsp:spPr>
        <a:xfrm>
          <a:off x="1976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Access to Information</a:t>
          </a:r>
        </a:p>
      </dsp:txBody>
      <dsp:txXfrm>
        <a:off x="1976" y="552399"/>
        <a:ext cx="1917400" cy="920352"/>
      </dsp:txXfrm>
    </dsp:sp>
    <dsp:sp modelId="{656497E4-58E8-4678-B6A0-39F73A43A780}">
      <dsp:nvSpPr>
        <dsp:cNvPr id="0" name=""/>
        <dsp:cNvSpPr/>
      </dsp:nvSpPr>
      <dsp:spPr>
        <a:xfrm>
          <a:off x="2199316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Facilitates global connections and positive online interactions.</a:t>
          </a:r>
        </a:p>
      </dsp:txBody>
      <dsp:txXfrm>
        <a:off x="2199316" y="1472751"/>
        <a:ext cx="1917400" cy="1380528"/>
      </dsp:txXfrm>
    </dsp:sp>
    <dsp:sp modelId="{8BC0641C-7CFB-48DA-BFFC-45D253842361}">
      <dsp:nvSpPr>
        <dsp:cNvPr id="0" name=""/>
        <dsp:cNvSpPr/>
      </dsp:nvSpPr>
      <dsp:spPr>
        <a:xfrm>
          <a:off x="2072768" y="552399"/>
          <a:ext cx="2170496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Building Relationships</a:t>
          </a:r>
        </a:p>
      </dsp:txBody>
      <dsp:txXfrm>
        <a:off x="2072768" y="552399"/>
        <a:ext cx="2170496" cy="920352"/>
      </dsp:txXfrm>
    </dsp:sp>
    <dsp:sp modelId="{F23D97B3-8667-4CD0-998A-E0E2D3AE4081}">
      <dsp:nvSpPr>
        <dsp:cNvPr id="0" name=""/>
        <dsp:cNvSpPr/>
      </dsp:nvSpPr>
      <dsp:spPr>
        <a:xfrm>
          <a:off x="4396657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Empowers creativity and sharing of ideas.</a:t>
          </a:r>
        </a:p>
      </dsp:txBody>
      <dsp:txXfrm>
        <a:off x="4396657" y="1472751"/>
        <a:ext cx="1917400" cy="1380528"/>
      </dsp:txXfrm>
    </dsp:sp>
    <dsp:sp modelId="{BCF43398-A4CA-4BEE-9A0D-0F861C00EFE1}">
      <dsp:nvSpPr>
        <dsp:cNvPr id="0" name=""/>
        <dsp:cNvSpPr/>
      </dsp:nvSpPr>
      <dsp:spPr>
        <a:xfrm>
          <a:off x="4396657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Self-Expression</a:t>
          </a:r>
        </a:p>
      </dsp:txBody>
      <dsp:txXfrm>
        <a:off x="4396657" y="552399"/>
        <a:ext cx="1917400" cy="920352"/>
      </dsp:txXfrm>
    </dsp:sp>
    <dsp:sp modelId="{86204EEF-A1AC-4AAF-BE74-9F00F28875F7}">
      <dsp:nvSpPr>
        <dsp:cNvPr id="0" name=""/>
        <dsp:cNvSpPr/>
      </dsp:nvSpPr>
      <dsp:spPr>
        <a:xfrm>
          <a:off x="6467449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Enhances professional development and employability.</a:t>
          </a:r>
        </a:p>
      </dsp:txBody>
      <dsp:txXfrm>
        <a:off x="6467449" y="1472751"/>
        <a:ext cx="1917400" cy="1380528"/>
      </dsp:txXfrm>
    </dsp:sp>
    <dsp:sp modelId="{162ACF0C-D27A-4B22-97A3-78426F4A6BF6}">
      <dsp:nvSpPr>
        <dsp:cNvPr id="0" name=""/>
        <dsp:cNvSpPr/>
      </dsp:nvSpPr>
      <dsp:spPr>
        <a:xfrm>
          <a:off x="6467449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Employment Opportunities</a:t>
          </a:r>
        </a:p>
      </dsp:txBody>
      <dsp:txXfrm>
        <a:off x="6467449" y="552399"/>
        <a:ext cx="1917400" cy="920352"/>
      </dsp:txXfrm>
    </dsp:sp>
    <dsp:sp modelId="{9AD5A2B8-A920-4D0C-B657-219442B74EFD}">
      <dsp:nvSpPr>
        <dsp:cNvPr id="0" name=""/>
        <dsp:cNvSpPr/>
      </dsp:nvSpPr>
      <dsp:spPr>
        <a:xfrm>
          <a:off x="8538241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Expands learning opportunities through digital tools and resources.</a:t>
          </a:r>
        </a:p>
      </dsp:txBody>
      <dsp:txXfrm>
        <a:off x="8538241" y="1472751"/>
        <a:ext cx="1917400" cy="1380528"/>
      </dsp:txXfrm>
    </dsp:sp>
    <dsp:sp modelId="{F3B170A3-5BF4-46BF-816A-84BADC6EB162}">
      <dsp:nvSpPr>
        <dsp:cNvPr id="0" name=""/>
        <dsp:cNvSpPr/>
      </dsp:nvSpPr>
      <dsp:spPr>
        <a:xfrm>
          <a:off x="8538241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Education</a:t>
          </a:r>
        </a:p>
      </dsp:txBody>
      <dsp:txXfrm>
        <a:off x="8538241" y="552399"/>
        <a:ext cx="1917400" cy="920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F0C6B-10D4-41D3-956B-9CEEAF198FBF}">
      <dsp:nvSpPr>
        <dsp:cNvPr id="0" name=""/>
        <dsp:cNvSpPr/>
      </dsp:nvSpPr>
      <dsp:spPr>
        <a:xfrm>
          <a:off x="307345" y="1546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u="sng" kern="1200" dirty="0"/>
            <a:t>1. </a:t>
          </a:r>
          <a:r>
            <a:rPr lang="en-US" sz="2000" b="1" u="sng" kern="1200" dirty="0"/>
            <a:t>Responsibility</a:t>
          </a:r>
          <a:endParaRPr lang="en-US" sz="1800" b="1" u="sng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 accountable for online actions, respect digital property, and avoid harmful behaviors like cyberbullying.</a:t>
          </a:r>
        </a:p>
      </dsp:txBody>
      <dsp:txXfrm>
        <a:off x="779321" y="284732"/>
        <a:ext cx="2278903" cy="1367341"/>
      </dsp:txXfrm>
    </dsp:sp>
    <dsp:sp modelId="{2281F043-B3B7-40F0-B2D3-D9D9BD3D01EE}">
      <dsp:nvSpPr>
        <dsp:cNvPr id="0" name=""/>
        <dsp:cNvSpPr/>
      </dsp:nvSpPr>
      <dsp:spPr>
        <a:xfrm>
          <a:off x="3852486" y="1546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2. Privacy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Protect personal information and respect others' privacy in the digital space.</a:t>
          </a:r>
        </a:p>
      </dsp:txBody>
      <dsp:txXfrm>
        <a:off x="4324462" y="284732"/>
        <a:ext cx="2278903" cy="1367341"/>
      </dsp:txXfrm>
    </dsp:sp>
    <dsp:sp modelId="{28D93627-DD06-4543-A841-BA96A7505D8A}">
      <dsp:nvSpPr>
        <dsp:cNvPr id="0" name=""/>
        <dsp:cNvSpPr/>
      </dsp:nvSpPr>
      <dsp:spPr>
        <a:xfrm>
          <a:off x="7397627" y="1546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3. Respect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Foster positive online interactions by practicing good digital manners and inclusivity.</a:t>
          </a:r>
        </a:p>
      </dsp:txBody>
      <dsp:txXfrm>
        <a:off x="7869603" y="284732"/>
        <a:ext cx="2278903" cy="1367341"/>
      </dsp:txXfrm>
    </dsp:sp>
    <dsp:sp modelId="{E6D0DF91-B156-4C6B-9CD3-8929876B84D3}">
      <dsp:nvSpPr>
        <dsp:cNvPr id="0" name=""/>
        <dsp:cNvSpPr/>
      </dsp:nvSpPr>
      <dsp:spPr>
        <a:xfrm>
          <a:off x="2079915" y="2257545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4. Integrity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Maintain honesty, trustworthiness, and ethical conduct in digital activities.</a:t>
          </a:r>
        </a:p>
      </dsp:txBody>
      <dsp:txXfrm>
        <a:off x="2551891" y="2540731"/>
        <a:ext cx="2278903" cy="1367341"/>
      </dsp:txXfrm>
    </dsp:sp>
    <dsp:sp modelId="{9FB4E985-14DB-470F-B202-24DDA3AB6BF1}">
      <dsp:nvSpPr>
        <dsp:cNvPr id="0" name=""/>
        <dsp:cNvSpPr/>
      </dsp:nvSpPr>
      <dsp:spPr>
        <a:xfrm>
          <a:off x="5625057" y="2257545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5. Empathy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Understand and consider the feelings and perspectives of others online.</a:t>
          </a:r>
        </a:p>
      </dsp:txBody>
      <dsp:txXfrm>
        <a:off x="6097033" y="2540731"/>
        <a:ext cx="2278903" cy="13673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9A3D2-7FE9-4249-BDC6-555F0DB0FC3C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7C894-D0A9-45D9-A1C6-92A1908DC5F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Impact on Relationships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Online behavior affects offline relationships and reputation.</a:t>
          </a:r>
        </a:p>
      </dsp:txBody>
      <dsp:txXfrm>
        <a:off x="398656" y="1088253"/>
        <a:ext cx="2959127" cy="1837317"/>
      </dsp:txXfrm>
    </dsp:sp>
    <dsp:sp modelId="{C666F3E3-B6BC-44CB-9978-074F276555C9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12617-067D-4378-AB39-E2D267C6A81E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Consequences of Poor Digital Citizenship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 lead to emotional distress, legal issues, and damaged reputations.</a:t>
          </a:r>
        </a:p>
      </dsp:txBody>
      <dsp:txXfrm>
        <a:off x="4155097" y="1088253"/>
        <a:ext cx="2959127" cy="1837317"/>
      </dsp:txXfrm>
    </dsp:sp>
    <dsp:sp modelId="{992B7E62-A43A-4453-A456-5EA438A2858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9D7F2-569D-4049-AC1F-37A225895CAC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Emotional Well-being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Negative online experiences can harm mental health and offline interactions.</a:t>
          </a:r>
        </a:p>
      </dsp:txBody>
      <dsp:txXfrm>
        <a:off x="7911539" y="1088253"/>
        <a:ext cx="2959127" cy="18373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2A920-4EA8-41DB-867A-C5900D28415B}">
      <dsp:nvSpPr>
        <dsp:cNvPr id="0" name=""/>
        <dsp:cNvSpPr/>
      </dsp:nvSpPr>
      <dsp:spPr>
        <a:xfrm>
          <a:off x="0" y="439"/>
          <a:ext cx="9930920" cy="1029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7C46B8-6A63-4B25-A992-C7E38E03D18A}">
      <dsp:nvSpPr>
        <dsp:cNvPr id="0" name=""/>
        <dsp:cNvSpPr/>
      </dsp:nvSpPr>
      <dsp:spPr>
        <a:xfrm>
          <a:off x="311388" y="232051"/>
          <a:ext cx="566161" cy="5661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8BC5F-DA96-4AE1-988D-1059E438F0C6}">
      <dsp:nvSpPr>
        <dsp:cNvPr id="0" name=""/>
        <dsp:cNvSpPr/>
      </dsp:nvSpPr>
      <dsp:spPr>
        <a:xfrm>
          <a:off x="1188939" y="439"/>
          <a:ext cx="8741980" cy="1029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43" tIns="108943" rIns="108943" bIns="108943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Critical Thinking:</a:t>
          </a:r>
          <a:r>
            <a:rPr lang="en-US" sz="2500" b="1" u="none" kern="1200" dirty="0"/>
            <a:t> </a:t>
          </a:r>
          <a:r>
            <a:rPr lang="en-US" sz="2500" u="none" kern="1200" dirty="0"/>
            <a:t>Analyze</a:t>
          </a:r>
          <a:r>
            <a:rPr lang="en-US" sz="2500" kern="1200" dirty="0"/>
            <a:t> and evaluate online information to avoid misinformation.</a:t>
          </a:r>
        </a:p>
      </dsp:txBody>
      <dsp:txXfrm>
        <a:off x="1188939" y="439"/>
        <a:ext cx="8741980" cy="1029384"/>
      </dsp:txXfrm>
    </dsp:sp>
    <dsp:sp modelId="{7DD9E782-067D-4826-8156-FB57D0FE6027}">
      <dsp:nvSpPr>
        <dsp:cNvPr id="0" name=""/>
        <dsp:cNvSpPr/>
      </dsp:nvSpPr>
      <dsp:spPr>
        <a:xfrm>
          <a:off x="0" y="1287170"/>
          <a:ext cx="9930920" cy="1029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E89DF-7510-4081-9ABC-2539BAE1AAD3}">
      <dsp:nvSpPr>
        <dsp:cNvPr id="0" name=""/>
        <dsp:cNvSpPr/>
      </dsp:nvSpPr>
      <dsp:spPr>
        <a:xfrm>
          <a:off x="311388" y="1518782"/>
          <a:ext cx="566161" cy="5661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9CD89-43B0-466E-84E0-09B27A7E3296}">
      <dsp:nvSpPr>
        <dsp:cNvPr id="0" name=""/>
        <dsp:cNvSpPr/>
      </dsp:nvSpPr>
      <dsp:spPr>
        <a:xfrm>
          <a:off x="1188939" y="1287170"/>
          <a:ext cx="8741980" cy="1029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43" tIns="108943" rIns="108943" bIns="108943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Information Literacy:</a:t>
          </a:r>
          <a:r>
            <a:rPr lang="en-US" sz="2500" b="1" i="1" u="none" kern="1200" dirty="0"/>
            <a:t> </a:t>
          </a:r>
          <a:r>
            <a:rPr lang="en-US" sz="2500" kern="1200" dirty="0"/>
            <a:t>Locate, evaluate, and use digital information ethically and effectively.</a:t>
          </a:r>
        </a:p>
      </dsp:txBody>
      <dsp:txXfrm>
        <a:off x="1188939" y="1287170"/>
        <a:ext cx="8741980" cy="1029384"/>
      </dsp:txXfrm>
    </dsp:sp>
    <dsp:sp modelId="{CC7A1F22-37B4-4AFA-BC3C-180E3F316BBE}">
      <dsp:nvSpPr>
        <dsp:cNvPr id="0" name=""/>
        <dsp:cNvSpPr/>
      </dsp:nvSpPr>
      <dsp:spPr>
        <a:xfrm>
          <a:off x="0" y="2573901"/>
          <a:ext cx="9930920" cy="1029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EF360-33D2-452B-8956-405D179B4E78}">
      <dsp:nvSpPr>
        <dsp:cNvPr id="0" name=""/>
        <dsp:cNvSpPr/>
      </dsp:nvSpPr>
      <dsp:spPr>
        <a:xfrm>
          <a:off x="311388" y="2805513"/>
          <a:ext cx="566161" cy="5661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2A503-2B0E-4562-865E-AF710E9EF20E}">
      <dsp:nvSpPr>
        <dsp:cNvPr id="0" name=""/>
        <dsp:cNvSpPr/>
      </dsp:nvSpPr>
      <dsp:spPr>
        <a:xfrm>
          <a:off x="1188939" y="2573901"/>
          <a:ext cx="8741980" cy="1029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43" tIns="108943" rIns="108943" bIns="108943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Identifying Fake News: </a:t>
          </a:r>
          <a:r>
            <a:rPr lang="en-US" sz="2500" kern="1200" dirty="0"/>
            <a:t>Check sources, verify evidence, and use fact-checking tools.</a:t>
          </a:r>
        </a:p>
      </dsp:txBody>
      <dsp:txXfrm>
        <a:off x="1188939" y="2573901"/>
        <a:ext cx="8741980" cy="10293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22AC7-AE5E-4FB6-87FE-5F48838AFB1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44DE3-3EB2-4558-97F1-D63C9EF39E0F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63EAB-999D-4A1B-9D93-B2167B5A04B6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Role of Social Media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Facilitates connection, collaboration, and self-expression.</a:t>
          </a:r>
        </a:p>
      </dsp:txBody>
      <dsp:txXfrm>
        <a:off x="1834517" y="469890"/>
        <a:ext cx="3148942" cy="1335915"/>
      </dsp:txXfrm>
    </dsp:sp>
    <dsp:sp modelId="{999A77CE-BB55-4DD4-82A5-52C65B9820CE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98870-BB2F-4EE9-93DD-5D3BC4B11612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D7B54-F1DA-4088-BF26-26AC8CFD9EC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Responsible Use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Be mindful of online actions, respect privacy, and avoid spreading misinformation.</a:t>
          </a:r>
        </a:p>
      </dsp:txBody>
      <dsp:txXfrm>
        <a:off x="7154322" y="469890"/>
        <a:ext cx="3148942" cy="1335915"/>
      </dsp:txXfrm>
    </dsp:sp>
    <dsp:sp modelId="{F020E7A2-02CB-41A0-9DF5-9155FA4916F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EEF23-2EA5-406F-A74E-F44EA7FAC2B7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FD79F-E617-4CEE-86C0-3AC581DD9F3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Cyberbullying Prevention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Recognize, report, and stand against online harassment.</a:t>
          </a:r>
        </a:p>
      </dsp:txBody>
      <dsp:txXfrm>
        <a:off x="1834517" y="2545532"/>
        <a:ext cx="3148942" cy="1335915"/>
      </dsp:txXfrm>
    </dsp:sp>
    <dsp:sp modelId="{03D49C35-C32D-467A-A27E-7DEBB7025DB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2DBC1-F6E3-444A-93FB-6AFC26A45760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F6824-63BE-498B-9B2A-F761451CBFAD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Online Privacy and Security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Use strong passwords, enable two-factor authentication, and avoid phishing scams.</a:t>
          </a:r>
        </a:p>
      </dsp:txBody>
      <dsp:txXfrm>
        <a:off x="7154322" y="2545532"/>
        <a:ext cx="3148942" cy="13359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2F727-2489-4722-AC4D-863376FA4F36}">
      <dsp:nvSpPr>
        <dsp:cNvPr id="0" name=""/>
        <dsp:cNvSpPr/>
      </dsp:nvSpPr>
      <dsp:spPr>
        <a:xfrm>
          <a:off x="0" y="0"/>
          <a:ext cx="10515600" cy="98616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A91F9CCF-E8B4-4793-AC48-256E701F3588}">
      <dsp:nvSpPr>
        <dsp:cNvPr id="0" name=""/>
        <dsp:cNvSpPr/>
      </dsp:nvSpPr>
      <dsp:spPr>
        <a:xfrm>
          <a:off x="298315" y="222308"/>
          <a:ext cx="542391" cy="5423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7D418-D466-4FBE-B6D9-880030EA9904}">
      <dsp:nvSpPr>
        <dsp:cNvPr id="0" name=""/>
        <dsp:cNvSpPr/>
      </dsp:nvSpPr>
      <dsp:spPr>
        <a:xfrm>
          <a:off x="1139022" y="421"/>
          <a:ext cx="9376577" cy="986166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4369" tIns="104369" rIns="104369" bIns="104369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Copyright and Fair Use: </a:t>
          </a:r>
          <a:r>
            <a:rPr lang="en-US" sz="2500" kern="1200" dirty="0"/>
            <a:t>Respect intellectual property rights and understand fair use principles.</a:t>
          </a:r>
        </a:p>
      </dsp:txBody>
      <dsp:txXfrm>
        <a:off x="1139022" y="421"/>
        <a:ext cx="9376577" cy="986166"/>
      </dsp:txXfrm>
    </dsp:sp>
    <dsp:sp modelId="{C1F6703B-A122-461C-9477-F86720D6AEA1}">
      <dsp:nvSpPr>
        <dsp:cNvPr id="0" name=""/>
        <dsp:cNvSpPr/>
      </dsp:nvSpPr>
      <dsp:spPr>
        <a:xfrm>
          <a:off x="0" y="1233130"/>
          <a:ext cx="10515600" cy="98616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C211508D-CE6F-46B5-A989-FC85A82D1792}">
      <dsp:nvSpPr>
        <dsp:cNvPr id="0" name=""/>
        <dsp:cNvSpPr/>
      </dsp:nvSpPr>
      <dsp:spPr>
        <a:xfrm>
          <a:off x="298315" y="1455017"/>
          <a:ext cx="542391" cy="5423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51F3D-0A95-4765-88D9-F37938CF2882}">
      <dsp:nvSpPr>
        <dsp:cNvPr id="0" name=""/>
        <dsp:cNvSpPr/>
      </dsp:nvSpPr>
      <dsp:spPr>
        <a:xfrm>
          <a:off x="1139022" y="1233130"/>
          <a:ext cx="9376577" cy="986166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4369" tIns="104369" rIns="104369" bIns="104369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Cybercrime: </a:t>
          </a:r>
          <a:r>
            <a:rPr lang="en-US" sz="2500" kern="1200" dirty="0"/>
            <a:t>Recognize and prevent activities like hacking, phishing, and identity theft.</a:t>
          </a:r>
        </a:p>
      </dsp:txBody>
      <dsp:txXfrm>
        <a:off x="1139022" y="1233130"/>
        <a:ext cx="9376577" cy="986166"/>
      </dsp:txXfrm>
    </dsp:sp>
    <dsp:sp modelId="{44688C7A-36C1-4D14-89A2-84E2FE23890F}">
      <dsp:nvSpPr>
        <dsp:cNvPr id="0" name=""/>
        <dsp:cNvSpPr/>
      </dsp:nvSpPr>
      <dsp:spPr>
        <a:xfrm>
          <a:off x="0" y="2465838"/>
          <a:ext cx="10515600" cy="98616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49EAC91-1106-460A-9468-4FE84C2CE9E4}">
      <dsp:nvSpPr>
        <dsp:cNvPr id="0" name=""/>
        <dsp:cNvSpPr/>
      </dsp:nvSpPr>
      <dsp:spPr>
        <a:xfrm>
          <a:off x="298315" y="2687726"/>
          <a:ext cx="542391" cy="5423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C542D-9D16-456B-9FC7-9BCC2D868189}">
      <dsp:nvSpPr>
        <dsp:cNvPr id="0" name=""/>
        <dsp:cNvSpPr/>
      </dsp:nvSpPr>
      <dsp:spPr>
        <a:xfrm>
          <a:off x="1139022" y="2465838"/>
          <a:ext cx="9376577" cy="986166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4369" tIns="104369" rIns="104369" bIns="104369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Impact of Technology: </a:t>
          </a:r>
          <a:r>
            <a:rPr lang="en-US" sz="2500" kern="1200" dirty="0"/>
            <a:t>Analyze how technology affects society, including privacy, equity, and ethical concerns.</a:t>
          </a:r>
        </a:p>
      </dsp:txBody>
      <dsp:txXfrm>
        <a:off x="1139022" y="2465838"/>
        <a:ext cx="9376577" cy="9861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97AC6-5740-4859-8881-DF9C26886A6F}">
      <dsp:nvSpPr>
        <dsp:cNvPr id="0" name=""/>
        <dsp:cNvSpPr/>
      </dsp:nvSpPr>
      <dsp:spPr>
        <a:xfrm>
          <a:off x="0" y="511"/>
          <a:ext cx="1092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AA77D-0C28-4A6D-ABA3-DD6E4F945919}">
      <dsp:nvSpPr>
        <dsp:cNvPr id="0" name=""/>
        <dsp:cNvSpPr/>
      </dsp:nvSpPr>
      <dsp:spPr>
        <a:xfrm>
          <a:off x="0" y="511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Financial Loss: </a:t>
          </a:r>
          <a:r>
            <a:rPr lang="en-US" sz="2300" kern="1200" dirty="0"/>
            <a:t>Stolen funds, fraudulent transactions, ransom payments</a:t>
          </a:r>
        </a:p>
      </dsp:txBody>
      <dsp:txXfrm>
        <a:off x="0" y="511"/>
        <a:ext cx="10927829" cy="838356"/>
      </dsp:txXfrm>
    </dsp:sp>
    <dsp:sp modelId="{18149580-3DE5-4BEF-90EB-2DCAC0762DAA}">
      <dsp:nvSpPr>
        <dsp:cNvPr id="0" name=""/>
        <dsp:cNvSpPr/>
      </dsp:nvSpPr>
      <dsp:spPr>
        <a:xfrm>
          <a:off x="0" y="838868"/>
          <a:ext cx="1092782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195E4-E2F0-4246-AAC4-F0902A2BC9DF}">
      <dsp:nvSpPr>
        <dsp:cNvPr id="0" name=""/>
        <dsp:cNvSpPr/>
      </dsp:nvSpPr>
      <dsp:spPr>
        <a:xfrm>
          <a:off x="0" y="838868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Compromised Personal Information: </a:t>
          </a:r>
          <a:r>
            <a:rPr lang="en-US" sz="2300" kern="1200" dirty="0"/>
            <a:t>Identity theft, data breaches exposing sensitive details</a:t>
          </a:r>
        </a:p>
      </dsp:txBody>
      <dsp:txXfrm>
        <a:off x="0" y="838868"/>
        <a:ext cx="10927829" cy="838356"/>
      </dsp:txXfrm>
    </dsp:sp>
    <dsp:sp modelId="{85781603-EE40-4B9A-B4E2-F69E034BD6A0}">
      <dsp:nvSpPr>
        <dsp:cNvPr id="0" name=""/>
        <dsp:cNvSpPr/>
      </dsp:nvSpPr>
      <dsp:spPr>
        <a:xfrm>
          <a:off x="0" y="1677224"/>
          <a:ext cx="109278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CCFDC-0F06-4D8F-843E-A0852205FE4D}">
      <dsp:nvSpPr>
        <dsp:cNvPr id="0" name=""/>
        <dsp:cNvSpPr/>
      </dsp:nvSpPr>
      <dsp:spPr>
        <a:xfrm>
          <a:off x="0" y="1677224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Reputational Damage: </a:t>
          </a:r>
          <a:r>
            <a:rPr lang="en-US" sz="2300" kern="1200" dirty="0"/>
            <a:t>Loss of trust and future opportunities for individuals and businesses</a:t>
          </a:r>
        </a:p>
      </dsp:txBody>
      <dsp:txXfrm>
        <a:off x="0" y="1677224"/>
        <a:ext cx="10927829" cy="838356"/>
      </dsp:txXfrm>
    </dsp:sp>
    <dsp:sp modelId="{59B6EA6F-0ED5-4595-B2AF-0854D86263CD}">
      <dsp:nvSpPr>
        <dsp:cNvPr id="0" name=""/>
        <dsp:cNvSpPr/>
      </dsp:nvSpPr>
      <dsp:spPr>
        <a:xfrm>
          <a:off x="0" y="2515580"/>
          <a:ext cx="109278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EF22C-E674-45DD-85A0-24CF198B8F81}">
      <dsp:nvSpPr>
        <dsp:cNvPr id="0" name=""/>
        <dsp:cNvSpPr/>
      </dsp:nvSpPr>
      <dsp:spPr>
        <a:xfrm>
          <a:off x="0" y="2515580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Legal Ramifications: </a:t>
          </a:r>
          <a:r>
            <a:rPr lang="en-US" sz="2300" kern="1200" dirty="0"/>
            <a:t>Fines and imprisonment for perpetrators</a:t>
          </a:r>
        </a:p>
      </dsp:txBody>
      <dsp:txXfrm>
        <a:off x="0" y="2515580"/>
        <a:ext cx="10927829" cy="838356"/>
      </dsp:txXfrm>
    </dsp:sp>
    <dsp:sp modelId="{E69AC757-FDEB-435D-976C-E7ED68A87FC1}">
      <dsp:nvSpPr>
        <dsp:cNvPr id="0" name=""/>
        <dsp:cNvSpPr/>
      </dsp:nvSpPr>
      <dsp:spPr>
        <a:xfrm>
          <a:off x="0" y="3353936"/>
          <a:ext cx="1092782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DE40B-FD31-4AE9-AFE1-9BC82459A4C3}">
      <dsp:nvSpPr>
        <dsp:cNvPr id="0" name=""/>
        <dsp:cNvSpPr/>
      </dsp:nvSpPr>
      <dsp:spPr>
        <a:xfrm>
          <a:off x="0" y="3353936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Emotional Distress: </a:t>
          </a:r>
          <a:r>
            <a:rPr lang="en-US" sz="2300" kern="1200" dirty="0"/>
            <a:t>Stress, anxiety, and a sense of violation for victims</a:t>
          </a:r>
        </a:p>
      </dsp:txBody>
      <dsp:txXfrm>
        <a:off x="0" y="3353936"/>
        <a:ext cx="10927829" cy="8383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8620E-72D5-4257-8DB0-239503B8A9E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CDBB1-08EE-4745-AD5A-9F8D39FDEC8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15DBC-0ADF-43D2-B984-1788BDE3F9F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Cyberethics and Digital Citizenship are essential for navigating the digital world responsibly and ethically.</a:t>
          </a:r>
        </a:p>
      </dsp:txBody>
      <dsp:txXfrm>
        <a:off x="1435590" y="531"/>
        <a:ext cx="9080009" cy="1242935"/>
      </dsp:txXfrm>
    </dsp:sp>
    <dsp:sp modelId="{930E4F12-C85B-4B64-A570-0A3BBF785775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C38DA-A966-47BB-8182-6A91A82FF20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32E37-A8BE-471B-899D-64541BED88AF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Developing critical skills like critical thinking and information literacy are important for responsible social media use.</a:t>
          </a:r>
        </a:p>
      </dsp:txBody>
      <dsp:txXfrm>
        <a:off x="1435590" y="1554201"/>
        <a:ext cx="9080009" cy="1242935"/>
      </dsp:txXfrm>
    </dsp:sp>
    <dsp:sp modelId="{82EDBE5C-E7AD-402A-8B40-29A83283CC26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8D9FA0-E268-40F2-8803-0B194783134A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A9131-D5BC-47C2-AC30-2D27CC357A3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Promoting a safe, inclusive, and respectful digital environment for all to is important for creating positive impact in the society.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DB444-9DED-4A29-80D0-14F7DE50C2B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A2AEF-AA6D-45E2-96B0-EA1796553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1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51a04f517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51a04f517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2AEF-AA6D-45E2-96B0-EA17965537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92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2AEF-AA6D-45E2-96B0-EA17965537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3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D4B5-8CEA-5872-B0A5-42DD4F49A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AF482-1610-B484-950B-2B577B88E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124D-A622-F919-3533-18489020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E5194-EDBD-E45C-A1F4-504A9F53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3FAE-4B24-D5AF-2122-50C1B5E1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1440-2332-D660-665F-06286C5A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A6A3C-D3F6-24C2-EA95-25D2CA2F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E687A-C0A4-1F43-ED3F-7BEC1F03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275B2-9B3D-8735-3910-39CBCD03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3530-ACD0-7E55-1E01-A9966113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ACE2-60BC-D765-545B-E1E0F78D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EA03D-EC41-C013-13C4-1A28A81ED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F5A87-906C-B1AE-A736-789ADC84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FA8F8-F89D-7B2E-0782-6C99CB02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03740-2BC8-89BE-B1CD-8278EDE5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A2CB-02DF-C848-6950-82D9C8DB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DAF0F-954B-BDC1-D871-3FC3DFB5F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AB635-7FA4-FD38-B693-47EBCB8C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DE8DD-A7F2-211C-4C96-074EEB3B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69672-7655-7DFC-F592-E8402F6F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CA8C6-C907-8D04-C6F4-063129EF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7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062D-5F68-BB66-F55F-17773AD2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4EB6-54DA-E5E6-837C-5896240F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9A4F6-14EA-91CD-5F06-A0F4FBD86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D3B6E-FC0E-EC2A-82E8-894583070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1CF0D-1AE7-3A91-79F5-4C81D1375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62AC0-DB63-B42D-EDF6-0CC99028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F2A7A-6FC3-3946-9E89-89094DA3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11A47-D4C4-D822-B262-B5E9FDD7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7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229B-DFCC-C9D2-2BF7-D33E13D3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85298-3CC4-03A9-303D-0536F84A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C1D67-AFA2-B771-AC04-101A4A1E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90D9D-30BD-C961-9493-5D3F9C75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7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E8347-CBF5-259D-3B70-6D7F596D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2D5AD-5432-8D4D-5C37-3BDCDF90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991EF-FB2C-76CC-8313-85FE0588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9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E009-4CE3-1057-8F29-5AE23BD5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572D-BF17-8423-59E3-63488125A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976BF-17E3-C0DC-1B67-3B6CAC841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9F8D5-DFBE-631F-15B5-9A73418C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67ECA-DC09-0BEA-2E1A-FB69AF6D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90373-30A1-0A4B-B676-43D0A867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0331-D4D2-E357-DD90-1F45EF75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02266-371D-70A3-3700-F7A70DE0C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62F16-415E-202E-9000-33D0EF930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350C8-97CC-3CD4-6F13-FB78D37D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80A40-4804-66BB-427D-E7C1FE17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14533-7A6F-5878-3D6C-B488ACB1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2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08D-852D-6C6A-CAB2-52F14AFA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B14A6-B70C-116B-6193-1973786A3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428D5-559A-C497-1BDD-265F9D3E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45B6B-7D5C-839F-A0FC-B3CBA76C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35C02-0E54-A1D8-26B4-5BEA36E1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7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21DCE-2081-4C6C-F992-97B6D8657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796E8-EE89-FFA0-8F29-6D8486CAD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F739B-520B-32DA-CC9F-BD6017BA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57DB7-7D2F-5556-3FBD-44DF5D5A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680B4-224F-3E50-EB9E-027E890E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2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719333"/>
            <a:ext cx="10290000" cy="28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3681877"/>
            <a:ext cx="6038400" cy="6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4706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50967" y="3130117"/>
            <a:ext cx="5867200" cy="20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1271884"/>
            <a:ext cx="191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50967" y="5346317"/>
            <a:ext cx="58672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69917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655433"/>
            <a:ext cx="5219600" cy="1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39065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6352445" y="52734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2498755" y="52734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6352445" y="4749867"/>
            <a:ext cx="3340800" cy="62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2498755" y="4749867"/>
            <a:ext cx="3340800" cy="62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8" name="Google Shape;28;p5"/>
          <p:cNvGrpSpPr/>
          <p:nvPr/>
        </p:nvGrpSpPr>
        <p:grpSpPr>
          <a:xfrm>
            <a:off x="422447" y="133573"/>
            <a:ext cx="2076237" cy="1716588"/>
            <a:chOff x="316835" y="100179"/>
            <a:chExt cx="1557178" cy="1287441"/>
          </a:xfrm>
        </p:grpSpPr>
        <p:sp>
          <p:nvSpPr>
            <p:cNvPr id="29" name="Google Shape;29;p5"/>
            <p:cNvSpPr/>
            <p:nvPr/>
          </p:nvSpPr>
          <p:spPr>
            <a:xfrm>
              <a:off x="492985" y="2500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1365012" y="1001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928513" y="3949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316835" y="12631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475137" y="7548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1774113" y="3656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5" name="Google Shape;35;p5"/>
            <p:cNvCxnSpPr>
              <a:stCxn id="32" idx="0"/>
              <a:endCxn id="33" idx="3"/>
            </p:cNvCxnSpPr>
            <p:nvPr/>
          </p:nvCxnSpPr>
          <p:spPr>
            <a:xfrm rot="10800000" flipH="1">
              <a:off x="378785" y="891720"/>
              <a:ext cx="119700" cy="371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5"/>
            <p:cNvCxnSpPr>
              <a:stCxn id="33" idx="0"/>
              <a:endCxn id="29" idx="4"/>
            </p:cNvCxnSpPr>
            <p:nvPr/>
          </p:nvCxnSpPr>
          <p:spPr>
            <a:xfrm rot="10800000">
              <a:off x="554937" y="374454"/>
              <a:ext cx="0" cy="380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5"/>
            <p:cNvCxnSpPr>
              <a:stCxn id="33" idx="7"/>
              <a:endCxn id="31" idx="2"/>
            </p:cNvCxnSpPr>
            <p:nvPr/>
          </p:nvCxnSpPr>
          <p:spPr>
            <a:xfrm rot="10800000" flipH="1">
              <a:off x="611364" y="445015"/>
              <a:ext cx="317100" cy="33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>
              <a:stCxn id="29" idx="7"/>
              <a:endCxn id="30" idx="2"/>
            </p:cNvCxnSpPr>
            <p:nvPr/>
          </p:nvCxnSpPr>
          <p:spPr>
            <a:xfrm rot="10800000" flipH="1">
              <a:off x="598740" y="180378"/>
              <a:ext cx="766200" cy="8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5"/>
            <p:cNvCxnSpPr>
              <a:stCxn id="30" idx="6"/>
              <a:endCxn id="34" idx="1"/>
            </p:cNvCxnSpPr>
            <p:nvPr/>
          </p:nvCxnSpPr>
          <p:spPr>
            <a:xfrm>
              <a:off x="1524612" y="180279"/>
              <a:ext cx="2640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" name="Google Shape;40;p5"/>
          <p:cNvGrpSpPr/>
          <p:nvPr/>
        </p:nvGrpSpPr>
        <p:grpSpPr>
          <a:xfrm>
            <a:off x="9597716" y="5466161"/>
            <a:ext cx="2481101" cy="1283011"/>
            <a:chOff x="7204087" y="4046671"/>
            <a:chExt cx="1860826" cy="962258"/>
          </a:xfrm>
        </p:grpSpPr>
        <p:sp>
          <p:nvSpPr>
            <p:cNvPr id="41" name="Google Shape;41;p5"/>
            <p:cNvSpPr/>
            <p:nvPr/>
          </p:nvSpPr>
          <p:spPr>
            <a:xfrm>
              <a:off x="8018660" y="48665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8618412" y="47063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8777988" y="42222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8553310" y="44342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7204087" y="48487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8965013" y="40466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7" name="Google Shape;47;p5"/>
            <p:cNvCxnSpPr>
              <a:endCxn id="41" idx="2"/>
            </p:cNvCxnSpPr>
            <p:nvPr/>
          </p:nvCxnSpPr>
          <p:spPr>
            <a:xfrm>
              <a:off x="7363760" y="4928820"/>
              <a:ext cx="654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5"/>
            <p:cNvCxnSpPr>
              <a:stCxn id="44" idx="4"/>
              <a:endCxn id="42" idx="0"/>
            </p:cNvCxnSpPr>
            <p:nvPr/>
          </p:nvCxnSpPr>
          <p:spPr>
            <a:xfrm>
              <a:off x="8615260" y="4558745"/>
              <a:ext cx="83100" cy="14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5"/>
            <p:cNvCxnSpPr>
              <a:stCxn id="42" idx="3"/>
              <a:endCxn id="41" idx="6"/>
            </p:cNvCxnSpPr>
            <p:nvPr/>
          </p:nvCxnSpPr>
          <p:spPr>
            <a:xfrm flipH="1">
              <a:off x="8142585" y="4843118"/>
              <a:ext cx="499200" cy="8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>
              <a:endCxn id="43" idx="4"/>
            </p:cNvCxnSpPr>
            <p:nvPr/>
          </p:nvCxnSpPr>
          <p:spPr>
            <a:xfrm rot="10800000" flipH="1">
              <a:off x="8754738" y="4322496"/>
              <a:ext cx="73200" cy="407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5"/>
            <p:cNvCxnSpPr>
              <a:stCxn id="46" idx="3"/>
              <a:endCxn id="43" idx="7"/>
            </p:cNvCxnSpPr>
            <p:nvPr/>
          </p:nvCxnSpPr>
          <p:spPr>
            <a:xfrm flipH="1">
              <a:off x="8863243" y="4132197"/>
              <a:ext cx="116400" cy="104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" name="Google Shape;52;p5"/>
          <p:cNvGrpSpPr/>
          <p:nvPr/>
        </p:nvGrpSpPr>
        <p:grpSpPr>
          <a:xfrm>
            <a:off x="10352229" y="5476826"/>
            <a:ext cx="1098316" cy="982556"/>
            <a:chOff x="7974246" y="4185019"/>
            <a:chExt cx="823737" cy="736917"/>
          </a:xfrm>
        </p:grpSpPr>
        <p:sp>
          <p:nvSpPr>
            <p:cNvPr id="53" name="Google Shape;53;p5"/>
            <p:cNvSpPr/>
            <p:nvPr/>
          </p:nvSpPr>
          <p:spPr>
            <a:xfrm>
              <a:off x="7974246" y="4201806"/>
              <a:ext cx="823737" cy="720130"/>
            </a:xfrm>
            <a:custGeom>
              <a:avLst/>
              <a:gdLst/>
              <a:ahLst/>
              <a:cxnLst/>
              <a:rect l="l" t="t" r="r" b="b"/>
              <a:pathLst>
                <a:path w="50343" h="44011" extrusionOk="0">
                  <a:moveTo>
                    <a:pt x="45499" y="1"/>
                  </a:moveTo>
                  <a:cubicBezTo>
                    <a:pt x="45185" y="722"/>
                    <a:pt x="44958" y="1475"/>
                    <a:pt x="44817" y="2247"/>
                  </a:cubicBezTo>
                  <a:lnTo>
                    <a:pt x="42369" y="2139"/>
                  </a:lnTo>
                  <a:lnTo>
                    <a:pt x="24677" y="1346"/>
                  </a:lnTo>
                  <a:cubicBezTo>
                    <a:pt x="24645" y="1344"/>
                    <a:pt x="24613" y="1343"/>
                    <a:pt x="24581" y="1343"/>
                  </a:cubicBezTo>
                  <a:cubicBezTo>
                    <a:pt x="23850" y="1343"/>
                    <a:pt x="23172" y="1738"/>
                    <a:pt x="22813" y="2384"/>
                  </a:cubicBezTo>
                  <a:lnTo>
                    <a:pt x="4230" y="35572"/>
                  </a:lnTo>
                  <a:cubicBezTo>
                    <a:pt x="3749" y="35309"/>
                    <a:pt x="3200" y="35179"/>
                    <a:pt x="2673" y="35179"/>
                  </a:cubicBezTo>
                  <a:cubicBezTo>
                    <a:pt x="1736" y="35179"/>
                    <a:pt x="867" y="35591"/>
                    <a:pt x="567" y="36401"/>
                  </a:cubicBezTo>
                  <a:cubicBezTo>
                    <a:pt x="0" y="37930"/>
                    <a:pt x="740" y="39484"/>
                    <a:pt x="1919" y="40469"/>
                  </a:cubicBezTo>
                  <a:cubicBezTo>
                    <a:pt x="3094" y="41453"/>
                    <a:pt x="3938" y="41349"/>
                    <a:pt x="4010" y="41367"/>
                  </a:cubicBezTo>
                  <a:cubicBezTo>
                    <a:pt x="4010" y="41367"/>
                    <a:pt x="4018" y="41356"/>
                    <a:pt x="4018" y="41352"/>
                  </a:cubicBezTo>
                  <a:cubicBezTo>
                    <a:pt x="4083" y="41367"/>
                    <a:pt x="4144" y="41392"/>
                    <a:pt x="4216" y="41399"/>
                  </a:cubicBezTo>
                  <a:lnTo>
                    <a:pt x="28590" y="43999"/>
                  </a:lnTo>
                  <a:cubicBezTo>
                    <a:pt x="28662" y="44007"/>
                    <a:pt x="28734" y="44011"/>
                    <a:pt x="28805" y="44011"/>
                  </a:cubicBezTo>
                  <a:cubicBezTo>
                    <a:pt x="29576" y="44011"/>
                    <a:pt x="30288" y="43573"/>
                    <a:pt x="30635" y="42867"/>
                  </a:cubicBezTo>
                  <a:lnTo>
                    <a:pt x="49015" y="5284"/>
                  </a:lnTo>
                  <a:cubicBezTo>
                    <a:pt x="49040" y="5222"/>
                    <a:pt x="49058" y="5161"/>
                    <a:pt x="49076" y="5096"/>
                  </a:cubicBezTo>
                  <a:cubicBezTo>
                    <a:pt x="49091" y="5071"/>
                    <a:pt x="49105" y="5046"/>
                    <a:pt x="49120" y="5017"/>
                  </a:cubicBezTo>
                  <a:cubicBezTo>
                    <a:pt x="50342" y="2474"/>
                    <a:pt x="47064" y="80"/>
                    <a:pt x="454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8437220" y="4201806"/>
              <a:ext cx="360728" cy="703326"/>
            </a:xfrm>
            <a:custGeom>
              <a:avLst/>
              <a:gdLst/>
              <a:ahLst/>
              <a:cxnLst/>
              <a:rect l="l" t="t" r="r" b="b"/>
              <a:pathLst>
                <a:path w="22046" h="42984" extrusionOk="0">
                  <a:moveTo>
                    <a:pt x="17202" y="1"/>
                  </a:moveTo>
                  <a:cubicBezTo>
                    <a:pt x="16888" y="722"/>
                    <a:pt x="16661" y="1475"/>
                    <a:pt x="16520" y="2247"/>
                  </a:cubicBezTo>
                  <a:lnTo>
                    <a:pt x="14072" y="2143"/>
                  </a:lnTo>
                  <a:cubicBezTo>
                    <a:pt x="10614" y="10916"/>
                    <a:pt x="1" y="41378"/>
                    <a:pt x="1" y="41378"/>
                  </a:cubicBezTo>
                  <a:cubicBezTo>
                    <a:pt x="1" y="41378"/>
                    <a:pt x="427" y="42983"/>
                    <a:pt x="1710" y="42983"/>
                  </a:cubicBezTo>
                  <a:cubicBezTo>
                    <a:pt x="1900" y="42983"/>
                    <a:pt x="2109" y="42948"/>
                    <a:pt x="2338" y="42867"/>
                  </a:cubicBezTo>
                  <a:lnTo>
                    <a:pt x="20718" y="5284"/>
                  </a:lnTo>
                  <a:cubicBezTo>
                    <a:pt x="20743" y="5222"/>
                    <a:pt x="20761" y="5161"/>
                    <a:pt x="20779" y="5096"/>
                  </a:cubicBezTo>
                  <a:cubicBezTo>
                    <a:pt x="20794" y="5071"/>
                    <a:pt x="20808" y="5046"/>
                    <a:pt x="20823" y="5017"/>
                  </a:cubicBezTo>
                  <a:cubicBezTo>
                    <a:pt x="22045" y="2474"/>
                    <a:pt x="18767" y="80"/>
                    <a:pt x="172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974540" y="4185019"/>
              <a:ext cx="780720" cy="698155"/>
            </a:xfrm>
            <a:custGeom>
              <a:avLst/>
              <a:gdLst/>
              <a:ahLst/>
              <a:cxnLst/>
              <a:rect l="l" t="t" r="r" b="b"/>
              <a:pathLst>
                <a:path w="47714" h="42668" extrusionOk="0">
                  <a:moveTo>
                    <a:pt x="22650" y="1"/>
                  </a:moveTo>
                  <a:cubicBezTo>
                    <a:pt x="21915" y="1"/>
                    <a:pt x="21230" y="396"/>
                    <a:pt x="20869" y="1041"/>
                  </a:cubicBezTo>
                  <a:lnTo>
                    <a:pt x="711" y="37041"/>
                  </a:lnTo>
                  <a:cubicBezTo>
                    <a:pt x="0" y="38314"/>
                    <a:pt x="823" y="39901"/>
                    <a:pt x="2272" y="40056"/>
                  </a:cubicBezTo>
                  <a:lnTo>
                    <a:pt x="26646" y="42656"/>
                  </a:lnTo>
                  <a:cubicBezTo>
                    <a:pt x="26718" y="42664"/>
                    <a:pt x="26790" y="42667"/>
                    <a:pt x="26862" y="42667"/>
                  </a:cubicBezTo>
                  <a:cubicBezTo>
                    <a:pt x="27632" y="42667"/>
                    <a:pt x="28344" y="42230"/>
                    <a:pt x="28691" y="41527"/>
                  </a:cubicBezTo>
                  <a:lnTo>
                    <a:pt x="47068" y="3944"/>
                  </a:lnTo>
                  <a:cubicBezTo>
                    <a:pt x="47713" y="2628"/>
                    <a:pt x="46797" y="1084"/>
                    <a:pt x="45333" y="1016"/>
                  </a:cubicBezTo>
                  <a:lnTo>
                    <a:pt x="22737" y="2"/>
                  </a:lnTo>
                  <a:cubicBezTo>
                    <a:pt x="22708" y="1"/>
                    <a:pt x="22679" y="1"/>
                    <a:pt x="22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8027109" y="4219754"/>
              <a:ext cx="676508" cy="626455"/>
            </a:xfrm>
            <a:custGeom>
              <a:avLst/>
              <a:gdLst/>
              <a:ahLst/>
              <a:cxnLst/>
              <a:rect l="l" t="t" r="r" b="b"/>
              <a:pathLst>
                <a:path w="41345" h="38286" extrusionOk="0">
                  <a:moveTo>
                    <a:pt x="21235" y="0"/>
                  </a:moveTo>
                  <a:cubicBezTo>
                    <a:pt x="20103" y="0"/>
                    <a:pt x="19054" y="615"/>
                    <a:pt x="18496" y="1608"/>
                  </a:cubicBezTo>
                  <a:lnTo>
                    <a:pt x="17288" y="3765"/>
                  </a:lnTo>
                  <a:lnTo>
                    <a:pt x="13765" y="10050"/>
                  </a:lnTo>
                  <a:lnTo>
                    <a:pt x="9164" y="18258"/>
                  </a:lnTo>
                  <a:lnTo>
                    <a:pt x="909" y="32985"/>
                  </a:lnTo>
                  <a:lnTo>
                    <a:pt x="650" y="33450"/>
                  </a:lnTo>
                  <a:cubicBezTo>
                    <a:pt x="0" y="34612"/>
                    <a:pt x="747" y="36054"/>
                    <a:pt x="2067" y="36195"/>
                  </a:cubicBezTo>
                  <a:lnTo>
                    <a:pt x="4977" y="36505"/>
                  </a:lnTo>
                  <a:lnTo>
                    <a:pt x="14494" y="37522"/>
                  </a:lnTo>
                  <a:lnTo>
                    <a:pt x="21461" y="38268"/>
                  </a:lnTo>
                  <a:cubicBezTo>
                    <a:pt x="21570" y="38280"/>
                    <a:pt x="21679" y="38285"/>
                    <a:pt x="21788" y="38285"/>
                  </a:cubicBezTo>
                  <a:cubicBezTo>
                    <a:pt x="22976" y="38285"/>
                    <a:pt x="24076" y="37610"/>
                    <a:pt x="24605" y="36527"/>
                  </a:cubicBezTo>
                  <a:lnTo>
                    <a:pt x="26585" y="32480"/>
                  </a:lnTo>
                  <a:lnTo>
                    <a:pt x="30869" y="23735"/>
                  </a:lnTo>
                  <a:lnTo>
                    <a:pt x="36127" y="12989"/>
                  </a:lnTo>
                  <a:lnTo>
                    <a:pt x="40739" y="3573"/>
                  </a:lnTo>
                  <a:cubicBezTo>
                    <a:pt x="41345" y="2329"/>
                    <a:pt x="40479" y="869"/>
                    <a:pt x="39095" y="808"/>
                  </a:cubicBezTo>
                  <a:lnTo>
                    <a:pt x="37717" y="746"/>
                  </a:lnTo>
                  <a:lnTo>
                    <a:pt x="31331" y="454"/>
                  </a:lnTo>
                  <a:lnTo>
                    <a:pt x="23311" y="94"/>
                  </a:lnTo>
                  <a:lnTo>
                    <a:pt x="21378" y="3"/>
                  </a:lnTo>
                  <a:cubicBezTo>
                    <a:pt x="21330" y="1"/>
                    <a:pt x="21282" y="0"/>
                    <a:pt x="2123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8467963" y="4197781"/>
              <a:ext cx="102986" cy="22695"/>
            </a:xfrm>
            <a:custGeom>
              <a:avLst/>
              <a:gdLst/>
              <a:ahLst/>
              <a:cxnLst/>
              <a:rect l="l" t="t" r="r" b="b"/>
              <a:pathLst>
                <a:path w="6294" h="1387" extrusionOk="0">
                  <a:moveTo>
                    <a:pt x="604" y="1"/>
                  </a:moveTo>
                  <a:cubicBezTo>
                    <a:pt x="289" y="1"/>
                    <a:pt x="26" y="250"/>
                    <a:pt x="11" y="564"/>
                  </a:cubicBezTo>
                  <a:cubicBezTo>
                    <a:pt x="1" y="888"/>
                    <a:pt x="253" y="1162"/>
                    <a:pt x="574" y="1177"/>
                  </a:cubicBezTo>
                  <a:lnTo>
                    <a:pt x="5669" y="1386"/>
                  </a:lnTo>
                  <a:cubicBezTo>
                    <a:pt x="5676" y="1386"/>
                    <a:pt x="5683" y="1386"/>
                    <a:pt x="5690" y="1386"/>
                  </a:cubicBezTo>
                  <a:cubicBezTo>
                    <a:pt x="6002" y="1386"/>
                    <a:pt x="6265" y="1141"/>
                    <a:pt x="6279" y="827"/>
                  </a:cubicBezTo>
                  <a:cubicBezTo>
                    <a:pt x="6293" y="503"/>
                    <a:pt x="6041" y="228"/>
                    <a:pt x="5716" y="214"/>
                  </a:cubicBezTo>
                  <a:lnTo>
                    <a:pt x="624" y="1"/>
                  </a:lnTo>
                  <a:cubicBezTo>
                    <a:pt x="618" y="1"/>
                    <a:pt x="61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8136729" y="4826937"/>
              <a:ext cx="103166" cy="28029"/>
            </a:xfrm>
            <a:custGeom>
              <a:avLst/>
              <a:gdLst/>
              <a:ahLst/>
              <a:cxnLst/>
              <a:rect l="l" t="t" r="r" b="b"/>
              <a:pathLst>
                <a:path w="6305" h="1713" extrusionOk="0">
                  <a:moveTo>
                    <a:pt x="622" y="0"/>
                  </a:moveTo>
                  <a:cubicBezTo>
                    <a:pt x="323" y="0"/>
                    <a:pt x="67" y="225"/>
                    <a:pt x="33" y="526"/>
                  </a:cubicBezTo>
                  <a:cubicBezTo>
                    <a:pt x="1" y="851"/>
                    <a:pt x="235" y="1139"/>
                    <a:pt x="556" y="1172"/>
                  </a:cubicBezTo>
                  <a:lnTo>
                    <a:pt x="5626" y="1709"/>
                  </a:lnTo>
                  <a:cubicBezTo>
                    <a:pt x="5646" y="1711"/>
                    <a:pt x="5666" y="1712"/>
                    <a:pt x="5686" y="1712"/>
                  </a:cubicBezTo>
                  <a:cubicBezTo>
                    <a:pt x="5982" y="1712"/>
                    <a:pt x="6238" y="1487"/>
                    <a:pt x="6272" y="1186"/>
                  </a:cubicBezTo>
                  <a:cubicBezTo>
                    <a:pt x="6304" y="865"/>
                    <a:pt x="6070" y="577"/>
                    <a:pt x="5749" y="541"/>
                  </a:cubicBezTo>
                  <a:lnTo>
                    <a:pt x="682" y="3"/>
                  </a:lnTo>
                  <a:cubicBezTo>
                    <a:pt x="662" y="1"/>
                    <a:pt x="642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8108523" y="4608023"/>
              <a:ext cx="423691" cy="225655"/>
            </a:xfrm>
            <a:custGeom>
              <a:avLst/>
              <a:gdLst/>
              <a:ahLst/>
              <a:cxnLst/>
              <a:rect l="l" t="t" r="r" b="b"/>
              <a:pathLst>
                <a:path w="25894" h="13791" extrusionOk="0">
                  <a:moveTo>
                    <a:pt x="25893" y="1"/>
                  </a:moveTo>
                  <a:lnTo>
                    <a:pt x="1" y="12774"/>
                  </a:lnTo>
                  <a:lnTo>
                    <a:pt x="9518" y="13791"/>
                  </a:lnTo>
                  <a:lnTo>
                    <a:pt x="21609" y="8746"/>
                  </a:lnTo>
                  <a:lnTo>
                    <a:pt x="258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8252322" y="4221275"/>
              <a:ext cx="287375" cy="162938"/>
            </a:xfrm>
            <a:custGeom>
              <a:avLst/>
              <a:gdLst/>
              <a:ahLst/>
              <a:cxnLst/>
              <a:rect l="l" t="t" r="r" b="b"/>
              <a:pathLst>
                <a:path w="17563" h="9958" extrusionOk="0">
                  <a:moveTo>
                    <a:pt x="9546" y="1"/>
                  </a:moveTo>
                  <a:lnTo>
                    <a:pt x="3523" y="3672"/>
                  </a:lnTo>
                  <a:lnTo>
                    <a:pt x="0" y="9957"/>
                  </a:lnTo>
                  <a:lnTo>
                    <a:pt x="0" y="9957"/>
                  </a:lnTo>
                  <a:lnTo>
                    <a:pt x="17562" y="361"/>
                  </a:lnTo>
                  <a:lnTo>
                    <a:pt x="95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041981" y="4231959"/>
              <a:ext cx="661634" cy="527527"/>
            </a:xfrm>
            <a:custGeom>
              <a:avLst/>
              <a:gdLst/>
              <a:ahLst/>
              <a:cxnLst/>
              <a:rect l="l" t="t" r="r" b="b"/>
              <a:pathLst>
                <a:path w="40436" h="32240" extrusionOk="0">
                  <a:moveTo>
                    <a:pt x="36808" y="0"/>
                  </a:moveTo>
                  <a:lnTo>
                    <a:pt x="8251" y="17512"/>
                  </a:lnTo>
                  <a:lnTo>
                    <a:pt x="0" y="32239"/>
                  </a:lnTo>
                  <a:lnTo>
                    <a:pt x="35218" y="12243"/>
                  </a:lnTo>
                  <a:lnTo>
                    <a:pt x="39830" y="2827"/>
                  </a:lnTo>
                  <a:cubicBezTo>
                    <a:pt x="40436" y="1583"/>
                    <a:pt x="39570" y="123"/>
                    <a:pt x="38186" y="62"/>
                  </a:cubicBezTo>
                  <a:lnTo>
                    <a:pt x="368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" name="Google Shape;62;p5"/>
          <p:cNvGrpSpPr/>
          <p:nvPr/>
        </p:nvGrpSpPr>
        <p:grpSpPr>
          <a:xfrm rot="-947327">
            <a:off x="549563" y="208899"/>
            <a:ext cx="586001" cy="666143"/>
            <a:chOff x="5478812" y="3702225"/>
            <a:chExt cx="439488" cy="499592"/>
          </a:xfrm>
        </p:grpSpPr>
        <p:sp>
          <p:nvSpPr>
            <p:cNvPr id="63" name="Google Shape;63;p5"/>
            <p:cNvSpPr/>
            <p:nvPr/>
          </p:nvSpPr>
          <p:spPr>
            <a:xfrm>
              <a:off x="5497344" y="4157058"/>
              <a:ext cx="53915" cy="44758"/>
            </a:xfrm>
            <a:custGeom>
              <a:avLst/>
              <a:gdLst/>
              <a:ahLst/>
              <a:cxnLst/>
              <a:rect l="l" t="t" r="r" b="b"/>
              <a:pathLst>
                <a:path w="5446" h="4521" extrusionOk="0">
                  <a:moveTo>
                    <a:pt x="2151" y="0"/>
                  </a:moveTo>
                  <a:cubicBezTo>
                    <a:pt x="1533" y="0"/>
                    <a:pt x="928" y="302"/>
                    <a:pt x="563" y="856"/>
                  </a:cubicBezTo>
                  <a:cubicBezTo>
                    <a:pt x="1" y="1732"/>
                    <a:pt x="246" y="2897"/>
                    <a:pt x="1118" y="3470"/>
                  </a:cubicBezTo>
                  <a:lnTo>
                    <a:pt x="2269" y="4217"/>
                  </a:lnTo>
                  <a:cubicBezTo>
                    <a:pt x="2586" y="4422"/>
                    <a:pt x="2942" y="4521"/>
                    <a:pt x="3294" y="4521"/>
                  </a:cubicBezTo>
                  <a:cubicBezTo>
                    <a:pt x="3911" y="4521"/>
                    <a:pt x="4517" y="4219"/>
                    <a:pt x="4880" y="3665"/>
                  </a:cubicBezTo>
                  <a:cubicBezTo>
                    <a:pt x="5446" y="2789"/>
                    <a:pt x="5197" y="1624"/>
                    <a:pt x="4328" y="1054"/>
                  </a:cubicBezTo>
                  <a:lnTo>
                    <a:pt x="3178" y="304"/>
                  </a:lnTo>
                  <a:cubicBezTo>
                    <a:pt x="2859" y="99"/>
                    <a:pt x="2503" y="0"/>
                    <a:pt x="2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5511262" y="3702225"/>
              <a:ext cx="407039" cy="414404"/>
            </a:xfrm>
            <a:custGeom>
              <a:avLst/>
              <a:gdLst/>
              <a:ahLst/>
              <a:cxnLst/>
              <a:rect l="l" t="t" r="r" b="b"/>
              <a:pathLst>
                <a:path w="41115" h="41859" extrusionOk="0">
                  <a:moveTo>
                    <a:pt x="19771" y="0"/>
                  </a:moveTo>
                  <a:cubicBezTo>
                    <a:pt x="13856" y="0"/>
                    <a:pt x="8711" y="3436"/>
                    <a:pt x="5082" y="9010"/>
                  </a:cubicBezTo>
                  <a:cubicBezTo>
                    <a:pt x="1" y="16821"/>
                    <a:pt x="4768" y="22991"/>
                    <a:pt x="4675" y="27182"/>
                  </a:cubicBezTo>
                  <a:cubicBezTo>
                    <a:pt x="4581" y="31372"/>
                    <a:pt x="2107" y="34592"/>
                    <a:pt x="2107" y="34592"/>
                  </a:cubicBezTo>
                  <a:lnTo>
                    <a:pt x="6290" y="40380"/>
                  </a:lnTo>
                  <a:lnTo>
                    <a:pt x="13275" y="41859"/>
                  </a:lnTo>
                  <a:cubicBezTo>
                    <a:pt x="13275" y="41859"/>
                    <a:pt x="15215" y="38292"/>
                    <a:pt x="19009" y="36507"/>
                  </a:cubicBezTo>
                  <a:cubicBezTo>
                    <a:pt x="22803" y="34722"/>
                    <a:pt x="30375" y="36583"/>
                    <a:pt x="35457" y="28772"/>
                  </a:cubicBezTo>
                  <a:cubicBezTo>
                    <a:pt x="41115" y="20074"/>
                    <a:pt x="40512" y="10103"/>
                    <a:pt x="30307" y="3464"/>
                  </a:cubicBezTo>
                  <a:cubicBezTo>
                    <a:pt x="26641" y="1079"/>
                    <a:pt x="23085" y="0"/>
                    <a:pt x="19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5478812" y="4026341"/>
              <a:ext cx="185912" cy="168290"/>
            </a:xfrm>
            <a:custGeom>
              <a:avLst/>
              <a:gdLst/>
              <a:ahLst/>
              <a:cxnLst/>
              <a:rect l="l" t="t" r="r" b="b"/>
              <a:pathLst>
                <a:path w="18779" h="16999" extrusionOk="0">
                  <a:moveTo>
                    <a:pt x="5892" y="0"/>
                  </a:moveTo>
                  <a:cubicBezTo>
                    <a:pt x="4817" y="0"/>
                    <a:pt x="3764" y="527"/>
                    <a:pt x="3135" y="1493"/>
                  </a:cubicBezTo>
                  <a:lnTo>
                    <a:pt x="1818" y="3516"/>
                  </a:lnTo>
                  <a:cubicBezTo>
                    <a:pt x="69" y="6203"/>
                    <a:pt x="1" y="9524"/>
                    <a:pt x="1346" y="12211"/>
                  </a:cubicBezTo>
                  <a:cubicBezTo>
                    <a:pt x="2194" y="13909"/>
                    <a:pt x="3575" y="15283"/>
                    <a:pt x="5277" y="16124"/>
                  </a:cubicBezTo>
                  <a:cubicBezTo>
                    <a:pt x="6476" y="16719"/>
                    <a:pt x="7753" y="16999"/>
                    <a:pt x="9020" y="16999"/>
                  </a:cubicBezTo>
                  <a:cubicBezTo>
                    <a:pt x="11990" y="16999"/>
                    <a:pt x="14904" y="15458"/>
                    <a:pt x="16618" y="12824"/>
                  </a:cubicBezTo>
                  <a:lnTo>
                    <a:pt x="17790" y="11028"/>
                  </a:lnTo>
                  <a:cubicBezTo>
                    <a:pt x="18778" y="9506"/>
                    <a:pt x="18345" y="7472"/>
                    <a:pt x="16827" y="6481"/>
                  </a:cubicBezTo>
                  <a:lnTo>
                    <a:pt x="7678" y="531"/>
                  </a:lnTo>
                  <a:cubicBezTo>
                    <a:pt x="7126" y="172"/>
                    <a:pt x="6505" y="0"/>
                    <a:pt x="58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5564599" y="3709500"/>
              <a:ext cx="140600" cy="110524"/>
            </a:xfrm>
            <a:custGeom>
              <a:avLst/>
              <a:gdLst/>
              <a:ahLst/>
              <a:cxnLst/>
              <a:rect l="l" t="t" r="r" b="b"/>
              <a:pathLst>
                <a:path w="14202" h="11164" extrusionOk="0">
                  <a:moveTo>
                    <a:pt x="11831" y="1"/>
                  </a:moveTo>
                  <a:cubicBezTo>
                    <a:pt x="11685" y="1"/>
                    <a:pt x="11537" y="15"/>
                    <a:pt x="11389" y="46"/>
                  </a:cubicBezTo>
                  <a:cubicBezTo>
                    <a:pt x="6924" y="1016"/>
                    <a:pt x="2893" y="3952"/>
                    <a:pt x="603" y="7904"/>
                  </a:cubicBezTo>
                  <a:cubicBezTo>
                    <a:pt x="1" y="8943"/>
                    <a:pt x="354" y="10270"/>
                    <a:pt x="1393" y="10872"/>
                  </a:cubicBezTo>
                  <a:lnTo>
                    <a:pt x="1414" y="10883"/>
                  </a:lnTo>
                  <a:cubicBezTo>
                    <a:pt x="1751" y="11073"/>
                    <a:pt x="2117" y="11163"/>
                    <a:pt x="2479" y="11163"/>
                  </a:cubicBezTo>
                  <a:cubicBezTo>
                    <a:pt x="3228" y="11163"/>
                    <a:pt x="3955" y="10775"/>
                    <a:pt x="4357" y="10082"/>
                  </a:cubicBezTo>
                  <a:cubicBezTo>
                    <a:pt x="6044" y="7168"/>
                    <a:pt x="9019" y="5001"/>
                    <a:pt x="12308" y="4287"/>
                  </a:cubicBezTo>
                  <a:cubicBezTo>
                    <a:pt x="13469" y="4024"/>
                    <a:pt x="14202" y="2873"/>
                    <a:pt x="13949" y="1712"/>
                  </a:cubicBezTo>
                  <a:cubicBezTo>
                    <a:pt x="13729" y="696"/>
                    <a:pt x="12830" y="1"/>
                    <a:pt x="11831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5489523" y="4034102"/>
              <a:ext cx="82774" cy="106227"/>
            </a:xfrm>
            <a:custGeom>
              <a:avLst/>
              <a:gdLst/>
              <a:ahLst/>
              <a:cxnLst/>
              <a:rect l="l" t="t" r="r" b="b"/>
              <a:pathLst>
                <a:path w="8361" h="10730" extrusionOk="0">
                  <a:moveTo>
                    <a:pt x="4503" y="1"/>
                  </a:moveTo>
                  <a:cubicBezTo>
                    <a:pt x="4161" y="1"/>
                    <a:pt x="3852" y="57"/>
                    <a:pt x="3625" y="179"/>
                  </a:cubicBezTo>
                  <a:cubicBezTo>
                    <a:pt x="2731" y="666"/>
                    <a:pt x="156" y="4990"/>
                    <a:pt x="188" y="6328"/>
                  </a:cubicBezTo>
                  <a:cubicBezTo>
                    <a:pt x="221" y="7666"/>
                    <a:pt x="1" y="9649"/>
                    <a:pt x="755" y="10637"/>
                  </a:cubicBezTo>
                  <a:cubicBezTo>
                    <a:pt x="802" y="10700"/>
                    <a:pt x="857" y="10730"/>
                    <a:pt x="917" y="10730"/>
                  </a:cubicBezTo>
                  <a:cubicBezTo>
                    <a:pt x="1807" y="10730"/>
                    <a:pt x="4023" y="4284"/>
                    <a:pt x="6600" y="2444"/>
                  </a:cubicBezTo>
                  <a:cubicBezTo>
                    <a:pt x="8360" y="1185"/>
                    <a:pt x="6078" y="1"/>
                    <a:pt x="4503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5358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" name="Google Shape;71;p6"/>
          <p:cNvGrpSpPr/>
          <p:nvPr/>
        </p:nvGrpSpPr>
        <p:grpSpPr>
          <a:xfrm>
            <a:off x="9842114" y="4270902"/>
            <a:ext cx="2178237" cy="2395777"/>
            <a:chOff x="7381585" y="3203176"/>
            <a:chExt cx="1633678" cy="1796833"/>
          </a:xfrm>
        </p:grpSpPr>
        <p:sp>
          <p:nvSpPr>
            <p:cNvPr id="72" name="Google Shape;72;p6"/>
            <p:cNvSpPr/>
            <p:nvPr/>
          </p:nvSpPr>
          <p:spPr>
            <a:xfrm>
              <a:off x="7381585" y="485638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745474" y="320317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8755765" y="4443792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8329812" y="47065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755774" y="36423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7836738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8462250" y="43144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9" name="Google Shape;79;p6"/>
            <p:cNvCxnSpPr>
              <a:stCxn id="72" idx="6"/>
              <a:endCxn id="77" idx="2"/>
            </p:cNvCxnSpPr>
            <p:nvPr/>
          </p:nvCxnSpPr>
          <p:spPr>
            <a:xfrm>
              <a:off x="7505485" y="4918633"/>
              <a:ext cx="331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6"/>
            <p:cNvCxnSpPr>
              <a:stCxn id="77" idx="6"/>
              <a:endCxn id="75" idx="2"/>
            </p:cNvCxnSpPr>
            <p:nvPr/>
          </p:nvCxnSpPr>
          <p:spPr>
            <a:xfrm rot="10800000" flipH="1">
              <a:off x="7936638" y="4786634"/>
              <a:ext cx="3933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6"/>
            <p:cNvCxnSpPr>
              <a:stCxn id="75" idx="7"/>
              <a:endCxn id="74" idx="3"/>
            </p:cNvCxnSpPr>
            <p:nvPr/>
          </p:nvCxnSpPr>
          <p:spPr>
            <a:xfrm rot="10800000" flipH="1">
              <a:off x="8466039" y="4580577"/>
              <a:ext cx="313200" cy="149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6"/>
            <p:cNvCxnSpPr>
              <a:stCxn id="74" idx="1"/>
              <a:endCxn id="78" idx="6"/>
            </p:cNvCxnSpPr>
            <p:nvPr/>
          </p:nvCxnSpPr>
          <p:spPr>
            <a:xfrm rot="10800000">
              <a:off x="8562238" y="4364652"/>
              <a:ext cx="216900" cy="102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6"/>
            <p:cNvCxnSpPr>
              <a:stCxn id="74" idx="0"/>
              <a:endCxn id="76" idx="4"/>
            </p:cNvCxnSpPr>
            <p:nvPr/>
          </p:nvCxnSpPr>
          <p:spPr>
            <a:xfrm rot="10800000">
              <a:off x="8835565" y="3802692"/>
              <a:ext cx="0" cy="641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6"/>
            <p:cNvCxnSpPr>
              <a:stCxn id="73" idx="4"/>
              <a:endCxn id="76" idx="0"/>
            </p:cNvCxnSpPr>
            <p:nvPr/>
          </p:nvCxnSpPr>
          <p:spPr>
            <a:xfrm>
              <a:off x="8795424" y="3303376"/>
              <a:ext cx="40200" cy="339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5" name="Google Shape;85;p6"/>
            <p:cNvSpPr/>
            <p:nvPr/>
          </p:nvSpPr>
          <p:spPr>
            <a:xfrm>
              <a:off x="8915363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6" name="Google Shape;86;p6"/>
            <p:cNvCxnSpPr>
              <a:stCxn id="74" idx="4"/>
              <a:endCxn id="85" idx="0"/>
            </p:cNvCxnSpPr>
            <p:nvPr/>
          </p:nvCxnSpPr>
          <p:spPr>
            <a:xfrm>
              <a:off x="8835565" y="4603992"/>
              <a:ext cx="129600" cy="29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" name="Google Shape;87;p6"/>
          <p:cNvGrpSpPr/>
          <p:nvPr/>
        </p:nvGrpSpPr>
        <p:grpSpPr>
          <a:xfrm>
            <a:off x="10632329" y="5580026"/>
            <a:ext cx="1098316" cy="982556"/>
            <a:chOff x="7974246" y="4185019"/>
            <a:chExt cx="823737" cy="736917"/>
          </a:xfrm>
        </p:grpSpPr>
        <p:sp>
          <p:nvSpPr>
            <p:cNvPr id="88" name="Google Shape;88;p6"/>
            <p:cNvSpPr/>
            <p:nvPr/>
          </p:nvSpPr>
          <p:spPr>
            <a:xfrm>
              <a:off x="7974246" y="4201806"/>
              <a:ext cx="823737" cy="720130"/>
            </a:xfrm>
            <a:custGeom>
              <a:avLst/>
              <a:gdLst/>
              <a:ahLst/>
              <a:cxnLst/>
              <a:rect l="l" t="t" r="r" b="b"/>
              <a:pathLst>
                <a:path w="50343" h="44011" extrusionOk="0">
                  <a:moveTo>
                    <a:pt x="45499" y="1"/>
                  </a:moveTo>
                  <a:cubicBezTo>
                    <a:pt x="45185" y="722"/>
                    <a:pt x="44958" y="1475"/>
                    <a:pt x="44817" y="2247"/>
                  </a:cubicBezTo>
                  <a:lnTo>
                    <a:pt x="42369" y="2139"/>
                  </a:lnTo>
                  <a:lnTo>
                    <a:pt x="24677" y="1346"/>
                  </a:lnTo>
                  <a:cubicBezTo>
                    <a:pt x="24645" y="1344"/>
                    <a:pt x="24613" y="1343"/>
                    <a:pt x="24581" y="1343"/>
                  </a:cubicBezTo>
                  <a:cubicBezTo>
                    <a:pt x="23850" y="1343"/>
                    <a:pt x="23172" y="1738"/>
                    <a:pt x="22813" y="2384"/>
                  </a:cubicBezTo>
                  <a:lnTo>
                    <a:pt x="4230" y="35572"/>
                  </a:lnTo>
                  <a:cubicBezTo>
                    <a:pt x="3749" y="35309"/>
                    <a:pt x="3200" y="35179"/>
                    <a:pt x="2673" y="35179"/>
                  </a:cubicBezTo>
                  <a:cubicBezTo>
                    <a:pt x="1736" y="35179"/>
                    <a:pt x="867" y="35591"/>
                    <a:pt x="567" y="36401"/>
                  </a:cubicBezTo>
                  <a:cubicBezTo>
                    <a:pt x="0" y="37930"/>
                    <a:pt x="740" y="39484"/>
                    <a:pt x="1919" y="40469"/>
                  </a:cubicBezTo>
                  <a:cubicBezTo>
                    <a:pt x="3094" y="41453"/>
                    <a:pt x="3938" y="41349"/>
                    <a:pt x="4010" y="41367"/>
                  </a:cubicBezTo>
                  <a:cubicBezTo>
                    <a:pt x="4010" y="41367"/>
                    <a:pt x="4018" y="41356"/>
                    <a:pt x="4018" y="41352"/>
                  </a:cubicBezTo>
                  <a:cubicBezTo>
                    <a:pt x="4083" y="41367"/>
                    <a:pt x="4144" y="41392"/>
                    <a:pt x="4216" y="41399"/>
                  </a:cubicBezTo>
                  <a:lnTo>
                    <a:pt x="28590" y="43999"/>
                  </a:lnTo>
                  <a:cubicBezTo>
                    <a:pt x="28662" y="44007"/>
                    <a:pt x="28734" y="44011"/>
                    <a:pt x="28805" y="44011"/>
                  </a:cubicBezTo>
                  <a:cubicBezTo>
                    <a:pt x="29576" y="44011"/>
                    <a:pt x="30288" y="43573"/>
                    <a:pt x="30635" y="42867"/>
                  </a:cubicBezTo>
                  <a:lnTo>
                    <a:pt x="49015" y="5284"/>
                  </a:lnTo>
                  <a:cubicBezTo>
                    <a:pt x="49040" y="5222"/>
                    <a:pt x="49058" y="5161"/>
                    <a:pt x="49076" y="5096"/>
                  </a:cubicBezTo>
                  <a:cubicBezTo>
                    <a:pt x="49091" y="5071"/>
                    <a:pt x="49105" y="5046"/>
                    <a:pt x="49120" y="5017"/>
                  </a:cubicBezTo>
                  <a:cubicBezTo>
                    <a:pt x="50342" y="2474"/>
                    <a:pt x="47064" y="80"/>
                    <a:pt x="454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437220" y="4201806"/>
              <a:ext cx="360728" cy="703326"/>
            </a:xfrm>
            <a:custGeom>
              <a:avLst/>
              <a:gdLst/>
              <a:ahLst/>
              <a:cxnLst/>
              <a:rect l="l" t="t" r="r" b="b"/>
              <a:pathLst>
                <a:path w="22046" h="42984" extrusionOk="0">
                  <a:moveTo>
                    <a:pt x="17202" y="1"/>
                  </a:moveTo>
                  <a:cubicBezTo>
                    <a:pt x="16888" y="722"/>
                    <a:pt x="16661" y="1475"/>
                    <a:pt x="16520" y="2247"/>
                  </a:cubicBezTo>
                  <a:lnTo>
                    <a:pt x="14072" y="2143"/>
                  </a:lnTo>
                  <a:cubicBezTo>
                    <a:pt x="10614" y="10916"/>
                    <a:pt x="1" y="41378"/>
                    <a:pt x="1" y="41378"/>
                  </a:cubicBezTo>
                  <a:cubicBezTo>
                    <a:pt x="1" y="41378"/>
                    <a:pt x="427" y="42983"/>
                    <a:pt x="1710" y="42983"/>
                  </a:cubicBezTo>
                  <a:cubicBezTo>
                    <a:pt x="1900" y="42983"/>
                    <a:pt x="2109" y="42948"/>
                    <a:pt x="2338" y="42867"/>
                  </a:cubicBezTo>
                  <a:lnTo>
                    <a:pt x="20718" y="5284"/>
                  </a:lnTo>
                  <a:cubicBezTo>
                    <a:pt x="20743" y="5222"/>
                    <a:pt x="20761" y="5161"/>
                    <a:pt x="20779" y="5096"/>
                  </a:cubicBezTo>
                  <a:cubicBezTo>
                    <a:pt x="20794" y="5071"/>
                    <a:pt x="20808" y="5046"/>
                    <a:pt x="20823" y="5017"/>
                  </a:cubicBezTo>
                  <a:cubicBezTo>
                    <a:pt x="22045" y="2474"/>
                    <a:pt x="18767" y="80"/>
                    <a:pt x="172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974540" y="4185019"/>
              <a:ext cx="780720" cy="698155"/>
            </a:xfrm>
            <a:custGeom>
              <a:avLst/>
              <a:gdLst/>
              <a:ahLst/>
              <a:cxnLst/>
              <a:rect l="l" t="t" r="r" b="b"/>
              <a:pathLst>
                <a:path w="47714" h="42668" extrusionOk="0">
                  <a:moveTo>
                    <a:pt x="22650" y="1"/>
                  </a:moveTo>
                  <a:cubicBezTo>
                    <a:pt x="21915" y="1"/>
                    <a:pt x="21230" y="396"/>
                    <a:pt x="20869" y="1041"/>
                  </a:cubicBezTo>
                  <a:lnTo>
                    <a:pt x="711" y="37041"/>
                  </a:lnTo>
                  <a:cubicBezTo>
                    <a:pt x="0" y="38314"/>
                    <a:pt x="823" y="39901"/>
                    <a:pt x="2272" y="40056"/>
                  </a:cubicBezTo>
                  <a:lnTo>
                    <a:pt x="26646" y="42656"/>
                  </a:lnTo>
                  <a:cubicBezTo>
                    <a:pt x="26718" y="42664"/>
                    <a:pt x="26790" y="42667"/>
                    <a:pt x="26862" y="42667"/>
                  </a:cubicBezTo>
                  <a:cubicBezTo>
                    <a:pt x="27632" y="42667"/>
                    <a:pt x="28344" y="42230"/>
                    <a:pt x="28691" y="41527"/>
                  </a:cubicBezTo>
                  <a:lnTo>
                    <a:pt x="47068" y="3944"/>
                  </a:lnTo>
                  <a:cubicBezTo>
                    <a:pt x="47713" y="2628"/>
                    <a:pt x="46797" y="1084"/>
                    <a:pt x="45333" y="1016"/>
                  </a:cubicBezTo>
                  <a:lnTo>
                    <a:pt x="22737" y="2"/>
                  </a:lnTo>
                  <a:cubicBezTo>
                    <a:pt x="22708" y="1"/>
                    <a:pt x="22679" y="1"/>
                    <a:pt x="22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027109" y="4219754"/>
              <a:ext cx="676508" cy="626455"/>
            </a:xfrm>
            <a:custGeom>
              <a:avLst/>
              <a:gdLst/>
              <a:ahLst/>
              <a:cxnLst/>
              <a:rect l="l" t="t" r="r" b="b"/>
              <a:pathLst>
                <a:path w="41345" h="38286" extrusionOk="0">
                  <a:moveTo>
                    <a:pt x="21235" y="0"/>
                  </a:moveTo>
                  <a:cubicBezTo>
                    <a:pt x="20103" y="0"/>
                    <a:pt x="19054" y="615"/>
                    <a:pt x="18496" y="1608"/>
                  </a:cubicBezTo>
                  <a:lnTo>
                    <a:pt x="17288" y="3765"/>
                  </a:lnTo>
                  <a:lnTo>
                    <a:pt x="13765" y="10050"/>
                  </a:lnTo>
                  <a:lnTo>
                    <a:pt x="9164" y="18258"/>
                  </a:lnTo>
                  <a:lnTo>
                    <a:pt x="909" y="32985"/>
                  </a:lnTo>
                  <a:lnTo>
                    <a:pt x="650" y="33450"/>
                  </a:lnTo>
                  <a:cubicBezTo>
                    <a:pt x="0" y="34612"/>
                    <a:pt x="747" y="36054"/>
                    <a:pt x="2067" y="36195"/>
                  </a:cubicBezTo>
                  <a:lnTo>
                    <a:pt x="4977" y="36505"/>
                  </a:lnTo>
                  <a:lnTo>
                    <a:pt x="14494" y="37522"/>
                  </a:lnTo>
                  <a:lnTo>
                    <a:pt x="21461" y="38268"/>
                  </a:lnTo>
                  <a:cubicBezTo>
                    <a:pt x="21570" y="38280"/>
                    <a:pt x="21679" y="38285"/>
                    <a:pt x="21788" y="38285"/>
                  </a:cubicBezTo>
                  <a:cubicBezTo>
                    <a:pt x="22976" y="38285"/>
                    <a:pt x="24076" y="37610"/>
                    <a:pt x="24605" y="36527"/>
                  </a:cubicBezTo>
                  <a:lnTo>
                    <a:pt x="26585" y="32480"/>
                  </a:lnTo>
                  <a:lnTo>
                    <a:pt x="30869" y="23735"/>
                  </a:lnTo>
                  <a:lnTo>
                    <a:pt x="36127" y="12989"/>
                  </a:lnTo>
                  <a:lnTo>
                    <a:pt x="40739" y="3573"/>
                  </a:lnTo>
                  <a:cubicBezTo>
                    <a:pt x="41345" y="2329"/>
                    <a:pt x="40479" y="869"/>
                    <a:pt x="39095" y="808"/>
                  </a:cubicBezTo>
                  <a:lnTo>
                    <a:pt x="37717" y="746"/>
                  </a:lnTo>
                  <a:lnTo>
                    <a:pt x="31331" y="454"/>
                  </a:lnTo>
                  <a:lnTo>
                    <a:pt x="23311" y="94"/>
                  </a:lnTo>
                  <a:lnTo>
                    <a:pt x="21378" y="3"/>
                  </a:lnTo>
                  <a:cubicBezTo>
                    <a:pt x="21330" y="1"/>
                    <a:pt x="21282" y="0"/>
                    <a:pt x="2123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467963" y="4197781"/>
              <a:ext cx="102986" cy="22695"/>
            </a:xfrm>
            <a:custGeom>
              <a:avLst/>
              <a:gdLst/>
              <a:ahLst/>
              <a:cxnLst/>
              <a:rect l="l" t="t" r="r" b="b"/>
              <a:pathLst>
                <a:path w="6294" h="1387" extrusionOk="0">
                  <a:moveTo>
                    <a:pt x="604" y="1"/>
                  </a:moveTo>
                  <a:cubicBezTo>
                    <a:pt x="289" y="1"/>
                    <a:pt x="26" y="250"/>
                    <a:pt x="11" y="564"/>
                  </a:cubicBezTo>
                  <a:cubicBezTo>
                    <a:pt x="1" y="888"/>
                    <a:pt x="253" y="1162"/>
                    <a:pt x="574" y="1177"/>
                  </a:cubicBezTo>
                  <a:lnTo>
                    <a:pt x="5669" y="1386"/>
                  </a:lnTo>
                  <a:cubicBezTo>
                    <a:pt x="5676" y="1386"/>
                    <a:pt x="5683" y="1386"/>
                    <a:pt x="5690" y="1386"/>
                  </a:cubicBezTo>
                  <a:cubicBezTo>
                    <a:pt x="6002" y="1386"/>
                    <a:pt x="6265" y="1141"/>
                    <a:pt x="6279" y="827"/>
                  </a:cubicBezTo>
                  <a:cubicBezTo>
                    <a:pt x="6293" y="503"/>
                    <a:pt x="6041" y="228"/>
                    <a:pt x="5716" y="214"/>
                  </a:cubicBezTo>
                  <a:lnTo>
                    <a:pt x="624" y="1"/>
                  </a:lnTo>
                  <a:cubicBezTo>
                    <a:pt x="618" y="1"/>
                    <a:pt x="61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8136729" y="4826937"/>
              <a:ext cx="103166" cy="28029"/>
            </a:xfrm>
            <a:custGeom>
              <a:avLst/>
              <a:gdLst/>
              <a:ahLst/>
              <a:cxnLst/>
              <a:rect l="l" t="t" r="r" b="b"/>
              <a:pathLst>
                <a:path w="6305" h="1713" extrusionOk="0">
                  <a:moveTo>
                    <a:pt x="622" y="0"/>
                  </a:moveTo>
                  <a:cubicBezTo>
                    <a:pt x="323" y="0"/>
                    <a:pt x="67" y="225"/>
                    <a:pt x="33" y="526"/>
                  </a:cubicBezTo>
                  <a:cubicBezTo>
                    <a:pt x="1" y="851"/>
                    <a:pt x="235" y="1139"/>
                    <a:pt x="556" y="1172"/>
                  </a:cubicBezTo>
                  <a:lnTo>
                    <a:pt x="5626" y="1709"/>
                  </a:lnTo>
                  <a:cubicBezTo>
                    <a:pt x="5646" y="1711"/>
                    <a:pt x="5666" y="1712"/>
                    <a:pt x="5686" y="1712"/>
                  </a:cubicBezTo>
                  <a:cubicBezTo>
                    <a:pt x="5982" y="1712"/>
                    <a:pt x="6238" y="1487"/>
                    <a:pt x="6272" y="1186"/>
                  </a:cubicBezTo>
                  <a:cubicBezTo>
                    <a:pt x="6304" y="865"/>
                    <a:pt x="6070" y="577"/>
                    <a:pt x="5749" y="541"/>
                  </a:cubicBezTo>
                  <a:lnTo>
                    <a:pt x="682" y="3"/>
                  </a:lnTo>
                  <a:cubicBezTo>
                    <a:pt x="662" y="1"/>
                    <a:pt x="642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8108523" y="4608023"/>
              <a:ext cx="423691" cy="225655"/>
            </a:xfrm>
            <a:custGeom>
              <a:avLst/>
              <a:gdLst/>
              <a:ahLst/>
              <a:cxnLst/>
              <a:rect l="l" t="t" r="r" b="b"/>
              <a:pathLst>
                <a:path w="25894" h="13791" extrusionOk="0">
                  <a:moveTo>
                    <a:pt x="25893" y="1"/>
                  </a:moveTo>
                  <a:lnTo>
                    <a:pt x="1" y="12774"/>
                  </a:lnTo>
                  <a:lnTo>
                    <a:pt x="9518" y="13791"/>
                  </a:lnTo>
                  <a:lnTo>
                    <a:pt x="21609" y="8746"/>
                  </a:lnTo>
                  <a:lnTo>
                    <a:pt x="258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8252322" y="4221275"/>
              <a:ext cx="287375" cy="162938"/>
            </a:xfrm>
            <a:custGeom>
              <a:avLst/>
              <a:gdLst/>
              <a:ahLst/>
              <a:cxnLst/>
              <a:rect l="l" t="t" r="r" b="b"/>
              <a:pathLst>
                <a:path w="17563" h="9958" extrusionOk="0">
                  <a:moveTo>
                    <a:pt x="9546" y="1"/>
                  </a:moveTo>
                  <a:lnTo>
                    <a:pt x="3523" y="3672"/>
                  </a:lnTo>
                  <a:lnTo>
                    <a:pt x="0" y="9957"/>
                  </a:lnTo>
                  <a:lnTo>
                    <a:pt x="0" y="9957"/>
                  </a:lnTo>
                  <a:lnTo>
                    <a:pt x="17562" y="361"/>
                  </a:lnTo>
                  <a:lnTo>
                    <a:pt x="95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041981" y="4231959"/>
              <a:ext cx="661634" cy="527527"/>
            </a:xfrm>
            <a:custGeom>
              <a:avLst/>
              <a:gdLst/>
              <a:ahLst/>
              <a:cxnLst/>
              <a:rect l="l" t="t" r="r" b="b"/>
              <a:pathLst>
                <a:path w="40436" h="32240" extrusionOk="0">
                  <a:moveTo>
                    <a:pt x="36808" y="0"/>
                  </a:moveTo>
                  <a:lnTo>
                    <a:pt x="8251" y="17512"/>
                  </a:lnTo>
                  <a:lnTo>
                    <a:pt x="0" y="32239"/>
                  </a:lnTo>
                  <a:lnTo>
                    <a:pt x="35218" y="12243"/>
                  </a:lnTo>
                  <a:lnTo>
                    <a:pt x="39830" y="2827"/>
                  </a:lnTo>
                  <a:cubicBezTo>
                    <a:pt x="40436" y="1583"/>
                    <a:pt x="39570" y="123"/>
                    <a:pt x="38186" y="62"/>
                  </a:cubicBezTo>
                  <a:lnTo>
                    <a:pt x="368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566367" y="5886179"/>
            <a:ext cx="1788765" cy="780500"/>
            <a:chOff x="424775" y="4414634"/>
            <a:chExt cx="1341574" cy="585375"/>
          </a:xfrm>
        </p:grpSpPr>
        <p:sp>
          <p:nvSpPr>
            <p:cNvPr id="98" name="Google Shape;98;p6"/>
            <p:cNvSpPr/>
            <p:nvPr/>
          </p:nvSpPr>
          <p:spPr>
            <a:xfrm>
              <a:off x="624565" y="47299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524675" y="44146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981875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606749" y="48353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02" name="Google Shape;102;p6"/>
            <p:cNvCxnSpPr>
              <a:stCxn id="99" idx="4"/>
              <a:endCxn id="98" idx="1"/>
            </p:cNvCxnSpPr>
            <p:nvPr/>
          </p:nvCxnSpPr>
          <p:spPr>
            <a:xfrm>
              <a:off x="574625" y="4514834"/>
              <a:ext cx="73200" cy="23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6"/>
            <p:cNvCxnSpPr>
              <a:stCxn id="100" idx="6"/>
              <a:endCxn id="101" idx="2"/>
            </p:cNvCxnSpPr>
            <p:nvPr/>
          </p:nvCxnSpPr>
          <p:spPr>
            <a:xfrm rot="10800000" flipH="1">
              <a:off x="1081775" y="4915334"/>
              <a:ext cx="525000" cy="6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6"/>
            <p:cNvCxnSpPr>
              <a:stCxn id="100" idx="2"/>
              <a:endCxn id="98" idx="5"/>
            </p:cNvCxnSpPr>
            <p:nvPr/>
          </p:nvCxnSpPr>
          <p:spPr>
            <a:xfrm rot="10800000">
              <a:off x="760775" y="4866734"/>
              <a:ext cx="221100" cy="5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6"/>
            <p:cNvSpPr/>
            <p:nvPr/>
          </p:nvSpPr>
          <p:spPr>
            <a:xfrm>
              <a:off x="424775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06" name="Google Shape;106;p6"/>
            <p:cNvCxnSpPr>
              <a:stCxn id="105" idx="7"/>
              <a:endCxn id="98" idx="2"/>
            </p:cNvCxnSpPr>
            <p:nvPr/>
          </p:nvCxnSpPr>
          <p:spPr>
            <a:xfrm rot="10800000" flipH="1">
              <a:off x="510045" y="4810083"/>
              <a:ext cx="114600" cy="10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7" name="Google Shape;107;p6"/>
          <p:cNvGrpSpPr/>
          <p:nvPr/>
        </p:nvGrpSpPr>
        <p:grpSpPr>
          <a:xfrm>
            <a:off x="709664" y="5925055"/>
            <a:ext cx="904224" cy="632228"/>
            <a:chOff x="468325" y="4472675"/>
            <a:chExt cx="806000" cy="563550"/>
          </a:xfrm>
        </p:grpSpPr>
        <p:sp>
          <p:nvSpPr>
            <p:cNvPr id="108" name="Google Shape;108;p6"/>
            <p:cNvSpPr/>
            <p:nvPr/>
          </p:nvSpPr>
          <p:spPr>
            <a:xfrm>
              <a:off x="951375" y="4472675"/>
              <a:ext cx="322950" cy="199350"/>
            </a:xfrm>
            <a:custGeom>
              <a:avLst/>
              <a:gdLst/>
              <a:ahLst/>
              <a:cxnLst/>
              <a:rect l="l" t="t" r="r" b="b"/>
              <a:pathLst>
                <a:path w="12918" h="7974" extrusionOk="0">
                  <a:moveTo>
                    <a:pt x="4371" y="0"/>
                  </a:moveTo>
                  <a:cubicBezTo>
                    <a:pt x="3205" y="484"/>
                    <a:pt x="1" y="2913"/>
                    <a:pt x="1" y="2913"/>
                  </a:cubicBezTo>
                  <a:cubicBezTo>
                    <a:pt x="1" y="2913"/>
                    <a:pt x="5898" y="6585"/>
                    <a:pt x="8388" y="7673"/>
                  </a:cubicBezTo>
                  <a:cubicBezTo>
                    <a:pt x="8823" y="7863"/>
                    <a:pt x="9153" y="7973"/>
                    <a:pt x="9328" y="7973"/>
                  </a:cubicBezTo>
                  <a:cubicBezTo>
                    <a:pt x="9371" y="7973"/>
                    <a:pt x="9404" y="7967"/>
                    <a:pt x="9428" y="7953"/>
                  </a:cubicBezTo>
                  <a:cubicBezTo>
                    <a:pt x="10119" y="7551"/>
                    <a:pt x="12731" y="5049"/>
                    <a:pt x="12731" y="5049"/>
                  </a:cubicBezTo>
                  <a:cubicBezTo>
                    <a:pt x="12917" y="3741"/>
                    <a:pt x="12475" y="1991"/>
                    <a:pt x="12438" y="1852"/>
                  </a:cubicBezTo>
                  <a:lnTo>
                    <a:pt x="12438" y="1844"/>
                  </a:lnTo>
                  <a:cubicBezTo>
                    <a:pt x="11272" y="971"/>
                    <a:pt x="4371" y="0"/>
                    <a:pt x="4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1150925" y="4518975"/>
              <a:ext cx="123400" cy="153050"/>
            </a:xfrm>
            <a:custGeom>
              <a:avLst/>
              <a:gdLst/>
              <a:ahLst/>
              <a:cxnLst/>
              <a:rect l="l" t="t" r="r" b="b"/>
              <a:pathLst>
                <a:path w="4936" h="6122" extrusionOk="0">
                  <a:moveTo>
                    <a:pt x="4456" y="0"/>
                  </a:moveTo>
                  <a:lnTo>
                    <a:pt x="0" y="3827"/>
                  </a:lnTo>
                  <a:lnTo>
                    <a:pt x="406" y="5821"/>
                  </a:lnTo>
                  <a:cubicBezTo>
                    <a:pt x="841" y="6011"/>
                    <a:pt x="1171" y="6121"/>
                    <a:pt x="1346" y="6121"/>
                  </a:cubicBezTo>
                  <a:cubicBezTo>
                    <a:pt x="1389" y="6121"/>
                    <a:pt x="1422" y="6115"/>
                    <a:pt x="1446" y="6101"/>
                  </a:cubicBezTo>
                  <a:cubicBezTo>
                    <a:pt x="2137" y="5699"/>
                    <a:pt x="4749" y="3197"/>
                    <a:pt x="4749" y="3197"/>
                  </a:cubicBezTo>
                  <a:cubicBezTo>
                    <a:pt x="4935" y="1889"/>
                    <a:pt x="4493" y="139"/>
                    <a:pt x="4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468325" y="4535725"/>
              <a:ext cx="728525" cy="495400"/>
            </a:xfrm>
            <a:custGeom>
              <a:avLst/>
              <a:gdLst/>
              <a:ahLst/>
              <a:cxnLst/>
              <a:rect l="l" t="t" r="r" b="b"/>
              <a:pathLst>
                <a:path w="29141" h="19816" extrusionOk="0">
                  <a:moveTo>
                    <a:pt x="18648" y="1"/>
                  </a:moveTo>
                  <a:cubicBezTo>
                    <a:pt x="9326" y="5245"/>
                    <a:pt x="386" y="12629"/>
                    <a:pt x="386" y="12629"/>
                  </a:cubicBezTo>
                  <a:cubicBezTo>
                    <a:pt x="0" y="16610"/>
                    <a:pt x="2912" y="18263"/>
                    <a:pt x="2912" y="18263"/>
                  </a:cubicBezTo>
                  <a:cubicBezTo>
                    <a:pt x="6808" y="19735"/>
                    <a:pt x="11313" y="19816"/>
                    <a:pt x="12253" y="19816"/>
                  </a:cubicBezTo>
                  <a:cubicBezTo>
                    <a:pt x="12368" y="19816"/>
                    <a:pt x="12430" y="19815"/>
                    <a:pt x="12430" y="19815"/>
                  </a:cubicBezTo>
                  <a:cubicBezTo>
                    <a:pt x="12454" y="19798"/>
                    <a:pt x="12482" y="19782"/>
                    <a:pt x="12507" y="19770"/>
                  </a:cubicBezTo>
                  <a:cubicBezTo>
                    <a:pt x="12572" y="19733"/>
                    <a:pt x="12637" y="19693"/>
                    <a:pt x="12698" y="19652"/>
                  </a:cubicBezTo>
                  <a:cubicBezTo>
                    <a:pt x="12718" y="19640"/>
                    <a:pt x="12734" y="19628"/>
                    <a:pt x="12750" y="19616"/>
                  </a:cubicBezTo>
                  <a:cubicBezTo>
                    <a:pt x="12799" y="19591"/>
                    <a:pt x="12844" y="19563"/>
                    <a:pt x="12889" y="19530"/>
                  </a:cubicBezTo>
                  <a:cubicBezTo>
                    <a:pt x="17807" y="16427"/>
                    <a:pt x="28746" y="7775"/>
                    <a:pt x="28746" y="7775"/>
                  </a:cubicBezTo>
                  <a:cubicBezTo>
                    <a:pt x="29140" y="5830"/>
                    <a:pt x="28165" y="2527"/>
                    <a:pt x="28165" y="2527"/>
                  </a:cubicBezTo>
                  <a:cubicBezTo>
                    <a:pt x="27808" y="2353"/>
                    <a:pt x="27410" y="2186"/>
                    <a:pt x="26996" y="2028"/>
                  </a:cubicBezTo>
                  <a:cubicBezTo>
                    <a:pt x="23535" y="699"/>
                    <a:pt x="18648" y="1"/>
                    <a:pt x="186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468325" y="4604000"/>
              <a:ext cx="728525" cy="432225"/>
            </a:xfrm>
            <a:custGeom>
              <a:avLst/>
              <a:gdLst/>
              <a:ahLst/>
              <a:cxnLst/>
              <a:rect l="l" t="t" r="r" b="b"/>
              <a:pathLst>
                <a:path w="29141" h="17289" extrusionOk="0">
                  <a:moveTo>
                    <a:pt x="28165" y="0"/>
                  </a:moveTo>
                  <a:lnTo>
                    <a:pt x="27763" y="301"/>
                  </a:lnTo>
                  <a:cubicBezTo>
                    <a:pt x="24566" y="2632"/>
                    <a:pt x="17775" y="7673"/>
                    <a:pt x="13884" y="10561"/>
                  </a:cubicBezTo>
                  <a:lnTo>
                    <a:pt x="13380" y="10935"/>
                  </a:lnTo>
                  <a:lnTo>
                    <a:pt x="11113" y="12612"/>
                  </a:lnTo>
                  <a:cubicBezTo>
                    <a:pt x="11089" y="12633"/>
                    <a:pt x="11073" y="12649"/>
                    <a:pt x="11057" y="12661"/>
                  </a:cubicBezTo>
                  <a:cubicBezTo>
                    <a:pt x="11040" y="12669"/>
                    <a:pt x="11024" y="12682"/>
                    <a:pt x="11008" y="12694"/>
                  </a:cubicBezTo>
                  <a:lnTo>
                    <a:pt x="10988" y="12718"/>
                  </a:lnTo>
                  <a:cubicBezTo>
                    <a:pt x="10983" y="12718"/>
                    <a:pt x="10979" y="12722"/>
                    <a:pt x="10975" y="12726"/>
                  </a:cubicBezTo>
                  <a:cubicBezTo>
                    <a:pt x="5244" y="12243"/>
                    <a:pt x="386" y="10102"/>
                    <a:pt x="386" y="10102"/>
                  </a:cubicBezTo>
                  <a:lnTo>
                    <a:pt x="386" y="10102"/>
                  </a:lnTo>
                  <a:cubicBezTo>
                    <a:pt x="0" y="14083"/>
                    <a:pt x="2912" y="15736"/>
                    <a:pt x="2912" y="15736"/>
                  </a:cubicBezTo>
                  <a:cubicBezTo>
                    <a:pt x="6808" y="17208"/>
                    <a:pt x="11313" y="17289"/>
                    <a:pt x="12253" y="17289"/>
                  </a:cubicBezTo>
                  <a:cubicBezTo>
                    <a:pt x="12368" y="17289"/>
                    <a:pt x="12430" y="17288"/>
                    <a:pt x="12430" y="17288"/>
                  </a:cubicBezTo>
                  <a:cubicBezTo>
                    <a:pt x="12454" y="17271"/>
                    <a:pt x="12482" y="17255"/>
                    <a:pt x="12507" y="17243"/>
                  </a:cubicBezTo>
                  <a:cubicBezTo>
                    <a:pt x="12572" y="17206"/>
                    <a:pt x="12637" y="17166"/>
                    <a:pt x="12698" y="17125"/>
                  </a:cubicBezTo>
                  <a:cubicBezTo>
                    <a:pt x="12718" y="17113"/>
                    <a:pt x="12734" y="17101"/>
                    <a:pt x="12750" y="17089"/>
                  </a:cubicBezTo>
                  <a:cubicBezTo>
                    <a:pt x="12799" y="17064"/>
                    <a:pt x="12844" y="17036"/>
                    <a:pt x="12889" y="17003"/>
                  </a:cubicBezTo>
                  <a:cubicBezTo>
                    <a:pt x="17807" y="13900"/>
                    <a:pt x="28746" y="5248"/>
                    <a:pt x="28746" y="5248"/>
                  </a:cubicBezTo>
                  <a:cubicBezTo>
                    <a:pt x="29140" y="3303"/>
                    <a:pt x="28165" y="0"/>
                    <a:pt x="28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742700" y="4604000"/>
              <a:ext cx="454150" cy="432200"/>
            </a:xfrm>
            <a:custGeom>
              <a:avLst/>
              <a:gdLst/>
              <a:ahLst/>
              <a:cxnLst/>
              <a:rect l="l" t="t" r="r" b="b"/>
              <a:pathLst>
                <a:path w="18166" h="17288" extrusionOk="0">
                  <a:moveTo>
                    <a:pt x="17190" y="0"/>
                  </a:moveTo>
                  <a:lnTo>
                    <a:pt x="16788" y="301"/>
                  </a:lnTo>
                  <a:lnTo>
                    <a:pt x="2909" y="10561"/>
                  </a:lnTo>
                  <a:lnTo>
                    <a:pt x="2405" y="10935"/>
                  </a:lnTo>
                  <a:lnTo>
                    <a:pt x="138" y="12612"/>
                  </a:lnTo>
                  <a:cubicBezTo>
                    <a:pt x="114" y="12633"/>
                    <a:pt x="98" y="12649"/>
                    <a:pt x="82" y="12661"/>
                  </a:cubicBezTo>
                  <a:cubicBezTo>
                    <a:pt x="65" y="12669"/>
                    <a:pt x="49" y="12682"/>
                    <a:pt x="33" y="12694"/>
                  </a:cubicBezTo>
                  <a:lnTo>
                    <a:pt x="13" y="12718"/>
                  </a:lnTo>
                  <a:cubicBezTo>
                    <a:pt x="8" y="12718"/>
                    <a:pt x="4" y="12722"/>
                    <a:pt x="0" y="12726"/>
                  </a:cubicBezTo>
                  <a:lnTo>
                    <a:pt x="1455" y="17288"/>
                  </a:lnTo>
                  <a:cubicBezTo>
                    <a:pt x="1479" y="17271"/>
                    <a:pt x="1507" y="17255"/>
                    <a:pt x="1532" y="17243"/>
                  </a:cubicBezTo>
                  <a:cubicBezTo>
                    <a:pt x="1597" y="17206"/>
                    <a:pt x="1662" y="17166"/>
                    <a:pt x="1723" y="17125"/>
                  </a:cubicBezTo>
                  <a:cubicBezTo>
                    <a:pt x="1743" y="17113"/>
                    <a:pt x="1759" y="17101"/>
                    <a:pt x="1775" y="17089"/>
                  </a:cubicBezTo>
                  <a:cubicBezTo>
                    <a:pt x="1824" y="17064"/>
                    <a:pt x="1869" y="17036"/>
                    <a:pt x="1914" y="17003"/>
                  </a:cubicBezTo>
                  <a:cubicBezTo>
                    <a:pt x="6832" y="13900"/>
                    <a:pt x="17771" y="5248"/>
                    <a:pt x="17771" y="5248"/>
                  </a:cubicBezTo>
                  <a:cubicBezTo>
                    <a:pt x="18165" y="3303"/>
                    <a:pt x="17190" y="0"/>
                    <a:pt x="17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74500" y="4535725"/>
              <a:ext cx="420275" cy="277400"/>
            </a:xfrm>
            <a:custGeom>
              <a:avLst/>
              <a:gdLst/>
              <a:ahLst/>
              <a:cxnLst/>
              <a:rect l="l" t="t" r="r" b="b"/>
              <a:pathLst>
                <a:path w="16811" h="11096" extrusionOk="0">
                  <a:moveTo>
                    <a:pt x="13216" y="1"/>
                  </a:moveTo>
                  <a:cubicBezTo>
                    <a:pt x="13216" y="1"/>
                    <a:pt x="2533" y="8161"/>
                    <a:pt x="1075" y="9136"/>
                  </a:cubicBezTo>
                  <a:cubicBezTo>
                    <a:pt x="0" y="9852"/>
                    <a:pt x="826" y="11095"/>
                    <a:pt x="2192" y="11095"/>
                  </a:cubicBezTo>
                  <a:cubicBezTo>
                    <a:pt x="2679" y="11095"/>
                    <a:pt x="3234" y="10937"/>
                    <a:pt x="3797" y="10541"/>
                  </a:cubicBezTo>
                  <a:cubicBezTo>
                    <a:pt x="7270" y="8092"/>
                    <a:pt x="16811" y="976"/>
                    <a:pt x="16811" y="976"/>
                  </a:cubicBezTo>
                  <a:lnTo>
                    <a:pt x="13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1030475" y="4501500"/>
              <a:ext cx="68075" cy="25625"/>
            </a:xfrm>
            <a:custGeom>
              <a:avLst/>
              <a:gdLst/>
              <a:ahLst/>
              <a:cxnLst/>
              <a:rect l="l" t="t" r="r" b="b"/>
              <a:pathLst>
                <a:path w="2723" h="1025" extrusionOk="0">
                  <a:moveTo>
                    <a:pt x="1024" y="1"/>
                  </a:moveTo>
                  <a:lnTo>
                    <a:pt x="1" y="675"/>
                  </a:lnTo>
                  <a:lnTo>
                    <a:pt x="1849" y="1024"/>
                  </a:lnTo>
                  <a:lnTo>
                    <a:pt x="2722" y="305"/>
                  </a:lnTo>
                  <a:lnTo>
                    <a:pt x="10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126850" y="4527100"/>
              <a:ext cx="68175" cy="25625"/>
            </a:xfrm>
            <a:custGeom>
              <a:avLst/>
              <a:gdLst/>
              <a:ahLst/>
              <a:cxnLst/>
              <a:rect l="l" t="t" r="r" b="b"/>
              <a:pathLst>
                <a:path w="2727" h="1025" extrusionOk="0">
                  <a:moveTo>
                    <a:pt x="1024" y="0"/>
                  </a:moveTo>
                  <a:lnTo>
                    <a:pt x="1" y="675"/>
                  </a:lnTo>
                  <a:lnTo>
                    <a:pt x="1853" y="1024"/>
                  </a:lnTo>
                  <a:lnTo>
                    <a:pt x="2726" y="305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7971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960000" y="2426484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7"/>
          <p:cNvSpPr>
            <a:spLocks noGrp="1"/>
          </p:cNvSpPr>
          <p:nvPr>
            <p:ph type="pic" idx="2"/>
          </p:nvPr>
        </p:nvSpPr>
        <p:spPr>
          <a:xfrm>
            <a:off x="8114020" y="1860117"/>
            <a:ext cx="2855600" cy="419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34652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>
            <a:spLocks noGrp="1"/>
          </p:cNvSpPr>
          <p:nvPr>
            <p:ph type="title"/>
          </p:nvPr>
        </p:nvSpPr>
        <p:spPr>
          <a:xfrm>
            <a:off x="1315435" y="4427067"/>
            <a:ext cx="9925600" cy="16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3613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2847400" y="2124312"/>
            <a:ext cx="6497200" cy="16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2847400" y="3778088"/>
            <a:ext cx="6497200" cy="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6069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>
            <a:spLocks noGrp="1"/>
          </p:cNvSpPr>
          <p:nvPr>
            <p:ph type="pic" idx="2"/>
          </p:nvPr>
        </p:nvSpPr>
        <p:spPr>
          <a:xfrm>
            <a:off x="-33" y="10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960000" y="600067"/>
            <a:ext cx="10272000" cy="866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1930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>
            <a:spLocks noGrp="1"/>
          </p:cNvSpPr>
          <p:nvPr>
            <p:ph type="title" hasCustomPrompt="1"/>
          </p:nvPr>
        </p:nvSpPr>
        <p:spPr>
          <a:xfrm>
            <a:off x="2720400" y="2276900"/>
            <a:ext cx="6751200" cy="15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>
            <a:spLocks noGrp="1"/>
          </p:cNvSpPr>
          <p:nvPr>
            <p:ph type="subTitle" idx="1"/>
          </p:nvPr>
        </p:nvSpPr>
        <p:spPr>
          <a:xfrm>
            <a:off x="2720400" y="3918300"/>
            <a:ext cx="67512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963179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163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"/>
          </p:nvPr>
        </p:nvSpPr>
        <p:spPr>
          <a:xfrm>
            <a:off x="1052569" y="3014083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2"/>
          </p:nvPr>
        </p:nvSpPr>
        <p:spPr>
          <a:xfrm>
            <a:off x="5050440" y="3014083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3"/>
          </p:nvPr>
        </p:nvSpPr>
        <p:spPr>
          <a:xfrm>
            <a:off x="5050409" y="5414715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4"/>
          </p:nvPr>
        </p:nvSpPr>
        <p:spPr>
          <a:xfrm>
            <a:off x="1052567" y="5413981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5" hasCustomPrompt="1"/>
          </p:nvPr>
        </p:nvSpPr>
        <p:spPr>
          <a:xfrm>
            <a:off x="1052569" y="1715385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6" hasCustomPrompt="1"/>
          </p:nvPr>
        </p:nvSpPr>
        <p:spPr>
          <a:xfrm>
            <a:off x="5050409" y="4115279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7" hasCustomPrompt="1"/>
          </p:nvPr>
        </p:nvSpPr>
        <p:spPr>
          <a:xfrm>
            <a:off x="5050440" y="1715385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 idx="8" hasCustomPrompt="1"/>
          </p:nvPr>
        </p:nvSpPr>
        <p:spPr>
          <a:xfrm>
            <a:off x="1052567" y="4115284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9"/>
          </p:nvPr>
        </p:nvSpPr>
        <p:spPr>
          <a:xfrm>
            <a:off x="1052569" y="2599939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13"/>
          </p:nvPr>
        </p:nvSpPr>
        <p:spPr>
          <a:xfrm>
            <a:off x="5050440" y="2599939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4"/>
          </p:nvPr>
        </p:nvSpPr>
        <p:spPr>
          <a:xfrm>
            <a:off x="1052567" y="4999836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15"/>
          </p:nvPr>
        </p:nvSpPr>
        <p:spPr>
          <a:xfrm>
            <a:off x="5050409" y="4999916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67007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>
            <a:spLocks noGrp="1"/>
          </p:cNvSpPr>
          <p:nvPr>
            <p:ph type="title"/>
          </p:nvPr>
        </p:nvSpPr>
        <p:spPr>
          <a:xfrm>
            <a:off x="6832633" y="3603167"/>
            <a:ext cx="44084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subTitle" idx="1"/>
          </p:nvPr>
        </p:nvSpPr>
        <p:spPr>
          <a:xfrm>
            <a:off x="2319300" y="971333"/>
            <a:ext cx="89216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13069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>
            <a:spLocks noGrp="1"/>
          </p:cNvSpPr>
          <p:nvPr>
            <p:ph type="title"/>
          </p:nvPr>
        </p:nvSpPr>
        <p:spPr>
          <a:xfrm>
            <a:off x="6269267" y="1604500"/>
            <a:ext cx="4692800" cy="21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1"/>
          </p:nvPr>
        </p:nvSpPr>
        <p:spPr>
          <a:xfrm>
            <a:off x="6269267" y="3765100"/>
            <a:ext cx="46928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>
            <a:spLocks noGrp="1"/>
          </p:cNvSpPr>
          <p:nvPr>
            <p:ph type="pic" idx="2"/>
          </p:nvPr>
        </p:nvSpPr>
        <p:spPr>
          <a:xfrm>
            <a:off x="2069036" y="1265151"/>
            <a:ext cx="2855600" cy="419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59" name="Google Shape;159;p15"/>
          <p:cNvGrpSpPr/>
          <p:nvPr/>
        </p:nvGrpSpPr>
        <p:grpSpPr>
          <a:xfrm>
            <a:off x="171885" y="274555"/>
            <a:ext cx="4350932" cy="6295084"/>
            <a:chOff x="128913" y="205916"/>
            <a:chExt cx="3263199" cy="4721313"/>
          </a:xfrm>
        </p:grpSpPr>
        <p:grpSp>
          <p:nvGrpSpPr>
            <p:cNvPr id="160" name="Google Shape;160;p15"/>
            <p:cNvGrpSpPr/>
            <p:nvPr/>
          </p:nvGrpSpPr>
          <p:grpSpPr>
            <a:xfrm>
              <a:off x="128913" y="216271"/>
              <a:ext cx="3263199" cy="4710958"/>
              <a:chOff x="181813" y="279096"/>
              <a:chExt cx="3263199" cy="4710958"/>
            </a:xfrm>
          </p:grpSpPr>
          <p:sp>
            <p:nvSpPr>
              <p:cNvPr id="161" name="Google Shape;161;p15"/>
              <p:cNvSpPr/>
              <p:nvPr/>
            </p:nvSpPr>
            <p:spPr>
              <a:xfrm>
                <a:off x="281735" y="3280108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745812" y="1511779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2718713" y="3792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316060" y="125342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938587" y="5317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525538" y="2790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697413" y="377184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285412" y="4594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2343338" y="6918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1501238" y="47246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459587" y="2571679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1177838" y="43441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181813" y="472964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2098187" y="482985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2863813" y="43942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76" name="Google Shape;176;p15"/>
              <p:cNvCxnSpPr>
                <a:stCxn id="162" idx="4"/>
                <a:endCxn id="171" idx="0"/>
              </p:cNvCxnSpPr>
              <p:nvPr/>
            </p:nvCxnSpPr>
            <p:spPr>
              <a:xfrm flipH="1">
                <a:off x="539412" y="1671979"/>
                <a:ext cx="286200" cy="89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15"/>
              <p:cNvCxnSpPr>
                <a:stCxn id="164" idx="5"/>
                <a:endCxn id="162" idx="2"/>
              </p:cNvCxnSpPr>
              <p:nvPr/>
            </p:nvCxnSpPr>
            <p:spPr>
              <a:xfrm>
                <a:off x="421815" y="1359688"/>
                <a:ext cx="324000" cy="2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15"/>
              <p:cNvCxnSpPr>
                <a:stCxn id="164" idx="7"/>
                <a:endCxn id="166" idx="2"/>
              </p:cNvCxnSpPr>
              <p:nvPr/>
            </p:nvCxnSpPr>
            <p:spPr>
              <a:xfrm rot="10800000" flipH="1">
                <a:off x="421815" y="329053"/>
                <a:ext cx="110370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5"/>
              <p:cNvCxnSpPr>
                <a:stCxn id="166" idx="6"/>
                <a:endCxn id="165" idx="1"/>
              </p:cNvCxnSpPr>
              <p:nvPr/>
            </p:nvCxnSpPr>
            <p:spPr>
              <a:xfrm>
                <a:off x="1625438" y="329196"/>
                <a:ext cx="336600" cy="22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15"/>
              <p:cNvCxnSpPr>
                <a:stCxn id="167" idx="0"/>
                <a:endCxn id="171" idx="4"/>
              </p:cNvCxnSpPr>
              <p:nvPr/>
            </p:nvCxnSpPr>
            <p:spPr>
              <a:xfrm rot="10800000">
                <a:off x="539463" y="2731746"/>
                <a:ext cx="207900" cy="104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15"/>
              <p:cNvCxnSpPr>
                <a:stCxn id="161" idx="5"/>
                <a:endCxn id="167" idx="1"/>
              </p:cNvCxnSpPr>
              <p:nvPr/>
            </p:nvCxnSpPr>
            <p:spPr>
              <a:xfrm>
                <a:off x="387490" y="3386375"/>
                <a:ext cx="324600" cy="400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15"/>
              <p:cNvCxnSpPr>
                <a:stCxn id="167" idx="4"/>
                <a:endCxn id="173" idx="0"/>
              </p:cNvCxnSpPr>
              <p:nvPr/>
            </p:nvCxnSpPr>
            <p:spPr>
              <a:xfrm flipH="1">
                <a:off x="231663" y="3872046"/>
                <a:ext cx="515700" cy="85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15"/>
              <p:cNvCxnSpPr>
                <a:stCxn id="173" idx="7"/>
                <a:endCxn id="172" idx="2"/>
              </p:cNvCxnSpPr>
              <p:nvPr/>
            </p:nvCxnSpPr>
            <p:spPr>
              <a:xfrm rot="10800000" flipH="1">
                <a:off x="267083" y="4394220"/>
                <a:ext cx="910800" cy="35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15"/>
              <p:cNvCxnSpPr>
                <a:stCxn id="172" idx="5"/>
                <a:endCxn id="170" idx="2"/>
              </p:cNvCxnSpPr>
              <p:nvPr/>
            </p:nvCxnSpPr>
            <p:spPr>
              <a:xfrm>
                <a:off x="1263108" y="4429722"/>
                <a:ext cx="238200" cy="34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15"/>
              <p:cNvCxnSpPr>
                <a:stCxn id="170" idx="5"/>
                <a:endCxn id="174" idx="2"/>
              </p:cNvCxnSpPr>
              <p:nvPr/>
            </p:nvCxnSpPr>
            <p:spPr>
              <a:xfrm>
                <a:off x="1586508" y="4810147"/>
                <a:ext cx="511800" cy="9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5"/>
              <p:cNvCxnSpPr>
                <a:stCxn id="165" idx="6"/>
                <a:endCxn id="163" idx="2"/>
              </p:cNvCxnSpPr>
              <p:nvPr/>
            </p:nvCxnSpPr>
            <p:spPr>
              <a:xfrm rot="10800000" flipH="1">
                <a:off x="2098187" y="429404"/>
                <a:ext cx="620400" cy="182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15"/>
              <p:cNvCxnSpPr>
                <a:stCxn id="169" idx="7"/>
                <a:endCxn id="163" idx="3"/>
              </p:cNvCxnSpPr>
              <p:nvPr/>
            </p:nvCxnSpPr>
            <p:spPr>
              <a:xfrm rot="10800000" flipH="1">
                <a:off x="2428608" y="464770"/>
                <a:ext cx="304800" cy="241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15"/>
              <p:cNvCxnSpPr>
                <a:stCxn id="163" idx="6"/>
                <a:endCxn id="168" idx="2"/>
              </p:cNvCxnSpPr>
              <p:nvPr/>
            </p:nvCxnSpPr>
            <p:spPr>
              <a:xfrm>
                <a:off x="2818613" y="429396"/>
                <a:ext cx="466800" cy="11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15"/>
              <p:cNvCxnSpPr>
                <a:stCxn id="170" idx="7"/>
                <a:endCxn id="175" idx="2"/>
              </p:cNvCxnSpPr>
              <p:nvPr/>
            </p:nvCxnSpPr>
            <p:spPr>
              <a:xfrm rot="10800000" flipH="1">
                <a:off x="1586508" y="4444395"/>
                <a:ext cx="1277400" cy="294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0" name="Google Shape;190;p15"/>
              <p:cNvSpPr/>
              <p:nvPr/>
            </p:nvSpPr>
            <p:spPr>
              <a:xfrm>
                <a:off x="813510" y="282397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91" name="Google Shape;191;p15"/>
              <p:cNvCxnSpPr>
                <a:stCxn id="171" idx="5"/>
                <a:endCxn id="190" idx="1"/>
              </p:cNvCxnSpPr>
              <p:nvPr/>
            </p:nvCxnSpPr>
            <p:spPr>
              <a:xfrm>
                <a:off x="595814" y="2708418"/>
                <a:ext cx="235800" cy="13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2" name="Google Shape;192;p15"/>
            <p:cNvGrpSpPr/>
            <p:nvPr/>
          </p:nvGrpSpPr>
          <p:grpSpPr>
            <a:xfrm rot="1863367">
              <a:off x="204459" y="4166098"/>
              <a:ext cx="1017520" cy="509024"/>
              <a:chOff x="6086682" y="1657156"/>
              <a:chExt cx="1017475" cy="509002"/>
            </a:xfrm>
          </p:grpSpPr>
          <p:sp>
            <p:nvSpPr>
              <p:cNvPr id="193" name="Google Shape;193;p15"/>
              <p:cNvSpPr/>
              <p:nvPr/>
            </p:nvSpPr>
            <p:spPr>
              <a:xfrm>
                <a:off x="7038826" y="1923197"/>
                <a:ext cx="64048" cy="53988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678" extrusionOk="0">
                    <a:moveTo>
                      <a:pt x="3103" y="1"/>
                    </a:moveTo>
                    <a:lnTo>
                      <a:pt x="0" y="1337"/>
                    </a:lnTo>
                    <a:lnTo>
                      <a:pt x="3103" y="2678"/>
                    </a:lnTo>
                    <a:cubicBezTo>
                      <a:pt x="3177" y="1199"/>
                      <a:pt x="3103" y="1"/>
                      <a:pt x="31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94" name="Google Shape;194;p15"/>
              <p:cNvGrpSpPr/>
              <p:nvPr/>
            </p:nvGrpSpPr>
            <p:grpSpPr>
              <a:xfrm>
                <a:off x="6086682" y="1657156"/>
                <a:ext cx="1017475" cy="509002"/>
                <a:chOff x="6086682" y="1657156"/>
                <a:chExt cx="1017475" cy="509002"/>
              </a:xfrm>
            </p:grpSpPr>
            <p:sp>
              <p:nvSpPr>
                <p:cNvPr id="195" name="Google Shape;195;p15"/>
                <p:cNvSpPr/>
                <p:nvPr/>
              </p:nvSpPr>
              <p:spPr>
                <a:xfrm>
                  <a:off x="6088234" y="1818139"/>
                  <a:ext cx="53323" cy="5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5" h="2942" extrusionOk="0">
                      <a:moveTo>
                        <a:pt x="49" y="1"/>
                      </a:moveTo>
                      <a:cubicBezTo>
                        <a:pt x="1" y="979"/>
                        <a:pt x="1" y="1958"/>
                        <a:pt x="49" y="2941"/>
                      </a:cubicBezTo>
                      <a:lnTo>
                        <a:pt x="2645" y="1861"/>
                      </a:lnTo>
                      <a:lnTo>
                        <a:pt x="4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6" name="Google Shape;196;p15"/>
                <p:cNvSpPr/>
                <p:nvPr/>
              </p:nvSpPr>
              <p:spPr>
                <a:xfrm>
                  <a:off x="6086682" y="1708989"/>
                  <a:ext cx="1017475" cy="457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70" h="22677" extrusionOk="0">
                      <a:moveTo>
                        <a:pt x="18072" y="0"/>
                      </a:moveTo>
                      <a:cubicBezTo>
                        <a:pt x="17710" y="0"/>
                        <a:pt x="17347" y="57"/>
                        <a:pt x="16999" y="171"/>
                      </a:cubicBezTo>
                      <a:cubicBezTo>
                        <a:pt x="9408" y="2669"/>
                        <a:pt x="2978" y="6056"/>
                        <a:pt x="488" y="7445"/>
                      </a:cubicBezTo>
                      <a:cubicBezTo>
                        <a:pt x="0" y="7718"/>
                        <a:pt x="8" y="8416"/>
                        <a:pt x="500" y="8680"/>
                      </a:cubicBezTo>
                      <a:cubicBezTo>
                        <a:pt x="12576" y="15127"/>
                        <a:pt x="26598" y="20748"/>
                        <a:pt x="30924" y="22438"/>
                      </a:cubicBezTo>
                      <a:cubicBezTo>
                        <a:pt x="31332" y="22597"/>
                        <a:pt x="31761" y="22676"/>
                        <a:pt x="32191" y="22676"/>
                      </a:cubicBezTo>
                      <a:cubicBezTo>
                        <a:pt x="32672" y="22676"/>
                        <a:pt x="33152" y="22577"/>
                        <a:pt x="33600" y="22377"/>
                      </a:cubicBezTo>
                      <a:cubicBezTo>
                        <a:pt x="40136" y="19501"/>
                        <a:pt x="47301" y="15427"/>
                        <a:pt x="49990" y="13867"/>
                      </a:cubicBezTo>
                      <a:cubicBezTo>
                        <a:pt x="50470" y="13587"/>
                        <a:pt x="50453" y="12884"/>
                        <a:pt x="49958" y="12633"/>
                      </a:cubicBezTo>
                      <a:cubicBezTo>
                        <a:pt x="40579" y="7848"/>
                        <a:pt x="23689" y="1779"/>
                        <a:pt x="19225" y="199"/>
                      </a:cubicBezTo>
                      <a:cubicBezTo>
                        <a:pt x="18853" y="66"/>
                        <a:pt x="18462" y="0"/>
                        <a:pt x="180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7" name="Google Shape;197;p15"/>
                <p:cNvSpPr/>
                <p:nvPr/>
              </p:nvSpPr>
              <p:spPr>
                <a:xfrm>
                  <a:off x="6086682" y="1657156"/>
                  <a:ext cx="1017475" cy="457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70" h="22677" extrusionOk="0">
                      <a:moveTo>
                        <a:pt x="18072" y="0"/>
                      </a:moveTo>
                      <a:cubicBezTo>
                        <a:pt x="17710" y="0"/>
                        <a:pt x="17347" y="57"/>
                        <a:pt x="16999" y="170"/>
                      </a:cubicBezTo>
                      <a:cubicBezTo>
                        <a:pt x="9408" y="2668"/>
                        <a:pt x="2978" y="6056"/>
                        <a:pt x="488" y="7445"/>
                      </a:cubicBezTo>
                      <a:cubicBezTo>
                        <a:pt x="0" y="7717"/>
                        <a:pt x="8" y="8416"/>
                        <a:pt x="500" y="8680"/>
                      </a:cubicBezTo>
                      <a:cubicBezTo>
                        <a:pt x="12576" y="15126"/>
                        <a:pt x="26598" y="20752"/>
                        <a:pt x="30924" y="22438"/>
                      </a:cubicBezTo>
                      <a:cubicBezTo>
                        <a:pt x="31332" y="22597"/>
                        <a:pt x="31761" y="22676"/>
                        <a:pt x="32191" y="22676"/>
                      </a:cubicBezTo>
                      <a:cubicBezTo>
                        <a:pt x="32672" y="22676"/>
                        <a:pt x="33152" y="22576"/>
                        <a:pt x="33600" y="22377"/>
                      </a:cubicBezTo>
                      <a:cubicBezTo>
                        <a:pt x="40136" y="19501"/>
                        <a:pt x="47301" y="15427"/>
                        <a:pt x="49990" y="13867"/>
                      </a:cubicBezTo>
                      <a:cubicBezTo>
                        <a:pt x="50470" y="13587"/>
                        <a:pt x="50453" y="12884"/>
                        <a:pt x="49958" y="12632"/>
                      </a:cubicBezTo>
                      <a:cubicBezTo>
                        <a:pt x="40579" y="7847"/>
                        <a:pt x="23689" y="1779"/>
                        <a:pt x="19225" y="199"/>
                      </a:cubicBezTo>
                      <a:cubicBezTo>
                        <a:pt x="18853" y="66"/>
                        <a:pt x="18462" y="0"/>
                        <a:pt x="1807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8" name="Google Shape;198;p15"/>
                <p:cNvSpPr/>
                <p:nvPr/>
              </p:nvSpPr>
              <p:spPr>
                <a:xfrm>
                  <a:off x="6139583" y="1675502"/>
                  <a:ext cx="862707" cy="374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93" h="18554" extrusionOk="0">
                      <a:moveTo>
                        <a:pt x="15310" y="1"/>
                      </a:moveTo>
                      <a:cubicBezTo>
                        <a:pt x="15007" y="1"/>
                        <a:pt x="14703" y="47"/>
                        <a:pt x="14408" y="138"/>
                      </a:cubicBezTo>
                      <a:cubicBezTo>
                        <a:pt x="7974" y="2181"/>
                        <a:pt x="2523" y="4955"/>
                        <a:pt x="407" y="6088"/>
                      </a:cubicBezTo>
                      <a:cubicBezTo>
                        <a:pt x="0" y="6308"/>
                        <a:pt x="8" y="6893"/>
                        <a:pt x="419" y="7104"/>
                      </a:cubicBezTo>
                      <a:cubicBezTo>
                        <a:pt x="630" y="7214"/>
                        <a:pt x="837" y="7319"/>
                        <a:pt x="1052" y="7425"/>
                      </a:cubicBezTo>
                      <a:cubicBezTo>
                        <a:pt x="2332" y="8079"/>
                        <a:pt x="3636" y="8725"/>
                        <a:pt x="4944" y="9346"/>
                      </a:cubicBezTo>
                      <a:cubicBezTo>
                        <a:pt x="6272" y="9984"/>
                        <a:pt x="7604" y="10601"/>
                        <a:pt x="8920" y="11198"/>
                      </a:cubicBezTo>
                      <a:cubicBezTo>
                        <a:pt x="11422" y="12332"/>
                        <a:pt x="13868" y="13392"/>
                        <a:pt x="16118" y="14326"/>
                      </a:cubicBezTo>
                      <a:cubicBezTo>
                        <a:pt x="17044" y="14720"/>
                        <a:pt x="17938" y="15090"/>
                        <a:pt x="18787" y="15435"/>
                      </a:cubicBezTo>
                      <a:cubicBezTo>
                        <a:pt x="22117" y="16796"/>
                        <a:pt x="24790" y="17823"/>
                        <a:pt x="26212" y="18364"/>
                      </a:cubicBezTo>
                      <a:cubicBezTo>
                        <a:pt x="26555" y="18491"/>
                        <a:pt x="26915" y="18554"/>
                        <a:pt x="27275" y="18554"/>
                      </a:cubicBezTo>
                      <a:cubicBezTo>
                        <a:pt x="27686" y="18554"/>
                        <a:pt x="28097" y="18471"/>
                        <a:pt x="28482" y="18307"/>
                      </a:cubicBezTo>
                      <a:cubicBezTo>
                        <a:pt x="30538" y="17437"/>
                        <a:pt x="32678" y="16426"/>
                        <a:pt x="34661" y="15435"/>
                      </a:cubicBezTo>
                      <a:cubicBezTo>
                        <a:pt x="35412" y="15061"/>
                        <a:pt x="36143" y="14692"/>
                        <a:pt x="36842" y="14330"/>
                      </a:cubicBezTo>
                      <a:cubicBezTo>
                        <a:pt x="39259" y="13079"/>
                        <a:pt x="41269" y="11970"/>
                        <a:pt x="42382" y="11349"/>
                      </a:cubicBezTo>
                      <a:cubicBezTo>
                        <a:pt x="42793" y="11125"/>
                        <a:pt x="42776" y="10528"/>
                        <a:pt x="42354" y="10329"/>
                      </a:cubicBezTo>
                      <a:cubicBezTo>
                        <a:pt x="42175" y="10240"/>
                        <a:pt x="41996" y="10154"/>
                        <a:pt x="41814" y="10065"/>
                      </a:cubicBezTo>
                      <a:cubicBezTo>
                        <a:pt x="40550" y="9460"/>
                        <a:pt x="39141" y="8826"/>
                        <a:pt x="37654" y="8193"/>
                      </a:cubicBezTo>
                      <a:cubicBezTo>
                        <a:pt x="35741" y="7368"/>
                        <a:pt x="33698" y="6543"/>
                        <a:pt x="31647" y="5743"/>
                      </a:cubicBezTo>
                      <a:lnTo>
                        <a:pt x="31639" y="5743"/>
                      </a:lnTo>
                      <a:cubicBezTo>
                        <a:pt x="30022" y="5114"/>
                        <a:pt x="28393" y="4500"/>
                        <a:pt x="26837" y="3915"/>
                      </a:cubicBezTo>
                      <a:lnTo>
                        <a:pt x="26829" y="3915"/>
                      </a:lnTo>
                      <a:cubicBezTo>
                        <a:pt x="22162" y="2189"/>
                        <a:pt x="18076" y="771"/>
                        <a:pt x="16293" y="166"/>
                      </a:cubicBezTo>
                      <a:cubicBezTo>
                        <a:pt x="15974" y="56"/>
                        <a:pt x="15642" y="1"/>
                        <a:pt x="1531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9" name="Google Shape;199;p15"/>
                <p:cNvSpPr/>
                <p:nvPr/>
              </p:nvSpPr>
              <p:spPr>
                <a:xfrm>
                  <a:off x="6141781" y="1754592"/>
                  <a:ext cx="635806" cy="7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8" h="3502" extrusionOk="0">
                      <a:moveTo>
                        <a:pt x="26724" y="0"/>
                      </a:moveTo>
                      <a:cubicBezTo>
                        <a:pt x="19828" y="564"/>
                        <a:pt x="4290" y="1801"/>
                        <a:pt x="1556" y="1801"/>
                      </a:cubicBezTo>
                      <a:cubicBezTo>
                        <a:pt x="1334" y="1801"/>
                        <a:pt x="1196" y="1793"/>
                        <a:pt x="1155" y="1776"/>
                      </a:cubicBezTo>
                      <a:lnTo>
                        <a:pt x="1" y="2641"/>
                      </a:lnTo>
                      <a:lnTo>
                        <a:pt x="943" y="3502"/>
                      </a:lnTo>
                      <a:lnTo>
                        <a:pt x="31534" y="1828"/>
                      </a:lnTo>
                      <a:lnTo>
                        <a:pt x="31538" y="1828"/>
                      </a:lnTo>
                      <a:lnTo>
                        <a:pt x="26728" y="0"/>
                      </a:lnTo>
                      <a:close/>
                    </a:path>
                  </a:pathLst>
                </a:custGeom>
                <a:solidFill>
                  <a:srgbClr val="D5F2ED">
                    <a:alpha val="386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0" name="Google Shape;200;p15"/>
                <p:cNvSpPr/>
                <p:nvPr/>
              </p:nvSpPr>
              <p:spPr>
                <a:xfrm>
                  <a:off x="6239237" y="1840820"/>
                  <a:ext cx="743319" cy="6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1" h="3003" extrusionOk="0">
                      <a:moveTo>
                        <a:pt x="32711" y="1"/>
                      </a:moveTo>
                      <a:lnTo>
                        <a:pt x="1" y="1150"/>
                      </a:lnTo>
                      <a:cubicBezTo>
                        <a:pt x="1329" y="1792"/>
                        <a:pt x="2661" y="2409"/>
                        <a:pt x="3981" y="3002"/>
                      </a:cubicBezTo>
                      <a:lnTo>
                        <a:pt x="36871" y="1873"/>
                      </a:lnTo>
                      <a:lnTo>
                        <a:pt x="32711" y="1"/>
                      </a:lnTo>
                      <a:close/>
                    </a:path>
                  </a:pathLst>
                </a:custGeom>
                <a:solidFill>
                  <a:srgbClr val="D5F2ED">
                    <a:alpha val="386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6464512" y="1964405"/>
                  <a:ext cx="417816" cy="2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5" h="1109" extrusionOk="0">
                      <a:moveTo>
                        <a:pt x="1" y="0"/>
                      </a:moveTo>
                      <a:lnTo>
                        <a:pt x="2670" y="1109"/>
                      </a:lnTo>
                      <a:lnTo>
                        <a:pt x="18544" y="1109"/>
                      </a:lnTo>
                      <a:lnTo>
                        <a:pt x="19100" y="825"/>
                      </a:lnTo>
                      <a:lnTo>
                        <a:pt x="20725" y="0"/>
                      </a:lnTo>
                      <a:close/>
                    </a:path>
                  </a:pathLst>
                </a:custGeom>
                <a:solidFill>
                  <a:srgbClr val="D5F2ED">
                    <a:alpha val="386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6883307" y="1982913"/>
                  <a:ext cx="40723" cy="2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382" extrusionOk="0">
                      <a:moveTo>
                        <a:pt x="1012" y="0"/>
                      </a:moveTo>
                      <a:cubicBezTo>
                        <a:pt x="451" y="0"/>
                        <a:pt x="1" y="309"/>
                        <a:pt x="1" y="691"/>
                      </a:cubicBezTo>
                      <a:cubicBezTo>
                        <a:pt x="1" y="1072"/>
                        <a:pt x="451" y="1381"/>
                        <a:pt x="1012" y="1381"/>
                      </a:cubicBezTo>
                      <a:cubicBezTo>
                        <a:pt x="1569" y="1381"/>
                        <a:pt x="2019" y="1072"/>
                        <a:pt x="2019" y="691"/>
                      </a:cubicBezTo>
                      <a:cubicBezTo>
                        <a:pt x="2019" y="309"/>
                        <a:pt x="1569" y="0"/>
                        <a:pt x="10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203" name="Google Shape;203;p15"/>
            <p:cNvGrpSpPr/>
            <p:nvPr/>
          </p:nvGrpSpPr>
          <p:grpSpPr>
            <a:xfrm>
              <a:off x="328331" y="205916"/>
              <a:ext cx="1041062" cy="810795"/>
              <a:chOff x="7432381" y="878104"/>
              <a:chExt cx="1041062" cy="810795"/>
            </a:xfrm>
          </p:grpSpPr>
          <p:sp>
            <p:nvSpPr>
              <p:cNvPr id="204" name="Google Shape;204;p15"/>
              <p:cNvSpPr/>
              <p:nvPr/>
            </p:nvSpPr>
            <p:spPr>
              <a:xfrm>
                <a:off x="7432381" y="878104"/>
                <a:ext cx="1041062" cy="810795"/>
              </a:xfrm>
              <a:custGeom>
                <a:avLst/>
                <a:gdLst/>
                <a:ahLst/>
                <a:cxnLst/>
                <a:rect l="l" t="t" r="r" b="b"/>
                <a:pathLst>
                  <a:path w="51640" h="40218" extrusionOk="0">
                    <a:moveTo>
                      <a:pt x="27239" y="0"/>
                    </a:moveTo>
                    <a:cubicBezTo>
                      <a:pt x="14735" y="0"/>
                      <a:pt x="5611" y="8132"/>
                      <a:pt x="3116" y="15696"/>
                    </a:cubicBezTo>
                    <a:cubicBezTo>
                      <a:pt x="322" y="24157"/>
                      <a:pt x="1" y="34937"/>
                      <a:pt x="5907" y="35969"/>
                    </a:cubicBezTo>
                    <a:cubicBezTo>
                      <a:pt x="6282" y="36037"/>
                      <a:pt x="6661" y="36071"/>
                      <a:pt x="7040" y="36071"/>
                    </a:cubicBezTo>
                    <a:cubicBezTo>
                      <a:pt x="7116" y="36071"/>
                      <a:pt x="7192" y="36069"/>
                      <a:pt x="7267" y="36067"/>
                    </a:cubicBezTo>
                    <a:cubicBezTo>
                      <a:pt x="9701" y="35953"/>
                      <a:pt x="11313" y="34271"/>
                      <a:pt x="12483" y="32252"/>
                    </a:cubicBezTo>
                    <a:cubicBezTo>
                      <a:pt x="13685" y="30181"/>
                      <a:pt x="14421" y="27764"/>
                      <a:pt x="15087" y="26314"/>
                    </a:cubicBezTo>
                    <a:cubicBezTo>
                      <a:pt x="15148" y="26180"/>
                      <a:pt x="15213" y="26054"/>
                      <a:pt x="15286" y="25928"/>
                    </a:cubicBezTo>
                    <a:cubicBezTo>
                      <a:pt x="15294" y="25912"/>
                      <a:pt x="15302" y="25900"/>
                      <a:pt x="15310" y="25883"/>
                    </a:cubicBezTo>
                    <a:cubicBezTo>
                      <a:pt x="15367" y="25774"/>
                      <a:pt x="15436" y="25668"/>
                      <a:pt x="15509" y="25571"/>
                    </a:cubicBezTo>
                    <a:cubicBezTo>
                      <a:pt x="15655" y="25343"/>
                      <a:pt x="15822" y="25132"/>
                      <a:pt x="16009" y="24937"/>
                    </a:cubicBezTo>
                    <a:lnTo>
                      <a:pt x="16025" y="24921"/>
                    </a:lnTo>
                    <a:cubicBezTo>
                      <a:pt x="16066" y="24876"/>
                      <a:pt x="16106" y="24831"/>
                      <a:pt x="16151" y="24791"/>
                    </a:cubicBezTo>
                    <a:cubicBezTo>
                      <a:pt x="16220" y="24726"/>
                      <a:pt x="16277" y="24665"/>
                      <a:pt x="16350" y="24604"/>
                    </a:cubicBezTo>
                    <a:cubicBezTo>
                      <a:pt x="16362" y="24596"/>
                      <a:pt x="16378" y="24584"/>
                      <a:pt x="16395" y="24567"/>
                    </a:cubicBezTo>
                    <a:cubicBezTo>
                      <a:pt x="16610" y="24389"/>
                      <a:pt x="16837" y="24226"/>
                      <a:pt x="17077" y="24088"/>
                    </a:cubicBezTo>
                    <a:cubicBezTo>
                      <a:pt x="17203" y="24011"/>
                      <a:pt x="17329" y="23942"/>
                      <a:pt x="17463" y="23885"/>
                    </a:cubicBezTo>
                    <a:cubicBezTo>
                      <a:pt x="17573" y="23832"/>
                      <a:pt x="17678" y="23783"/>
                      <a:pt x="17804" y="23731"/>
                    </a:cubicBezTo>
                    <a:cubicBezTo>
                      <a:pt x="17930" y="23682"/>
                      <a:pt x="18064" y="23633"/>
                      <a:pt x="18202" y="23588"/>
                    </a:cubicBezTo>
                    <a:cubicBezTo>
                      <a:pt x="18292" y="23556"/>
                      <a:pt x="18385" y="23527"/>
                      <a:pt x="18478" y="23499"/>
                    </a:cubicBezTo>
                    <a:lnTo>
                      <a:pt x="18608" y="23466"/>
                    </a:lnTo>
                    <a:cubicBezTo>
                      <a:pt x="18698" y="23438"/>
                      <a:pt x="18791" y="23418"/>
                      <a:pt x="18885" y="23397"/>
                    </a:cubicBezTo>
                    <a:lnTo>
                      <a:pt x="18901" y="23397"/>
                    </a:lnTo>
                    <a:cubicBezTo>
                      <a:pt x="19023" y="23369"/>
                      <a:pt x="19140" y="23345"/>
                      <a:pt x="19258" y="23324"/>
                    </a:cubicBezTo>
                    <a:cubicBezTo>
                      <a:pt x="19923" y="23202"/>
                      <a:pt x="20654" y="23146"/>
                      <a:pt x="21449" y="23146"/>
                    </a:cubicBezTo>
                    <a:cubicBezTo>
                      <a:pt x="21660" y="23146"/>
                      <a:pt x="21874" y="23150"/>
                      <a:pt x="22093" y="23158"/>
                    </a:cubicBezTo>
                    <a:cubicBezTo>
                      <a:pt x="22130" y="23158"/>
                      <a:pt x="22167" y="23158"/>
                      <a:pt x="22203" y="23166"/>
                    </a:cubicBezTo>
                    <a:cubicBezTo>
                      <a:pt x="22886" y="23190"/>
                      <a:pt x="23609" y="23255"/>
                      <a:pt x="24380" y="23357"/>
                    </a:cubicBezTo>
                    <a:cubicBezTo>
                      <a:pt x="24734" y="23401"/>
                      <a:pt x="25095" y="23454"/>
                      <a:pt x="25469" y="23515"/>
                    </a:cubicBezTo>
                    <a:cubicBezTo>
                      <a:pt x="25802" y="23572"/>
                      <a:pt x="26119" y="23625"/>
                      <a:pt x="26428" y="23686"/>
                    </a:cubicBezTo>
                    <a:cubicBezTo>
                      <a:pt x="26452" y="23698"/>
                      <a:pt x="26480" y="23702"/>
                      <a:pt x="26505" y="23702"/>
                    </a:cubicBezTo>
                    <a:cubicBezTo>
                      <a:pt x="26805" y="23763"/>
                      <a:pt x="27090" y="23832"/>
                      <a:pt x="27366" y="23901"/>
                    </a:cubicBezTo>
                    <a:cubicBezTo>
                      <a:pt x="27805" y="24011"/>
                      <a:pt x="28219" y="24125"/>
                      <a:pt x="28613" y="24259"/>
                    </a:cubicBezTo>
                    <a:cubicBezTo>
                      <a:pt x="28739" y="24295"/>
                      <a:pt x="28861" y="24340"/>
                      <a:pt x="28978" y="24384"/>
                    </a:cubicBezTo>
                    <a:cubicBezTo>
                      <a:pt x="29405" y="24531"/>
                      <a:pt x="29819" y="24705"/>
                      <a:pt x="30225" y="24904"/>
                    </a:cubicBezTo>
                    <a:cubicBezTo>
                      <a:pt x="30323" y="24945"/>
                      <a:pt x="30420" y="24998"/>
                      <a:pt x="30514" y="25043"/>
                    </a:cubicBezTo>
                    <a:cubicBezTo>
                      <a:pt x="30843" y="25213"/>
                      <a:pt x="31160" y="25404"/>
                      <a:pt x="31464" y="25619"/>
                    </a:cubicBezTo>
                    <a:cubicBezTo>
                      <a:pt x="31537" y="25668"/>
                      <a:pt x="31611" y="25717"/>
                      <a:pt x="31676" y="25770"/>
                    </a:cubicBezTo>
                    <a:cubicBezTo>
                      <a:pt x="31765" y="25835"/>
                      <a:pt x="31842" y="25900"/>
                      <a:pt x="31923" y="25965"/>
                    </a:cubicBezTo>
                    <a:cubicBezTo>
                      <a:pt x="31996" y="26025"/>
                      <a:pt x="32065" y="26086"/>
                      <a:pt x="32130" y="26147"/>
                    </a:cubicBezTo>
                    <a:cubicBezTo>
                      <a:pt x="32281" y="26281"/>
                      <a:pt x="32423" y="26419"/>
                      <a:pt x="32553" y="26574"/>
                    </a:cubicBezTo>
                    <a:cubicBezTo>
                      <a:pt x="32598" y="26619"/>
                      <a:pt x="32638" y="26663"/>
                      <a:pt x="32679" y="26716"/>
                    </a:cubicBezTo>
                    <a:cubicBezTo>
                      <a:pt x="32711" y="26749"/>
                      <a:pt x="32740" y="26785"/>
                      <a:pt x="32764" y="26826"/>
                    </a:cubicBezTo>
                    <a:cubicBezTo>
                      <a:pt x="32817" y="26883"/>
                      <a:pt x="32862" y="26948"/>
                      <a:pt x="32902" y="27013"/>
                    </a:cubicBezTo>
                    <a:cubicBezTo>
                      <a:pt x="33032" y="27195"/>
                      <a:pt x="33150" y="27386"/>
                      <a:pt x="33243" y="27585"/>
                    </a:cubicBezTo>
                    <a:cubicBezTo>
                      <a:pt x="33276" y="27650"/>
                      <a:pt x="33308" y="27711"/>
                      <a:pt x="33333" y="27780"/>
                    </a:cubicBezTo>
                    <a:cubicBezTo>
                      <a:pt x="33353" y="27825"/>
                      <a:pt x="33373" y="27874"/>
                      <a:pt x="33394" y="27926"/>
                    </a:cubicBezTo>
                    <a:cubicBezTo>
                      <a:pt x="33414" y="27983"/>
                      <a:pt x="33430" y="28032"/>
                      <a:pt x="33455" y="28089"/>
                    </a:cubicBezTo>
                    <a:cubicBezTo>
                      <a:pt x="33503" y="28243"/>
                      <a:pt x="33544" y="28406"/>
                      <a:pt x="33576" y="28568"/>
                    </a:cubicBezTo>
                    <a:cubicBezTo>
                      <a:pt x="33593" y="28637"/>
                      <a:pt x="33605" y="28710"/>
                      <a:pt x="33613" y="28784"/>
                    </a:cubicBezTo>
                    <a:cubicBezTo>
                      <a:pt x="33930" y="31103"/>
                      <a:pt x="33373" y="39162"/>
                      <a:pt x="37923" y="40124"/>
                    </a:cubicBezTo>
                    <a:cubicBezTo>
                      <a:pt x="38231" y="40185"/>
                      <a:pt x="38544" y="40218"/>
                      <a:pt x="38861" y="40218"/>
                    </a:cubicBezTo>
                    <a:lnTo>
                      <a:pt x="38865" y="40218"/>
                    </a:lnTo>
                    <a:cubicBezTo>
                      <a:pt x="40656" y="40218"/>
                      <a:pt x="42801" y="39267"/>
                      <a:pt x="44795" y="37517"/>
                    </a:cubicBezTo>
                    <a:cubicBezTo>
                      <a:pt x="44800" y="37509"/>
                      <a:pt x="44808" y="37509"/>
                      <a:pt x="44812" y="37504"/>
                    </a:cubicBezTo>
                    <a:cubicBezTo>
                      <a:pt x="47943" y="34755"/>
                      <a:pt x="50685" y="30051"/>
                      <a:pt x="51100" y="23995"/>
                    </a:cubicBezTo>
                    <a:cubicBezTo>
                      <a:pt x="51640" y="16009"/>
                      <a:pt x="48878" y="7970"/>
                      <a:pt x="41152" y="3494"/>
                    </a:cubicBezTo>
                    <a:cubicBezTo>
                      <a:pt x="39328" y="2442"/>
                      <a:pt x="37224" y="1581"/>
                      <a:pt x="34823" y="972"/>
                    </a:cubicBezTo>
                    <a:cubicBezTo>
                      <a:pt x="34815" y="972"/>
                      <a:pt x="34807" y="968"/>
                      <a:pt x="34799" y="963"/>
                    </a:cubicBezTo>
                    <a:cubicBezTo>
                      <a:pt x="34783" y="963"/>
                      <a:pt x="34763" y="959"/>
                      <a:pt x="34746" y="955"/>
                    </a:cubicBezTo>
                    <a:cubicBezTo>
                      <a:pt x="33824" y="724"/>
                      <a:pt x="32862" y="517"/>
                      <a:pt x="31858" y="366"/>
                    </a:cubicBezTo>
                    <a:cubicBezTo>
                      <a:pt x="31070" y="236"/>
                      <a:pt x="30294" y="151"/>
                      <a:pt x="29527" y="90"/>
                    </a:cubicBezTo>
                    <a:cubicBezTo>
                      <a:pt x="28752" y="30"/>
                      <a:pt x="27989" y="0"/>
                      <a:pt x="272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8122074" y="1104025"/>
                <a:ext cx="257544" cy="252564"/>
              </a:xfrm>
              <a:custGeom>
                <a:avLst/>
                <a:gdLst/>
                <a:ahLst/>
                <a:cxnLst/>
                <a:rect l="l" t="t" r="r" b="b"/>
                <a:pathLst>
                  <a:path w="12775" h="12528" extrusionOk="0">
                    <a:moveTo>
                      <a:pt x="7430" y="1"/>
                    </a:moveTo>
                    <a:cubicBezTo>
                      <a:pt x="5345" y="1"/>
                      <a:pt x="3125" y="1340"/>
                      <a:pt x="1808" y="3621"/>
                    </a:cubicBezTo>
                    <a:cubicBezTo>
                      <a:pt x="0" y="6757"/>
                      <a:pt x="581" y="10481"/>
                      <a:pt x="3108" y="11940"/>
                    </a:cubicBezTo>
                    <a:cubicBezTo>
                      <a:pt x="3798" y="12339"/>
                      <a:pt x="4561" y="12527"/>
                      <a:pt x="5344" y="12527"/>
                    </a:cubicBezTo>
                    <a:cubicBezTo>
                      <a:pt x="7428" y="12527"/>
                      <a:pt x="9646" y="11186"/>
                      <a:pt x="10963" y="8905"/>
                    </a:cubicBezTo>
                    <a:cubicBezTo>
                      <a:pt x="12775" y="5770"/>
                      <a:pt x="12194" y="2049"/>
                      <a:pt x="9663" y="587"/>
                    </a:cubicBezTo>
                    <a:cubicBezTo>
                      <a:pt x="8974" y="189"/>
                      <a:pt x="8212" y="1"/>
                      <a:pt x="743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7588061" y="1015197"/>
                <a:ext cx="257564" cy="252585"/>
              </a:xfrm>
              <a:custGeom>
                <a:avLst/>
                <a:gdLst/>
                <a:ahLst/>
                <a:cxnLst/>
                <a:rect l="l" t="t" r="r" b="b"/>
                <a:pathLst>
                  <a:path w="12776" h="12529" extrusionOk="0">
                    <a:moveTo>
                      <a:pt x="7435" y="0"/>
                    </a:moveTo>
                    <a:cubicBezTo>
                      <a:pt x="5349" y="0"/>
                      <a:pt x="3130" y="1342"/>
                      <a:pt x="1812" y="3624"/>
                    </a:cubicBezTo>
                    <a:cubicBezTo>
                      <a:pt x="0" y="6759"/>
                      <a:pt x="581" y="10484"/>
                      <a:pt x="3112" y="11942"/>
                    </a:cubicBezTo>
                    <a:cubicBezTo>
                      <a:pt x="3801" y="12340"/>
                      <a:pt x="4564" y="12528"/>
                      <a:pt x="5345" y="12528"/>
                    </a:cubicBezTo>
                    <a:cubicBezTo>
                      <a:pt x="7430" y="12528"/>
                      <a:pt x="9649" y="11189"/>
                      <a:pt x="10964" y="8908"/>
                    </a:cubicBezTo>
                    <a:cubicBezTo>
                      <a:pt x="12775" y="5772"/>
                      <a:pt x="12194" y="2048"/>
                      <a:pt x="9668" y="585"/>
                    </a:cubicBezTo>
                    <a:cubicBezTo>
                      <a:pt x="8978" y="188"/>
                      <a:pt x="8216" y="0"/>
                      <a:pt x="74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7815311" y="879918"/>
                <a:ext cx="446705" cy="517709"/>
              </a:xfrm>
              <a:custGeom>
                <a:avLst/>
                <a:gdLst/>
                <a:ahLst/>
                <a:cxnLst/>
                <a:rect l="l" t="t" r="r" b="b"/>
                <a:pathLst>
                  <a:path w="22158" h="25680" extrusionOk="0">
                    <a:moveTo>
                      <a:pt x="10533" y="0"/>
                    </a:moveTo>
                    <a:cubicBezTo>
                      <a:pt x="10301" y="146"/>
                      <a:pt x="10029" y="333"/>
                      <a:pt x="9720" y="569"/>
                    </a:cubicBezTo>
                    <a:lnTo>
                      <a:pt x="9716" y="569"/>
                    </a:lnTo>
                    <a:cubicBezTo>
                      <a:pt x="8047" y="1852"/>
                      <a:pt x="5325" y="4602"/>
                      <a:pt x="2722" y="10098"/>
                    </a:cubicBezTo>
                    <a:cubicBezTo>
                      <a:pt x="1483" y="12718"/>
                      <a:pt x="776" y="14993"/>
                      <a:pt x="398" y="16890"/>
                    </a:cubicBezTo>
                    <a:cubicBezTo>
                      <a:pt x="276" y="17507"/>
                      <a:pt x="187" y="18092"/>
                      <a:pt x="126" y="18632"/>
                    </a:cubicBezTo>
                    <a:lnTo>
                      <a:pt x="126" y="18636"/>
                    </a:lnTo>
                    <a:cubicBezTo>
                      <a:pt x="53" y="19266"/>
                      <a:pt x="12" y="19895"/>
                      <a:pt x="8" y="20529"/>
                    </a:cubicBezTo>
                    <a:lnTo>
                      <a:pt x="8" y="20558"/>
                    </a:lnTo>
                    <a:cubicBezTo>
                      <a:pt x="0" y="21813"/>
                      <a:pt x="142" y="22710"/>
                      <a:pt x="264" y="23230"/>
                    </a:cubicBezTo>
                    <a:lnTo>
                      <a:pt x="264" y="23234"/>
                    </a:lnTo>
                    <a:cubicBezTo>
                      <a:pt x="929" y="23112"/>
                      <a:pt x="1660" y="23056"/>
                      <a:pt x="2455" y="23056"/>
                    </a:cubicBezTo>
                    <a:cubicBezTo>
                      <a:pt x="2666" y="23056"/>
                      <a:pt x="2880" y="23060"/>
                      <a:pt x="3099" y="23068"/>
                    </a:cubicBezTo>
                    <a:cubicBezTo>
                      <a:pt x="3136" y="23068"/>
                      <a:pt x="3173" y="23072"/>
                      <a:pt x="3209" y="23076"/>
                    </a:cubicBezTo>
                    <a:cubicBezTo>
                      <a:pt x="3892" y="23100"/>
                      <a:pt x="4615" y="23165"/>
                      <a:pt x="5386" y="23267"/>
                    </a:cubicBezTo>
                    <a:cubicBezTo>
                      <a:pt x="5736" y="23311"/>
                      <a:pt x="6101" y="23364"/>
                      <a:pt x="6475" y="23425"/>
                    </a:cubicBezTo>
                    <a:cubicBezTo>
                      <a:pt x="6808" y="23482"/>
                      <a:pt x="7125" y="23535"/>
                      <a:pt x="7434" y="23596"/>
                    </a:cubicBezTo>
                    <a:cubicBezTo>
                      <a:pt x="7458" y="23608"/>
                      <a:pt x="7486" y="23612"/>
                      <a:pt x="7511" y="23612"/>
                    </a:cubicBezTo>
                    <a:cubicBezTo>
                      <a:pt x="7811" y="23673"/>
                      <a:pt x="8096" y="23742"/>
                      <a:pt x="8372" y="23811"/>
                    </a:cubicBezTo>
                    <a:cubicBezTo>
                      <a:pt x="8811" y="23921"/>
                      <a:pt x="9225" y="24035"/>
                      <a:pt x="9615" y="24169"/>
                    </a:cubicBezTo>
                    <a:cubicBezTo>
                      <a:pt x="9745" y="24205"/>
                      <a:pt x="9863" y="24250"/>
                      <a:pt x="9984" y="24294"/>
                    </a:cubicBezTo>
                    <a:cubicBezTo>
                      <a:pt x="10411" y="24445"/>
                      <a:pt x="10825" y="24615"/>
                      <a:pt x="11231" y="24814"/>
                    </a:cubicBezTo>
                    <a:cubicBezTo>
                      <a:pt x="11329" y="24855"/>
                      <a:pt x="11422" y="24908"/>
                      <a:pt x="11516" y="24953"/>
                    </a:cubicBezTo>
                    <a:cubicBezTo>
                      <a:pt x="11849" y="25123"/>
                      <a:pt x="12166" y="25314"/>
                      <a:pt x="12470" y="25529"/>
                    </a:cubicBezTo>
                    <a:cubicBezTo>
                      <a:pt x="12543" y="25578"/>
                      <a:pt x="12612" y="25627"/>
                      <a:pt x="12682" y="25680"/>
                    </a:cubicBezTo>
                    <a:cubicBezTo>
                      <a:pt x="12682" y="24863"/>
                      <a:pt x="12706" y="23645"/>
                      <a:pt x="12840" y="22170"/>
                    </a:cubicBezTo>
                    <a:cubicBezTo>
                      <a:pt x="12844" y="22146"/>
                      <a:pt x="12848" y="22121"/>
                      <a:pt x="12848" y="22097"/>
                    </a:cubicBezTo>
                    <a:cubicBezTo>
                      <a:pt x="13116" y="19197"/>
                      <a:pt x="13790" y="15330"/>
                      <a:pt x="15415" y="11638"/>
                    </a:cubicBezTo>
                    <a:cubicBezTo>
                      <a:pt x="17873" y="6073"/>
                      <a:pt x="20899" y="4046"/>
                      <a:pt x="22158" y="3404"/>
                    </a:cubicBezTo>
                    <a:cubicBezTo>
                      <a:pt x="20334" y="2352"/>
                      <a:pt x="18230" y="1491"/>
                      <a:pt x="15829" y="882"/>
                    </a:cubicBezTo>
                    <a:cubicBezTo>
                      <a:pt x="15821" y="882"/>
                      <a:pt x="15813" y="882"/>
                      <a:pt x="15809" y="878"/>
                    </a:cubicBezTo>
                    <a:cubicBezTo>
                      <a:pt x="15789" y="878"/>
                      <a:pt x="15769" y="873"/>
                      <a:pt x="15752" y="865"/>
                    </a:cubicBezTo>
                    <a:cubicBezTo>
                      <a:pt x="14830" y="634"/>
                      <a:pt x="13868" y="431"/>
                      <a:pt x="12864" y="276"/>
                    </a:cubicBezTo>
                    <a:cubicBezTo>
                      <a:pt x="12076" y="150"/>
                      <a:pt x="11300" y="61"/>
                      <a:pt x="1053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7578807" y="1283476"/>
                <a:ext cx="637036" cy="405377"/>
              </a:xfrm>
              <a:custGeom>
                <a:avLst/>
                <a:gdLst/>
                <a:ahLst/>
                <a:cxnLst/>
                <a:rect l="l" t="t" r="r" b="b"/>
                <a:pathLst>
                  <a:path w="31599" h="20108" extrusionOk="0">
                    <a:moveTo>
                      <a:pt x="16485" y="0"/>
                    </a:moveTo>
                    <a:cubicBezTo>
                      <a:pt x="14668" y="0"/>
                      <a:pt x="13148" y="174"/>
                      <a:pt x="11869" y="480"/>
                    </a:cubicBezTo>
                    <a:lnTo>
                      <a:pt x="11857" y="480"/>
                    </a:lnTo>
                    <a:cubicBezTo>
                      <a:pt x="11821" y="492"/>
                      <a:pt x="11780" y="504"/>
                      <a:pt x="11739" y="508"/>
                    </a:cubicBezTo>
                    <a:cubicBezTo>
                      <a:pt x="5317" y="2129"/>
                      <a:pt x="5159" y="7255"/>
                      <a:pt x="4233" y="11154"/>
                    </a:cubicBezTo>
                    <a:cubicBezTo>
                      <a:pt x="4083" y="11808"/>
                      <a:pt x="3863" y="12442"/>
                      <a:pt x="3579" y="13043"/>
                    </a:cubicBezTo>
                    <a:cubicBezTo>
                      <a:pt x="2214" y="15886"/>
                      <a:pt x="0" y="15955"/>
                      <a:pt x="0" y="15955"/>
                    </a:cubicBezTo>
                    <a:cubicBezTo>
                      <a:pt x="4" y="15955"/>
                      <a:pt x="4" y="15955"/>
                      <a:pt x="4" y="15960"/>
                    </a:cubicBezTo>
                    <a:cubicBezTo>
                      <a:pt x="2438" y="15846"/>
                      <a:pt x="4050" y="14164"/>
                      <a:pt x="5220" y="12145"/>
                    </a:cubicBezTo>
                    <a:cubicBezTo>
                      <a:pt x="6422" y="10074"/>
                      <a:pt x="7158" y="7657"/>
                      <a:pt x="7824" y="6207"/>
                    </a:cubicBezTo>
                    <a:cubicBezTo>
                      <a:pt x="7885" y="6073"/>
                      <a:pt x="7950" y="5947"/>
                      <a:pt x="8023" y="5821"/>
                    </a:cubicBezTo>
                    <a:cubicBezTo>
                      <a:pt x="8031" y="5805"/>
                      <a:pt x="8039" y="5793"/>
                      <a:pt x="8047" y="5776"/>
                    </a:cubicBezTo>
                    <a:cubicBezTo>
                      <a:pt x="8104" y="5667"/>
                      <a:pt x="8173" y="5561"/>
                      <a:pt x="8246" y="5464"/>
                    </a:cubicBezTo>
                    <a:cubicBezTo>
                      <a:pt x="8392" y="5236"/>
                      <a:pt x="8559" y="5025"/>
                      <a:pt x="8746" y="4830"/>
                    </a:cubicBezTo>
                    <a:lnTo>
                      <a:pt x="8762" y="4814"/>
                    </a:lnTo>
                    <a:cubicBezTo>
                      <a:pt x="8803" y="4769"/>
                      <a:pt x="8843" y="4724"/>
                      <a:pt x="8888" y="4684"/>
                    </a:cubicBezTo>
                    <a:cubicBezTo>
                      <a:pt x="8957" y="4619"/>
                      <a:pt x="9014" y="4558"/>
                      <a:pt x="9087" y="4497"/>
                    </a:cubicBezTo>
                    <a:cubicBezTo>
                      <a:pt x="9099" y="4485"/>
                      <a:pt x="9115" y="4477"/>
                      <a:pt x="9132" y="4460"/>
                    </a:cubicBezTo>
                    <a:cubicBezTo>
                      <a:pt x="9347" y="4282"/>
                      <a:pt x="9574" y="4119"/>
                      <a:pt x="9814" y="3981"/>
                    </a:cubicBezTo>
                    <a:cubicBezTo>
                      <a:pt x="9940" y="3904"/>
                      <a:pt x="10066" y="3835"/>
                      <a:pt x="10200" y="3778"/>
                    </a:cubicBezTo>
                    <a:cubicBezTo>
                      <a:pt x="10310" y="3725"/>
                      <a:pt x="10415" y="3672"/>
                      <a:pt x="10541" y="3624"/>
                    </a:cubicBezTo>
                    <a:cubicBezTo>
                      <a:pt x="10667" y="3575"/>
                      <a:pt x="10801" y="3526"/>
                      <a:pt x="10939" y="3481"/>
                    </a:cubicBezTo>
                    <a:cubicBezTo>
                      <a:pt x="11029" y="3449"/>
                      <a:pt x="11122" y="3420"/>
                      <a:pt x="11215" y="3392"/>
                    </a:cubicBezTo>
                    <a:lnTo>
                      <a:pt x="11345" y="3359"/>
                    </a:lnTo>
                    <a:cubicBezTo>
                      <a:pt x="11435" y="3331"/>
                      <a:pt x="11528" y="3311"/>
                      <a:pt x="11622" y="3286"/>
                    </a:cubicBezTo>
                    <a:lnTo>
                      <a:pt x="11638" y="3286"/>
                    </a:lnTo>
                    <a:cubicBezTo>
                      <a:pt x="11756" y="3262"/>
                      <a:pt x="11877" y="3234"/>
                      <a:pt x="11995" y="3209"/>
                    </a:cubicBezTo>
                    <a:cubicBezTo>
                      <a:pt x="12659" y="3094"/>
                      <a:pt x="13388" y="3039"/>
                      <a:pt x="14180" y="3039"/>
                    </a:cubicBezTo>
                    <a:cubicBezTo>
                      <a:pt x="14393" y="3039"/>
                      <a:pt x="14609" y="3043"/>
                      <a:pt x="14830" y="3051"/>
                    </a:cubicBezTo>
                    <a:cubicBezTo>
                      <a:pt x="14867" y="3051"/>
                      <a:pt x="14904" y="3051"/>
                      <a:pt x="14940" y="3055"/>
                    </a:cubicBezTo>
                    <a:cubicBezTo>
                      <a:pt x="15623" y="3083"/>
                      <a:pt x="16346" y="3148"/>
                      <a:pt x="17117" y="3250"/>
                    </a:cubicBezTo>
                    <a:cubicBezTo>
                      <a:pt x="17471" y="3294"/>
                      <a:pt x="17832" y="3347"/>
                      <a:pt x="18206" y="3408"/>
                    </a:cubicBezTo>
                    <a:cubicBezTo>
                      <a:pt x="18539" y="3465"/>
                      <a:pt x="18856" y="3518"/>
                      <a:pt x="19165" y="3579"/>
                    </a:cubicBezTo>
                    <a:cubicBezTo>
                      <a:pt x="19189" y="3591"/>
                      <a:pt x="19217" y="3595"/>
                      <a:pt x="19242" y="3595"/>
                    </a:cubicBezTo>
                    <a:cubicBezTo>
                      <a:pt x="19542" y="3656"/>
                      <a:pt x="19827" y="3725"/>
                      <a:pt x="20103" y="3794"/>
                    </a:cubicBezTo>
                    <a:cubicBezTo>
                      <a:pt x="20542" y="3904"/>
                      <a:pt x="20956" y="4018"/>
                      <a:pt x="21350" y="4152"/>
                    </a:cubicBezTo>
                    <a:cubicBezTo>
                      <a:pt x="21476" y="4188"/>
                      <a:pt x="21598" y="4233"/>
                      <a:pt x="21715" y="4277"/>
                    </a:cubicBezTo>
                    <a:cubicBezTo>
                      <a:pt x="22142" y="4424"/>
                      <a:pt x="22556" y="4598"/>
                      <a:pt x="22962" y="4793"/>
                    </a:cubicBezTo>
                    <a:cubicBezTo>
                      <a:pt x="23060" y="4838"/>
                      <a:pt x="23157" y="4891"/>
                      <a:pt x="23251" y="4931"/>
                    </a:cubicBezTo>
                    <a:cubicBezTo>
                      <a:pt x="23580" y="5106"/>
                      <a:pt x="23897" y="5297"/>
                      <a:pt x="24201" y="5512"/>
                    </a:cubicBezTo>
                    <a:cubicBezTo>
                      <a:pt x="24274" y="5561"/>
                      <a:pt x="24348" y="5610"/>
                      <a:pt x="24413" y="5663"/>
                    </a:cubicBezTo>
                    <a:cubicBezTo>
                      <a:pt x="24502" y="5728"/>
                      <a:pt x="24579" y="5793"/>
                      <a:pt x="24660" y="5858"/>
                    </a:cubicBezTo>
                    <a:cubicBezTo>
                      <a:pt x="24733" y="5918"/>
                      <a:pt x="24802" y="5979"/>
                      <a:pt x="24867" y="6040"/>
                    </a:cubicBezTo>
                    <a:cubicBezTo>
                      <a:pt x="25018" y="6174"/>
                      <a:pt x="25160" y="6312"/>
                      <a:pt x="25290" y="6467"/>
                    </a:cubicBezTo>
                    <a:cubicBezTo>
                      <a:pt x="25335" y="6512"/>
                      <a:pt x="25375" y="6556"/>
                      <a:pt x="25416" y="6609"/>
                    </a:cubicBezTo>
                    <a:cubicBezTo>
                      <a:pt x="25448" y="6642"/>
                      <a:pt x="25477" y="6678"/>
                      <a:pt x="25501" y="6719"/>
                    </a:cubicBezTo>
                    <a:cubicBezTo>
                      <a:pt x="25554" y="6776"/>
                      <a:pt x="25599" y="6841"/>
                      <a:pt x="25639" y="6906"/>
                    </a:cubicBezTo>
                    <a:cubicBezTo>
                      <a:pt x="25769" y="7088"/>
                      <a:pt x="25887" y="7279"/>
                      <a:pt x="25980" y="7478"/>
                    </a:cubicBezTo>
                    <a:cubicBezTo>
                      <a:pt x="26013" y="7543"/>
                      <a:pt x="26045" y="7604"/>
                      <a:pt x="26070" y="7673"/>
                    </a:cubicBezTo>
                    <a:cubicBezTo>
                      <a:pt x="26090" y="7718"/>
                      <a:pt x="26110" y="7767"/>
                      <a:pt x="26131" y="7819"/>
                    </a:cubicBezTo>
                    <a:cubicBezTo>
                      <a:pt x="26151" y="7876"/>
                      <a:pt x="26167" y="7925"/>
                      <a:pt x="26192" y="7982"/>
                    </a:cubicBezTo>
                    <a:cubicBezTo>
                      <a:pt x="26240" y="8136"/>
                      <a:pt x="26281" y="8299"/>
                      <a:pt x="26313" y="8461"/>
                    </a:cubicBezTo>
                    <a:cubicBezTo>
                      <a:pt x="26330" y="8530"/>
                      <a:pt x="26342" y="8603"/>
                      <a:pt x="26350" y="8677"/>
                    </a:cubicBezTo>
                    <a:cubicBezTo>
                      <a:pt x="26667" y="10996"/>
                      <a:pt x="26110" y="19055"/>
                      <a:pt x="30660" y="20017"/>
                    </a:cubicBezTo>
                    <a:cubicBezTo>
                      <a:pt x="30951" y="20075"/>
                      <a:pt x="31246" y="20107"/>
                      <a:pt x="31545" y="20107"/>
                    </a:cubicBezTo>
                    <a:cubicBezTo>
                      <a:pt x="31563" y="20107"/>
                      <a:pt x="31580" y="20107"/>
                      <a:pt x="31598" y="20107"/>
                    </a:cubicBezTo>
                    <a:cubicBezTo>
                      <a:pt x="31574" y="20107"/>
                      <a:pt x="31553" y="20103"/>
                      <a:pt x="31529" y="20103"/>
                    </a:cubicBezTo>
                    <a:cubicBezTo>
                      <a:pt x="28263" y="19806"/>
                      <a:pt x="27942" y="16102"/>
                      <a:pt x="28584" y="12267"/>
                    </a:cubicBezTo>
                    <a:cubicBezTo>
                      <a:pt x="29019" y="9651"/>
                      <a:pt x="28523" y="4907"/>
                      <a:pt x="24571" y="2149"/>
                    </a:cubicBezTo>
                    <a:cubicBezTo>
                      <a:pt x="24445" y="2056"/>
                      <a:pt x="24311" y="1970"/>
                      <a:pt x="24173" y="1885"/>
                    </a:cubicBezTo>
                    <a:cubicBezTo>
                      <a:pt x="22377" y="756"/>
                      <a:pt x="19920" y="17"/>
                      <a:pt x="16610" y="0"/>
                    </a:cubicBezTo>
                    <a:cubicBezTo>
                      <a:pt x="16568" y="0"/>
                      <a:pt x="16526" y="0"/>
                      <a:pt x="164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7563747" y="1007637"/>
                <a:ext cx="257544" cy="252524"/>
              </a:xfrm>
              <a:custGeom>
                <a:avLst/>
                <a:gdLst/>
                <a:ahLst/>
                <a:cxnLst/>
                <a:rect l="l" t="t" r="r" b="b"/>
                <a:pathLst>
                  <a:path w="12775" h="12526" extrusionOk="0">
                    <a:moveTo>
                      <a:pt x="7430" y="1"/>
                    </a:moveTo>
                    <a:cubicBezTo>
                      <a:pt x="5345" y="1"/>
                      <a:pt x="3125" y="1340"/>
                      <a:pt x="1808" y="3621"/>
                    </a:cubicBezTo>
                    <a:cubicBezTo>
                      <a:pt x="0" y="6757"/>
                      <a:pt x="581" y="10481"/>
                      <a:pt x="3107" y="11940"/>
                    </a:cubicBezTo>
                    <a:cubicBezTo>
                      <a:pt x="3797" y="12337"/>
                      <a:pt x="4561" y="12526"/>
                      <a:pt x="5343" y="12526"/>
                    </a:cubicBezTo>
                    <a:cubicBezTo>
                      <a:pt x="7428" y="12526"/>
                      <a:pt x="9646" y="11186"/>
                      <a:pt x="10963" y="8905"/>
                    </a:cubicBezTo>
                    <a:cubicBezTo>
                      <a:pt x="12775" y="5770"/>
                      <a:pt x="12190" y="2045"/>
                      <a:pt x="9663" y="587"/>
                    </a:cubicBezTo>
                    <a:cubicBezTo>
                      <a:pt x="8974" y="189"/>
                      <a:pt x="8212" y="1"/>
                      <a:pt x="74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7909723" y="1156362"/>
                <a:ext cx="89531" cy="87837"/>
              </a:xfrm>
              <a:custGeom>
                <a:avLst/>
                <a:gdLst/>
                <a:ahLst/>
                <a:cxnLst/>
                <a:rect l="l" t="t" r="r" b="b"/>
                <a:pathLst>
                  <a:path w="4441" h="4357" extrusionOk="0">
                    <a:moveTo>
                      <a:pt x="2584" y="1"/>
                    </a:moveTo>
                    <a:cubicBezTo>
                      <a:pt x="1859" y="1"/>
                      <a:pt x="1088" y="468"/>
                      <a:pt x="630" y="1260"/>
                    </a:cubicBezTo>
                    <a:cubicBezTo>
                      <a:pt x="1" y="2349"/>
                      <a:pt x="200" y="3645"/>
                      <a:pt x="1081" y="4152"/>
                    </a:cubicBezTo>
                    <a:cubicBezTo>
                      <a:pt x="1320" y="4291"/>
                      <a:pt x="1584" y="4356"/>
                      <a:pt x="1855" y="4356"/>
                    </a:cubicBezTo>
                    <a:cubicBezTo>
                      <a:pt x="2580" y="4356"/>
                      <a:pt x="3352" y="3889"/>
                      <a:pt x="3811" y="3096"/>
                    </a:cubicBezTo>
                    <a:cubicBezTo>
                      <a:pt x="4440" y="2008"/>
                      <a:pt x="4237" y="712"/>
                      <a:pt x="3360" y="204"/>
                    </a:cubicBezTo>
                    <a:cubicBezTo>
                      <a:pt x="3120" y="66"/>
                      <a:pt x="2855" y="1"/>
                      <a:pt x="25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7821117" y="1207752"/>
                <a:ext cx="63726" cy="62536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3102" extrusionOk="0">
                    <a:moveTo>
                      <a:pt x="1841" y="0"/>
                    </a:moveTo>
                    <a:cubicBezTo>
                      <a:pt x="1325" y="0"/>
                      <a:pt x="775" y="332"/>
                      <a:pt x="447" y="897"/>
                    </a:cubicBezTo>
                    <a:cubicBezTo>
                      <a:pt x="1" y="1673"/>
                      <a:pt x="147" y="2595"/>
                      <a:pt x="768" y="2956"/>
                    </a:cubicBezTo>
                    <a:cubicBezTo>
                      <a:pt x="939" y="3055"/>
                      <a:pt x="1128" y="3101"/>
                      <a:pt x="1321" y="3101"/>
                    </a:cubicBezTo>
                    <a:cubicBezTo>
                      <a:pt x="1838" y="3101"/>
                      <a:pt x="2389" y="2769"/>
                      <a:pt x="2714" y="2205"/>
                    </a:cubicBezTo>
                    <a:cubicBezTo>
                      <a:pt x="3161" y="1433"/>
                      <a:pt x="3015" y="507"/>
                      <a:pt x="2393" y="145"/>
                    </a:cubicBezTo>
                    <a:cubicBezTo>
                      <a:pt x="2223" y="47"/>
                      <a:pt x="2034" y="0"/>
                      <a:pt x="18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8003974" y="1219708"/>
                <a:ext cx="63746" cy="62536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3102" extrusionOk="0">
                    <a:moveTo>
                      <a:pt x="1840" y="0"/>
                    </a:moveTo>
                    <a:cubicBezTo>
                      <a:pt x="1323" y="0"/>
                      <a:pt x="773" y="332"/>
                      <a:pt x="448" y="897"/>
                    </a:cubicBezTo>
                    <a:cubicBezTo>
                      <a:pt x="1" y="1673"/>
                      <a:pt x="147" y="2595"/>
                      <a:pt x="769" y="2956"/>
                    </a:cubicBezTo>
                    <a:cubicBezTo>
                      <a:pt x="939" y="3055"/>
                      <a:pt x="1128" y="3101"/>
                      <a:pt x="1322" y="3101"/>
                    </a:cubicBezTo>
                    <a:cubicBezTo>
                      <a:pt x="1838" y="3101"/>
                      <a:pt x="2389" y="2769"/>
                      <a:pt x="2714" y="2205"/>
                    </a:cubicBezTo>
                    <a:cubicBezTo>
                      <a:pt x="3161" y="1429"/>
                      <a:pt x="3015" y="507"/>
                      <a:pt x="2393" y="145"/>
                    </a:cubicBezTo>
                    <a:cubicBezTo>
                      <a:pt x="2223" y="47"/>
                      <a:pt x="2034" y="0"/>
                      <a:pt x="18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8097660" y="1096404"/>
                <a:ext cx="257564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12776" h="12530" extrusionOk="0">
                    <a:moveTo>
                      <a:pt x="7431" y="1"/>
                    </a:moveTo>
                    <a:cubicBezTo>
                      <a:pt x="5346" y="1"/>
                      <a:pt x="3127" y="1340"/>
                      <a:pt x="1812" y="3621"/>
                    </a:cubicBezTo>
                    <a:cubicBezTo>
                      <a:pt x="1" y="6757"/>
                      <a:pt x="582" y="10482"/>
                      <a:pt x="3112" y="11944"/>
                    </a:cubicBezTo>
                    <a:cubicBezTo>
                      <a:pt x="3800" y="12341"/>
                      <a:pt x="4562" y="12529"/>
                      <a:pt x="5343" y="12529"/>
                    </a:cubicBezTo>
                    <a:cubicBezTo>
                      <a:pt x="7428" y="12529"/>
                      <a:pt x="9649" y="11187"/>
                      <a:pt x="10964" y="8906"/>
                    </a:cubicBezTo>
                    <a:cubicBezTo>
                      <a:pt x="12775" y="5770"/>
                      <a:pt x="12195" y="2045"/>
                      <a:pt x="9664" y="587"/>
                    </a:cubicBezTo>
                    <a:cubicBezTo>
                      <a:pt x="8975" y="189"/>
                      <a:pt x="8212" y="1"/>
                      <a:pt x="74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8215176" y="1123097"/>
                <a:ext cx="56186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733" extrusionOk="0">
                    <a:moveTo>
                      <a:pt x="1620" y="0"/>
                    </a:moveTo>
                    <a:cubicBezTo>
                      <a:pt x="1166" y="0"/>
                      <a:pt x="684" y="291"/>
                      <a:pt x="395" y="790"/>
                    </a:cubicBezTo>
                    <a:cubicBezTo>
                      <a:pt x="1" y="1472"/>
                      <a:pt x="126" y="2285"/>
                      <a:pt x="679" y="2606"/>
                    </a:cubicBezTo>
                    <a:cubicBezTo>
                      <a:pt x="829" y="2692"/>
                      <a:pt x="995" y="2733"/>
                      <a:pt x="1165" y="2733"/>
                    </a:cubicBezTo>
                    <a:cubicBezTo>
                      <a:pt x="1620" y="2733"/>
                      <a:pt x="2103" y="2440"/>
                      <a:pt x="2393" y="1944"/>
                    </a:cubicBezTo>
                    <a:cubicBezTo>
                      <a:pt x="2787" y="1261"/>
                      <a:pt x="2661" y="449"/>
                      <a:pt x="2109" y="128"/>
                    </a:cubicBezTo>
                    <a:cubicBezTo>
                      <a:pt x="1958" y="41"/>
                      <a:pt x="1791" y="0"/>
                      <a:pt x="16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8136892" y="1183257"/>
                <a:ext cx="56186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733" extrusionOk="0">
                    <a:moveTo>
                      <a:pt x="1619" y="0"/>
                    </a:moveTo>
                    <a:cubicBezTo>
                      <a:pt x="1165" y="0"/>
                      <a:pt x="684" y="292"/>
                      <a:pt x="398" y="788"/>
                    </a:cubicBezTo>
                    <a:cubicBezTo>
                      <a:pt x="0" y="1474"/>
                      <a:pt x="130" y="2282"/>
                      <a:pt x="679" y="2603"/>
                    </a:cubicBezTo>
                    <a:cubicBezTo>
                      <a:pt x="830" y="2691"/>
                      <a:pt x="997" y="2733"/>
                      <a:pt x="1169" y="2733"/>
                    </a:cubicBezTo>
                    <a:cubicBezTo>
                      <a:pt x="1623" y="2733"/>
                      <a:pt x="2107" y="2440"/>
                      <a:pt x="2393" y="1941"/>
                    </a:cubicBezTo>
                    <a:cubicBezTo>
                      <a:pt x="2787" y="1259"/>
                      <a:pt x="2661" y="446"/>
                      <a:pt x="2108" y="129"/>
                    </a:cubicBezTo>
                    <a:cubicBezTo>
                      <a:pt x="1957" y="42"/>
                      <a:pt x="1790" y="0"/>
                      <a:pt x="16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8178826" y="1263658"/>
                <a:ext cx="56186" cy="55117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734" extrusionOk="0">
                    <a:moveTo>
                      <a:pt x="1618" y="1"/>
                    </a:moveTo>
                    <a:cubicBezTo>
                      <a:pt x="1163" y="1"/>
                      <a:pt x="680" y="293"/>
                      <a:pt x="394" y="788"/>
                    </a:cubicBezTo>
                    <a:cubicBezTo>
                      <a:pt x="0" y="1471"/>
                      <a:pt x="126" y="2283"/>
                      <a:pt x="678" y="2604"/>
                    </a:cubicBezTo>
                    <a:cubicBezTo>
                      <a:pt x="830" y="2692"/>
                      <a:pt x="997" y="2733"/>
                      <a:pt x="1168" y="2733"/>
                    </a:cubicBezTo>
                    <a:cubicBezTo>
                      <a:pt x="1621" y="2733"/>
                      <a:pt x="2103" y="2440"/>
                      <a:pt x="2393" y="1942"/>
                    </a:cubicBezTo>
                    <a:cubicBezTo>
                      <a:pt x="2787" y="1259"/>
                      <a:pt x="2661" y="447"/>
                      <a:pt x="2108" y="130"/>
                    </a:cubicBezTo>
                    <a:cubicBezTo>
                      <a:pt x="1957" y="42"/>
                      <a:pt x="1789" y="1"/>
                      <a:pt x="1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8256525" y="1210756"/>
                <a:ext cx="56206" cy="55117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2734" extrusionOk="0">
                    <a:moveTo>
                      <a:pt x="1619" y="1"/>
                    </a:moveTo>
                    <a:cubicBezTo>
                      <a:pt x="1166" y="1"/>
                      <a:pt x="685" y="293"/>
                      <a:pt x="399" y="788"/>
                    </a:cubicBezTo>
                    <a:cubicBezTo>
                      <a:pt x="1" y="1475"/>
                      <a:pt x="131" y="2283"/>
                      <a:pt x="679" y="2604"/>
                    </a:cubicBezTo>
                    <a:cubicBezTo>
                      <a:pt x="830" y="2692"/>
                      <a:pt x="998" y="2733"/>
                      <a:pt x="1169" y="2733"/>
                    </a:cubicBezTo>
                    <a:cubicBezTo>
                      <a:pt x="1624" y="2733"/>
                      <a:pt x="2107" y="2441"/>
                      <a:pt x="2393" y="1946"/>
                    </a:cubicBezTo>
                    <a:cubicBezTo>
                      <a:pt x="2787" y="1259"/>
                      <a:pt x="2661" y="451"/>
                      <a:pt x="2109" y="130"/>
                    </a:cubicBezTo>
                    <a:cubicBezTo>
                      <a:pt x="1958" y="42"/>
                      <a:pt x="1790" y="1"/>
                      <a:pt x="16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7619431" y="1065861"/>
                <a:ext cx="155917" cy="146745"/>
              </a:xfrm>
              <a:custGeom>
                <a:avLst/>
                <a:gdLst/>
                <a:ahLst/>
                <a:cxnLst/>
                <a:rect l="l" t="t" r="r" b="b"/>
                <a:pathLst>
                  <a:path w="7734" h="7279" extrusionOk="0">
                    <a:moveTo>
                      <a:pt x="4178" y="1"/>
                    </a:moveTo>
                    <a:cubicBezTo>
                      <a:pt x="3713" y="1"/>
                      <a:pt x="3298" y="297"/>
                      <a:pt x="3152" y="741"/>
                    </a:cubicBezTo>
                    <a:cubicBezTo>
                      <a:pt x="2884" y="1545"/>
                      <a:pt x="2620" y="2467"/>
                      <a:pt x="2620" y="2467"/>
                    </a:cubicBezTo>
                    <a:lnTo>
                      <a:pt x="1198" y="2467"/>
                    </a:lnTo>
                    <a:cubicBezTo>
                      <a:pt x="687" y="2467"/>
                      <a:pt x="244" y="2829"/>
                      <a:pt x="138" y="3333"/>
                    </a:cubicBezTo>
                    <a:lnTo>
                      <a:pt x="134" y="3365"/>
                    </a:lnTo>
                    <a:cubicBezTo>
                      <a:pt x="0" y="4015"/>
                      <a:pt x="488" y="4632"/>
                      <a:pt x="1154" y="4657"/>
                    </a:cubicBezTo>
                    <a:cubicBezTo>
                      <a:pt x="1771" y="4677"/>
                      <a:pt x="2380" y="4701"/>
                      <a:pt x="2380" y="4701"/>
                    </a:cubicBezTo>
                    <a:cubicBezTo>
                      <a:pt x="2242" y="5071"/>
                      <a:pt x="2137" y="5550"/>
                      <a:pt x="2060" y="5977"/>
                    </a:cubicBezTo>
                    <a:cubicBezTo>
                      <a:pt x="1954" y="6598"/>
                      <a:pt x="2397" y="7183"/>
                      <a:pt x="3026" y="7240"/>
                    </a:cubicBezTo>
                    <a:cubicBezTo>
                      <a:pt x="3201" y="7256"/>
                      <a:pt x="3372" y="7269"/>
                      <a:pt x="3526" y="7277"/>
                    </a:cubicBezTo>
                    <a:cubicBezTo>
                      <a:pt x="3549" y="7278"/>
                      <a:pt x="3572" y="7279"/>
                      <a:pt x="3595" y="7279"/>
                    </a:cubicBezTo>
                    <a:cubicBezTo>
                      <a:pt x="4067" y="7279"/>
                      <a:pt x="4483" y="6966"/>
                      <a:pt x="4619" y="6513"/>
                    </a:cubicBezTo>
                    <a:cubicBezTo>
                      <a:pt x="4805" y="5887"/>
                      <a:pt x="5013" y="5181"/>
                      <a:pt x="5013" y="5181"/>
                    </a:cubicBezTo>
                    <a:lnTo>
                      <a:pt x="6536" y="5181"/>
                    </a:lnTo>
                    <a:cubicBezTo>
                      <a:pt x="6539" y="5181"/>
                      <a:pt x="6542" y="5181"/>
                      <a:pt x="6545" y="5181"/>
                    </a:cubicBezTo>
                    <a:cubicBezTo>
                      <a:pt x="7045" y="5181"/>
                      <a:pt x="7479" y="4837"/>
                      <a:pt x="7588" y="4348"/>
                    </a:cubicBezTo>
                    <a:cubicBezTo>
                      <a:pt x="7608" y="4246"/>
                      <a:pt x="7628" y="4145"/>
                      <a:pt x="7641" y="4043"/>
                    </a:cubicBezTo>
                    <a:cubicBezTo>
                      <a:pt x="7734" y="3446"/>
                      <a:pt x="7295" y="2898"/>
                      <a:pt x="6694" y="2825"/>
                    </a:cubicBezTo>
                    <a:cubicBezTo>
                      <a:pt x="5991" y="2740"/>
                      <a:pt x="5252" y="2707"/>
                      <a:pt x="5252" y="2707"/>
                    </a:cubicBezTo>
                    <a:lnTo>
                      <a:pt x="5614" y="1399"/>
                    </a:lnTo>
                    <a:cubicBezTo>
                      <a:pt x="5788" y="761"/>
                      <a:pt x="5358" y="120"/>
                      <a:pt x="4700" y="42"/>
                    </a:cubicBezTo>
                    <a:cubicBezTo>
                      <a:pt x="4537" y="22"/>
                      <a:pt x="4375" y="10"/>
                      <a:pt x="4225" y="2"/>
                    </a:cubicBezTo>
                    <a:cubicBezTo>
                      <a:pt x="4209" y="1"/>
                      <a:pt x="4194" y="1"/>
                      <a:pt x="41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7875652" y="1119468"/>
                <a:ext cx="58081" cy="25019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1241" extrusionOk="0">
                    <a:moveTo>
                      <a:pt x="664" y="1"/>
                    </a:moveTo>
                    <a:cubicBezTo>
                      <a:pt x="464" y="1"/>
                      <a:pt x="281" y="108"/>
                      <a:pt x="188" y="288"/>
                    </a:cubicBezTo>
                    <a:lnTo>
                      <a:pt x="180" y="300"/>
                    </a:lnTo>
                    <a:cubicBezTo>
                      <a:pt x="1" y="637"/>
                      <a:pt x="220" y="1047"/>
                      <a:pt x="598" y="1084"/>
                    </a:cubicBezTo>
                    <a:lnTo>
                      <a:pt x="2186" y="1238"/>
                    </a:lnTo>
                    <a:cubicBezTo>
                      <a:pt x="2203" y="1240"/>
                      <a:pt x="2219" y="1240"/>
                      <a:pt x="2235" y="1240"/>
                    </a:cubicBezTo>
                    <a:cubicBezTo>
                      <a:pt x="2444" y="1240"/>
                      <a:pt x="2636" y="1122"/>
                      <a:pt x="2722" y="929"/>
                    </a:cubicBezTo>
                    <a:cubicBezTo>
                      <a:pt x="2881" y="596"/>
                      <a:pt x="2661" y="206"/>
                      <a:pt x="2292" y="170"/>
                    </a:cubicBezTo>
                    <a:lnTo>
                      <a:pt x="716" y="3"/>
                    </a:lnTo>
                    <a:cubicBezTo>
                      <a:pt x="698" y="2"/>
                      <a:pt x="681" y="1"/>
                      <a:pt x="6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8015606" y="1138298"/>
                <a:ext cx="58162" cy="24938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1237" extrusionOk="0">
                    <a:moveTo>
                      <a:pt x="657" y="0"/>
                    </a:moveTo>
                    <a:cubicBezTo>
                      <a:pt x="460" y="0"/>
                      <a:pt x="280" y="110"/>
                      <a:pt x="188" y="284"/>
                    </a:cubicBezTo>
                    <a:lnTo>
                      <a:pt x="179" y="296"/>
                    </a:lnTo>
                    <a:cubicBezTo>
                      <a:pt x="1" y="633"/>
                      <a:pt x="224" y="1043"/>
                      <a:pt x="602" y="1080"/>
                    </a:cubicBezTo>
                    <a:lnTo>
                      <a:pt x="2190" y="1234"/>
                    </a:lnTo>
                    <a:cubicBezTo>
                      <a:pt x="2206" y="1236"/>
                      <a:pt x="2222" y="1237"/>
                      <a:pt x="2238" y="1237"/>
                    </a:cubicBezTo>
                    <a:cubicBezTo>
                      <a:pt x="2444" y="1237"/>
                      <a:pt x="2636" y="1118"/>
                      <a:pt x="2726" y="930"/>
                    </a:cubicBezTo>
                    <a:cubicBezTo>
                      <a:pt x="2885" y="593"/>
                      <a:pt x="2665" y="203"/>
                      <a:pt x="2296" y="166"/>
                    </a:cubicBezTo>
                    <a:lnTo>
                      <a:pt x="716" y="4"/>
                    </a:lnTo>
                    <a:cubicBezTo>
                      <a:pt x="696" y="1"/>
                      <a:pt x="676" y="0"/>
                      <a:pt x="6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7896296" y="1154387"/>
                <a:ext cx="89531" cy="87777"/>
              </a:xfrm>
              <a:custGeom>
                <a:avLst/>
                <a:gdLst/>
                <a:ahLst/>
                <a:cxnLst/>
                <a:rect l="l" t="t" r="r" b="b"/>
                <a:pathLst>
                  <a:path w="4441" h="4354" extrusionOk="0">
                    <a:moveTo>
                      <a:pt x="2583" y="0"/>
                    </a:moveTo>
                    <a:cubicBezTo>
                      <a:pt x="1859" y="0"/>
                      <a:pt x="1088" y="466"/>
                      <a:pt x="630" y="1257"/>
                    </a:cubicBezTo>
                    <a:cubicBezTo>
                      <a:pt x="0" y="2349"/>
                      <a:pt x="204" y="3641"/>
                      <a:pt x="1081" y="4149"/>
                    </a:cubicBezTo>
                    <a:cubicBezTo>
                      <a:pt x="1322" y="4288"/>
                      <a:pt x="1588" y="4353"/>
                      <a:pt x="1860" y="4353"/>
                    </a:cubicBezTo>
                    <a:cubicBezTo>
                      <a:pt x="2584" y="4353"/>
                      <a:pt x="3353" y="3888"/>
                      <a:pt x="3811" y="3097"/>
                    </a:cubicBezTo>
                    <a:cubicBezTo>
                      <a:pt x="4440" y="2004"/>
                      <a:pt x="4237" y="708"/>
                      <a:pt x="3360" y="205"/>
                    </a:cubicBezTo>
                    <a:cubicBezTo>
                      <a:pt x="3120" y="66"/>
                      <a:pt x="2855" y="0"/>
                      <a:pt x="2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7811622" y="1206361"/>
                <a:ext cx="63726" cy="62536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3102" extrusionOk="0">
                    <a:moveTo>
                      <a:pt x="1838" y="0"/>
                    </a:moveTo>
                    <a:cubicBezTo>
                      <a:pt x="1323" y="0"/>
                      <a:pt x="772" y="332"/>
                      <a:pt x="447" y="897"/>
                    </a:cubicBezTo>
                    <a:cubicBezTo>
                      <a:pt x="0" y="1672"/>
                      <a:pt x="147" y="2595"/>
                      <a:pt x="768" y="2956"/>
                    </a:cubicBezTo>
                    <a:cubicBezTo>
                      <a:pt x="939" y="3055"/>
                      <a:pt x="1127" y="3101"/>
                      <a:pt x="1320" y="3101"/>
                    </a:cubicBezTo>
                    <a:cubicBezTo>
                      <a:pt x="1836" y="3101"/>
                      <a:pt x="2386" y="2769"/>
                      <a:pt x="2714" y="2205"/>
                    </a:cubicBezTo>
                    <a:cubicBezTo>
                      <a:pt x="3161" y="1429"/>
                      <a:pt x="3014" y="507"/>
                      <a:pt x="2389" y="145"/>
                    </a:cubicBezTo>
                    <a:cubicBezTo>
                      <a:pt x="2219" y="47"/>
                      <a:pt x="2031" y="0"/>
                      <a:pt x="18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7994478" y="1218256"/>
                <a:ext cx="63726" cy="62516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3101" extrusionOk="0">
                    <a:moveTo>
                      <a:pt x="1839" y="1"/>
                    </a:moveTo>
                    <a:cubicBezTo>
                      <a:pt x="1324" y="1"/>
                      <a:pt x="773" y="331"/>
                      <a:pt x="448" y="896"/>
                    </a:cubicBezTo>
                    <a:cubicBezTo>
                      <a:pt x="1" y="1671"/>
                      <a:pt x="143" y="2594"/>
                      <a:pt x="768" y="2955"/>
                    </a:cubicBezTo>
                    <a:cubicBezTo>
                      <a:pt x="939" y="3054"/>
                      <a:pt x="1127" y="3100"/>
                      <a:pt x="1321" y="3100"/>
                    </a:cubicBezTo>
                    <a:cubicBezTo>
                      <a:pt x="1837" y="3100"/>
                      <a:pt x="2386" y="2768"/>
                      <a:pt x="2714" y="2204"/>
                    </a:cubicBezTo>
                    <a:cubicBezTo>
                      <a:pt x="3161" y="1432"/>
                      <a:pt x="3015" y="506"/>
                      <a:pt x="2389" y="144"/>
                    </a:cubicBezTo>
                    <a:cubicBezTo>
                      <a:pt x="2220" y="47"/>
                      <a:pt x="2032" y="1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24" name="Google Shape;224;p15"/>
            <p:cNvSpPr/>
            <p:nvPr/>
          </p:nvSpPr>
          <p:spPr>
            <a:xfrm>
              <a:off x="750268" y="3073129"/>
              <a:ext cx="310867" cy="281413"/>
            </a:xfrm>
            <a:custGeom>
              <a:avLst/>
              <a:gdLst/>
              <a:ahLst/>
              <a:cxnLst/>
              <a:rect l="l" t="t" r="r" b="b"/>
              <a:pathLst>
                <a:path w="15420" h="13959" extrusionOk="0">
                  <a:moveTo>
                    <a:pt x="7231" y="2778"/>
                  </a:moveTo>
                  <a:cubicBezTo>
                    <a:pt x="9563" y="5045"/>
                    <a:pt x="11061" y="8505"/>
                    <a:pt x="11061" y="8505"/>
                  </a:cubicBezTo>
                  <a:cubicBezTo>
                    <a:pt x="9110" y="9256"/>
                    <a:pt x="4543" y="10163"/>
                    <a:pt x="4384" y="10194"/>
                  </a:cubicBezTo>
                  <a:lnTo>
                    <a:pt x="4384" y="10194"/>
                  </a:lnTo>
                  <a:cubicBezTo>
                    <a:pt x="5180" y="7286"/>
                    <a:pt x="7231" y="2778"/>
                    <a:pt x="7231" y="2778"/>
                  </a:cubicBezTo>
                  <a:close/>
                  <a:moveTo>
                    <a:pt x="7522" y="0"/>
                  </a:moveTo>
                  <a:cubicBezTo>
                    <a:pt x="5645" y="0"/>
                    <a:pt x="3806" y="759"/>
                    <a:pt x="2462" y="2173"/>
                  </a:cubicBezTo>
                  <a:cubicBezTo>
                    <a:pt x="521" y="4220"/>
                    <a:pt x="1" y="7238"/>
                    <a:pt x="1146" y="9817"/>
                  </a:cubicBezTo>
                  <a:cubicBezTo>
                    <a:pt x="2271" y="12341"/>
                    <a:pt x="4772" y="13959"/>
                    <a:pt x="7520" y="13959"/>
                  </a:cubicBezTo>
                  <a:cubicBezTo>
                    <a:pt x="7581" y="13959"/>
                    <a:pt x="7641" y="13958"/>
                    <a:pt x="7702" y="13956"/>
                  </a:cubicBezTo>
                  <a:cubicBezTo>
                    <a:pt x="10525" y="13883"/>
                    <a:pt x="13027" y="12116"/>
                    <a:pt x="14039" y="9484"/>
                  </a:cubicBezTo>
                  <a:cubicBezTo>
                    <a:pt x="15420" y="5885"/>
                    <a:pt x="13624" y="1848"/>
                    <a:pt x="10026" y="467"/>
                  </a:cubicBezTo>
                  <a:cubicBezTo>
                    <a:pt x="9211" y="153"/>
                    <a:pt x="8363" y="0"/>
                    <a:pt x="7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25" name="Google Shape;225;p15"/>
            <p:cNvGrpSpPr/>
            <p:nvPr/>
          </p:nvGrpSpPr>
          <p:grpSpPr>
            <a:xfrm>
              <a:off x="281725" y="1610638"/>
              <a:ext cx="261600" cy="352550"/>
              <a:chOff x="5658788" y="2331488"/>
              <a:chExt cx="261600" cy="352550"/>
            </a:xfrm>
          </p:grpSpPr>
          <p:sp>
            <p:nvSpPr>
              <p:cNvPr id="226" name="Google Shape;226;p15"/>
              <p:cNvSpPr/>
              <p:nvPr/>
            </p:nvSpPr>
            <p:spPr>
              <a:xfrm>
                <a:off x="5714063" y="2331488"/>
                <a:ext cx="206325" cy="352550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14102" extrusionOk="0">
                    <a:moveTo>
                      <a:pt x="1412" y="1433"/>
                    </a:moveTo>
                    <a:lnTo>
                      <a:pt x="4256" y="2985"/>
                    </a:lnTo>
                    <a:lnTo>
                      <a:pt x="3224" y="5978"/>
                    </a:lnTo>
                    <a:lnTo>
                      <a:pt x="1412" y="1433"/>
                    </a:lnTo>
                    <a:close/>
                    <a:moveTo>
                      <a:pt x="3894" y="7652"/>
                    </a:moveTo>
                    <a:lnTo>
                      <a:pt x="7168" y="8460"/>
                    </a:lnTo>
                    <a:lnTo>
                      <a:pt x="5787" y="12392"/>
                    </a:lnTo>
                    <a:lnTo>
                      <a:pt x="3894" y="7652"/>
                    </a:lnTo>
                    <a:close/>
                    <a:moveTo>
                      <a:pt x="537" y="0"/>
                    </a:moveTo>
                    <a:cubicBezTo>
                      <a:pt x="246" y="0"/>
                      <a:pt x="0" y="301"/>
                      <a:pt x="125" y="612"/>
                    </a:cubicBezTo>
                    <a:lnTo>
                      <a:pt x="5397" y="13822"/>
                    </a:lnTo>
                    <a:cubicBezTo>
                      <a:pt x="5462" y="13992"/>
                      <a:pt x="5629" y="14102"/>
                      <a:pt x="5807" y="14102"/>
                    </a:cubicBezTo>
                    <a:lnTo>
                      <a:pt x="5820" y="14102"/>
                    </a:lnTo>
                    <a:cubicBezTo>
                      <a:pt x="6002" y="14098"/>
                      <a:pt x="6169" y="13980"/>
                      <a:pt x="6230" y="13805"/>
                    </a:cubicBezTo>
                    <a:lnTo>
                      <a:pt x="8167" y="8293"/>
                    </a:lnTo>
                    <a:cubicBezTo>
                      <a:pt x="8253" y="8042"/>
                      <a:pt x="8110" y="7774"/>
                      <a:pt x="7855" y="7713"/>
                    </a:cubicBezTo>
                    <a:lnTo>
                      <a:pt x="3906" y="6738"/>
                    </a:lnTo>
                    <a:lnTo>
                      <a:pt x="5218" y="2915"/>
                    </a:lnTo>
                    <a:cubicBezTo>
                      <a:pt x="5287" y="2712"/>
                      <a:pt x="5202" y="2485"/>
                      <a:pt x="5011" y="2379"/>
                    </a:cubicBezTo>
                    <a:lnTo>
                      <a:pt x="750" y="56"/>
                    </a:lnTo>
                    <a:cubicBezTo>
                      <a:pt x="680" y="17"/>
                      <a:pt x="607" y="0"/>
                      <a:pt x="5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15"/>
              <p:cNvSpPr/>
              <p:nvPr/>
            </p:nvSpPr>
            <p:spPr>
              <a:xfrm>
                <a:off x="5658788" y="2445163"/>
                <a:ext cx="151025" cy="201525"/>
              </a:xfrm>
              <a:custGeom>
                <a:avLst/>
                <a:gdLst/>
                <a:ahLst/>
                <a:cxnLst/>
                <a:rect l="l" t="t" r="r" b="b"/>
                <a:pathLst>
                  <a:path w="6041" h="8061" extrusionOk="0">
                    <a:moveTo>
                      <a:pt x="506" y="0"/>
                    </a:moveTo>
                    <a:cubicBezTo>
                      <a:pt x="331" y="0"/>
                      <a:pt x="164" y="105"/>
                      <a:pt x="94" y="278"/>
                    </a:cubicBezTo>
                    <a:cubicBezTo>
                      <a:pt x="0" y="505"/>
                      <a:pt x="110" y="765"/>
                      <a:pt x="337" y="858"/>
                    </a:cubicBezTo>
                    <a:lnTo>
                      <a:pt x="4939" y="2743"/>
                    </a:lnTo>
                    <a:lnTo>
                      <a:pt x="2827" y="7435"/>
                    </a:lnTo>
                    <a:cubicBezTo>
                      <a:pt x="2693" y="7727"/>
                      <a:pt x="2908" y="8060"/>
                      <a:pt x="3233" y="8060"/>
                    </a:cubicBezTo>
                    <a:cubicBezTo>
                      <a:pt x="3408" y="8060"/>
                      <a:pt x="3562" y="7959"/>
                      <a:pt x="3636" y="7800"/>
                    </a:cubicBezTo>
                    <a:lnTo>
                      <a:pt x="5939" y="2690"/>
                    </a:lnTo>
                    <a:cubicBezTo>
                      <a:pt x="6040" y="2459"/>
                      <a:pt x="5935" y="2191"/>
                      <a:pt x="5699" y="2093"/>
                    </a:cubicBezTo>
                    <a:lnTo>
                      <a:pt x="674" y="34"/>
                    </a:lnTo>
                    <a:cubicBezTo>
                      <a:pt x="619" y="11"/>
                      <a:pt x="562" y="0"/>
                      <a:pt x="5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0599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1" name="Google Shape;231;p16"/>
          <p:cNvGrpSpPr/>
          <p:nvPr/>
        </p:nvGrpSpPr>
        <p:grpSpPr>
          <a:xfrm flipH="1">
            <a:off x="566367" y="4270902"/>
            <a:ext cx="2178237" cy="2395777"/>
            <a:chOff x="7381585" y="3203176"/>
            <a:chExt cx="1633678" cy="1796833"/>
          </a:xfrm>
        </p:grpSpPr>
        <p:sp>
          <p:nvSpPr>
            <p:cNvPr id="232" name="Google Shape;232;p16"/>
            <p:cNvSpPr/>
            <p:nvPr/>
          </p:nvSpPr>
          <p:spPr>
            <a:xfrm>
              <a:off x="7381585" y="485638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8745474" y="320317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8755765" y="4443792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8329812" y="47065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8755774" y="36423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7836738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8462250" y="43144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39" name="Google Shape;239;p16"/>
            <p:cNvCxnSpPr>
              <a:stCxn id="232" idx="6"/>
              <a:endCxn id="237" idx="2"/>
            </p:cNvCxnSpPr>
            <p:nvPr/>
          </p:nvCxnSpPr>
          <p:spPr>
            <a:xfrm>
              <a:off x="7505485" y="4918633"/>
              <a:ext cx="331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16"/>
            <p:cNvCxnSpPr>
              <a:stCxn id="237" idx="6"/>
              <a:endCxn id="235" idx="2"/>
            </p:cNvCxnSpPr>
            <p:nvPr/>
          </p:nvCxnSpPr>
          <p:spPr>
            <a:xfrm rot="10800000" flipH="1">
              <a:off x="7936638" y="4786634"/>
              <a:ext cx="3933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16"/>
            <p:cNvCxnSpPr>
              <a:stCxn id="235" idx="7"/>
              <a:endCxn id="234" idx="3"/>
            </p:cNvCxnSpPr>
            <p:nvPr/>
          </p:nvCxnSpPr>
          <p:spPr>
            <a:xfrm rot="10800000" flipH="1">
              <a:off x="8466039" y="4580577"/>
              <a:ext cx="313200" cy="149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16"/>
            <p:cNvCxnSpPr>
              <a:stCxn id="234" idx="1"/>
              <a:endCxn id="238" idx="6"/>
            </p:cNvCxnSpPr>
            <p:nvPr/>
          </p:nvCxnSpPr>
          <p:spPr>
            <a:xfrm rot="10800000">
              <a:off x="8562238" y="4364652"/>
              <a:ext cx="216900" cy="102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16"/>
            <p:cNvCxnSpPr>
              <a:stCxn id="234" idx="0"/>
              <a:endCxn id="236" idx="4"/>
            </p:cNvCxnSpPr>
            <p:nvPr/>
          </p:nvCxnSpPr>
          <p:spPr>
            <a:xfrm rot="10800000">
              <a:off x="8835565" y="3802692"/>
              <a:ext cx="0" cy="641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16"/>
            <p:cNvCxnSpPr>
              <a:stCxn id="233" idx="4"/>
              <a:endCxn id="236" idx="0"/>
            </p:cNvCxnSpPr>
            <p:nvPr/>
          </p:nvCxnSpPr>
          <p:spPr>
            <a:xfrm>
              <a:off x="8795424" y="3303376"/>
              <a:ext cx="40200" cy="339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5" name="Google Shape;245;p16"/>
            <p:cNvSpPr/>
            <p:nvPr/>
          </p:nvSpPr>
          <p:spPr>
            <a:xfrm>
              <a:off x="8915363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46" name="Google Shape;246;p16"/>
            <p:cNvCxnSpPr>
              <a:stCxn id="234" idx="4"/>
              <a:endCxn id="245" idx="0"/>
            </p:cNvCxnSpPr>
            <p:nvPr/>
          </p:nvCxnSpPr>
          <p:spPr>
            <a:xfrm>
              <a:off x="8835565" y="4603992"/>
              <a:ext cx="129600" cy="29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16"/>
          <p:cNvGrpSpPr/>
          <p:nvPr/>
        </p:nvGrpSpPr>
        <p:grpSpPr>
          <a:xfrm flipH="1">
            <a:off x="10231586" y="5886179"/>
            <a:ext cx="1788765" cy="780500"/>
            <a:chOff x="424775" y="4414634"/>
            <a:chExt cx="1341574" cy="585375"/>
          </a:xfrm>
        </p:grpSpPr>
        <p:sp>
          <p:nvSpPr>
            <p:cNvPr id="248" name="Google Shape;248;p16"/>
            <p:cNvSpPr/>
            <p:nvPr/>
          </p:nvSpPr>
          <p:spPr>
            <a:xfrm>
              <a:off x="624565" y="47299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524675" y="44146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981875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1606749" y="48353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52" name="Google Shape;252;p16"/>
            <p:cNvCxnSpPr>
              <a:stCxn id="249" idx="4"/>
              <a:endCxn id="248" idx="1"/>
            </p:cNvCxnSpPr>
            <p:nvPr/>
          </p:nvCxnSpPr>
          <p:spPr>
            <a:xfrm>
              <a:off x="574625" y="4514834"/>
              <a:ext cx="73200" cy="23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16"/>
            <p:cNvCxnSpPr>
              <a:stCxn id="250" idx="6"/>
              <a:endCxn id="251" idx="2"/>
            </p:cNvCxnSpPr>
            <p:nvPr/>
          </p:nvCxnSpPr>
          <p:spPr>
            <a:xfrm rot="10800000" flipH="1">
              <a:off x="1081775" y="4915334"/>
              <a:ext cx="525000" cy="6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16"/>
            <p:cNvCxnSpPr>
              <a:stCxn id="250" idx="2"/>
              <a:endCxn id="248" idx="5"/>
            </p:cNvCxnSpPr>
            <p:nvPr/>
          </p:nvCxnSpPr>
          <p:spPr>
            <a:xfrm rot="10800000">
              <a:off x="760775" y="4866734"/>
              <a:ext cx="221100" cy="5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5" name="Google Shape;255;p16"/>
            <p:cNvSpPr/>
            <p:nvPr/>
          </p:nvSpPr>
          <p:spPr>
            <a:xfrm>
              <a:off x="424775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56" name="Google Shape;256;p16"/>
            <p:cNvCxnSpPr>
              <a:stCxn id="255" idx="7"/>
              <a:endCxn id="248" idx="2"/>
            </p:cNvCxnSpPr>
            <p:nvPr/>
          </p:nvCxnSpPr>
          <p:spPr>
            <a:xfrm rot="10800000" flipH="1">
              <a:off x="510045" y="4810083"/>
              <a:ext cx="114600" cy="10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7" name="Google Shape;257;p16"/>
          <p:cNvGrpSpPr/>
          <p:nvPr/>
        </p:nvGrpSpPr>
        <p:grpSpPr>
          <a:xfrm>
            <a:off x="10766901" y="5560264"/>
            <a:ext cx="1179732" cy="918793"/>
            <a:chOff x="7432381" y="878104"/>
            <a:chExt cx="1041062" cy="810795"/>
          </a:xfrm>
        </p:grpSpPr>
        <p:sp>
          <p:nvSpPr>
            <p:cNvPr id="258" name="Google Shape;258;p16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8" name="Google Shape;278;p16"/>
          <p:cNvGrpSpPr/>
          <p:nvPr/>
        </p:nvGrpSpPr>
        <p:grpSpPr>
          <a:xfrm>
            <a:off x="599879" y="5560258"/>
            <a:ext cx="1179768" cy="1034215"/>
            <a:chOff x="7245674" y="2087184"/>
            <a:chExt cx="1016340" cy="890949"/>
          </a:xfrm>
        </p:grpSpPr>
        <p:sp>
          <p:nvSpPr>
            <p:cNvPr id="279" name="Google Shape;279;p16"/>
            <p:cNvSpPr/>
            <p:nvPr/>
          </p:nvSpPr>
          <p:spPr>
            <a:xfrm>
              <a:off x="7597852" y="2543321"/>
              <a:ext cx="466946" cy="395499"/>
            </a:xfrm>
            <a:custGeom>
              <a:avLst/>
              <a:gdLst/>
              <a:ahLst/>
              <a:cxnLst/>
              <a:rect l="l" t="t" r="r" b="b"/>
              <a:pathLst>
                <a:path w="23162" h="19618" extrusionOk="0">
                  <a:moveTo>
                    <a:pt x="13823" y="1"/>
                  </a:moveTo>
                  <a:cubicBezTo>
                    <a:pt x="11183" y="1"/>
                    <a:pt x="8312" y="1035"/>
                    <a:pt x="5890" y="3082"/>
                  </a:cubicBezTo>
                  <a:cubicBezTo>
                    <a:pt x="1231" y="7026"/>
                    <a:pt x="0" y="13232"/>
                    <a:pt x="3144" y="16949"/>
                  </a:cubicBezTo>
                  <a:cubicBezTo>
                    <a:pt x="4653" y="18733"/>
                    <a:pt x="6897" y="19618"/>
                    <a:pt x="9339" y="19618"/>
                  </a:cubicBezTo>
                  <a:cubicBezTo>
                    <a:pt x="11978" y="19618"/>
                    <a:pt x="14849" y="18584"/>
                    <a:pt x="17271" y="16535"/>
                  </a:cubicBezTo>
                  <a:cubicBezTo>
                    <a:pt x="21930" y="12591"/>
                    <a:pt x="23161" y="6384"/>
                    <a:pt x="20017" y="2671"/>
                  </a:cubicBezTo>
                  <a:cubicBezTo>
                    <a:pt x="18509" y="886"/>
                    <a:pt x="16265" y="1"/>
                    <a:pt x="138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7618396" y="2556869"/>
              <a:ext cx="436484" cy="403603"/>
            </a:xfrm>
            <a:custGeom>
              <a:avLst/>
              <a:gdLst/>
              <a:ahLst/>
              <a:cxnLst/>
              <a:rect l="l" t="t" r="r" b="b"/>
              <a:pathLst>
                <a:path w="21651" h="20020" extrusionOk="0">
                  <a:moveTo>
                    <a:pt x="15598" y="1"/>
                  </a:moveTo>
                  <a:cubicBezTo>
                    <a:pt x="13783" y="1"/>
                    <a:pt x="9020" y="469"/>
                    <a:pt x="5038" y="4952"/>
                  </a:cubicBezTo>
                  <a:cubicBezTo>
                    <a:pt x="1" y="10615"/>
                    <a:pt x="2487" y="16671"/>
                    <a:pt x="2487" y="16671"/>
                  </a:cubicBezTo>
                  <a:cubicBezTo>
                    <a:pt x="2487" y="16671"/>
                    <a:pt x="4550" y="19141"/>
                    <a:pt x="7495" y="19990"/>
                  </a:cubicBezTo>
                  <a:cubicBezTo>
                    <a:pt x="7565" y="20010"/>
                    <a:pt x="7640" y="20020"/>
                    <a:pt x="7719" y="20020"/>
                  </a:cubicBezTo>
                  <a:cubicBezTo>
                    <a:pt x="10968" y="20020"/>
                    <a:pt x="21651" y="3441"/>
                    <a:pt x="21651" y="3441"/>
                  </a:cubicBezTo>
                  <a:cubicBezTo>
                    <a:pt x="21651" y="3441"/>
                    <a:pt x="18767" y="1232"/>
                    <a:pt x="16350" y="34"/>
                  </a:cubicBezTo>
                  <a:cubicBezTo>
                    <a:pt x="16350" y="34"/>
                    <a:pt x="16076" y="1"/>
                    <a:pt x="155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7443268" y="2087628"/>
              <a:ext cx="560226" cy="260528"/>
            </a:xfrm>
            <a:custGeom>
              <a:avLst/>
              <a:gdLst/>
              <a:ahLst/>
              <a:cxnLst/>
              <a:rect l="l" t="t" r="r" b="b"/>
              <a:pathLst>
                <a:path w="27789" h="12923" extrusionOk="0">
                  <a:moveTo>
                    <a:pt x="20590" y="1"/>
                  </a:moveTo>
                  <a:cubicBezTo>
                    <a:pt x="5972" y="1"/>
                    <a:pt x="1" y="12922"/>
                    <a:pt x="1" y="12922"/>
                  </a:cubicBezTo>
                  <a:lnTo>
                    <a:pt x="5554" y="12922"/>
                  </a:lnTo>
                  <a:cubicBezTo>
                    <a:pt x="10023" y="5126"/>
                    <a:pt x="15409" y="3125"/>
                    <a:pt x="19760" y="3125"/>
                  </a:cubicBezTo>
                  <a:cubicBezTo>
                    <a:pt x="24350" y="3125"/>
                    <a:pt x="27789" y="5351"/>
                    <a:pt x="27789" y="5351"/>
                  </a:cubicBezTo>
                  <a:cubicBezTo>
                    <a:pt x="27472" y="521"/>
                    <a:pt x="20741" y="1"/>
                    <a:pt x="20741" y="1"/>
                  </a:cubicBezTo>
                  <a:cubicBezTo>
                    <a:pt x="20691" y="1"/>
                    <a:pt x="20640" y="1"/>
                    <a:pt x="20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245674" y="2277018"/>
              <a:ext cx="362215" cy="425880"/>
            </a:xfrm>
            <a:custGeom>
              <a:avLst/>
              <a:gdLst/>
              <a:ahLst/>
              <a:cxnLst/>
              <a:rect l="l" t="t" r="r" b="b"/>
              <a:pathLst>
                <a:path w="17967" h="21125" extrusionOk="0">
                  <a:moveTo>
                    <a:pt x="11843" y="1"/>
                  </a:moveTo>
                  <a:cubicBezTo>
                    <a:pt x="8648" y="1"/>
                    <a:pt x="4899" y="2956"/>
                    <a:pt x="2694" y="7529"/>
                  </a:cubicBezTo>
                  <a:cubicBezTo>
                    <a:pt x="1" y="13114"/>
                    <a:pt x="630" y="19000"/>
                    <a:pt x="4107" y="20678"/>
                  </a:cubicBezTo>
                  <a:cubicBezTo>
                    <a:pt x="4735" y="20980"/>
                    <a:pt x="5414" y="21124"/>
                    <a:pt x="6119" y="21124"/>
                  </a:cubicBezTo>
                  <a:cubicBezTo>
                    <a:pt x="9314" y="21124"/>
                    <a:pt x="13067" y="18168"/>
                    <a:pt x="15273" y="13594"/>
                  </a:cubicBezTo>
                  <a:cubicBezTo>
                    <a:pt x="17966" y="8008"/>
                    <a:pt x="17333" y="2123"/>
                    <a:pt x="13860" y="449"/>
                  </a:cubicBezTo>
                  <a:cubicBezTo>
                    <a:pt x="13230" y="145"/>
                    <a:pt x="12550" y="1"/>
                    <a:pt x="118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7282689" y="2294820"/>
              <a:ext cx="362134" cy="425880"/>
            </a:xfrm>
            <a:custGeom>
              <a:avLst/>
              <a:gdLst/>
              <a:ahLst/>
              <a:cxnLst/>
              <a:rect l="l" t="t" r="r" b="b"/>
              <a:pathLst>
                <a:path w="17963" h="21125" extrusionOk="0">
                  <a:moveTo>
                    <a:pt x="11846" y="1"/>
                  </a:moveTo>
                  <a:cubicBezTo>
                    <a:pt x="8651" y="1"/>
                    <a:pt x="4900" y="2957"/>
                    <a:pt x="2694" y="7532"/>
                  </a:cubicBezTo>
                  <a:cubicBezTo>
                    <a:pt x="1" y="13117"/>
                    <a:pt x="630" y="19003"/>
                    <a:pt x="4107" y="20676"/>
                  </a:cubicBezTo>
                  <a:cubicBezTo>
                    <a:pt x="4736" y="20980"/>
                    <a:pt x="5416" y="21125"/>
                    <a:pt x="6123" y="21125"/>
                  </a:cubicBezTo>
                  <a:cubicBezTo>
                    <a:pt x="9316" y="21125"/>
                    <a:pt x="13068" y="18169"/>
                    <a:pt x="15269" y="13596"/>
                  </a:cubicBezTo>
                  <a:cubicBezTo>
                    <a:pt x="17962" y="8011"/>
                    <a:pt x="17333" y="2125"/>
                    <a:pt x="13860" y="448"/>
                  </a:cubicBezTo>
                  <a:cubicBezTo>
                    <a:pt x="13231" y="145"/>
                    <a:pt x="12552" y="1"/>
                    <a:pt x="1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7660894" y="2582675"/>
              <a:ext cx="466946" cy="395459"/>
            </a:xfrm>
            <a:custGeom>
              <a:avLst/>
              <a:gdLst/>
              <a:ahLst/>
              <a:cxnLst/>
              <a:rect l="l" t="t" r="r" b="b"/>
              <a:pathLst>
                <a:path w="23162" h="19616" extrusionOk="0">
                  <a:moveTo>
                    <a:pt x="13822" y="1"/>
                  </a:moveTo>
                  <a:cubicBezTo>
                    <a:pt x="11182" y="1"/>
                    <a:pt x="8311" y="1035"/>
                    <a:pt x="5891" y="3084"/>
                  </a:cubicBezTo>
                  <a:cubicBezTo>
                    <a:pt x="1232" y="7024"/>
                    <a:pt x="1" y="13234"/>
                    <a:pt x="3141" y="16947"/>
                  </a:cubicBezTo>
                  <a:cubicBezTo>
                    <a:pt x="4651" y="18731"/>
                    <a:pt x="6896" y="19615"/>
                    <a:pt x="9339" y="19615"/>
                  </a:cubicBezTo>
                  <a:cubicBezTo>
                    <a:pt x="11979" y="19615"/>
                    <a:pt x="14850" y="18581"/>
                    <a:pt x="17272" y="16533"/>
                  </a:cubicBezTo>
                  <a:cubicBezTo>
                    <a:pt x="21931" y="12592"/>
                    <a:pt x="23162" y="6386"/>
                    <a:pt x="20018" y="2669"/>
                  </a:cubicBezTo>
                  <a:cubicBezTo>
                    <a:pt x="18509" y="885"/>
                    <a:pt x="16264" y="1"/>
                    <a:pt x="138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7334683" y="2327662"/>
              <a:ext cx="362215" cy="425840"/>
            </a:xfrm>
            <a:custGeom>
              <a:avLst/>
              <a:gdLst/>
              <a:ahLst/>
              <a:cxnLst/>
              <a:rect l="l" t="t" r="r" b="b"/>
              <a:pathLst>
                <a:path w="17967" h="21123" extrusionOk="0">
                  <a:moveTo>
                    <a:pt x="11847" y="0"/>
                  </a:moveTo>
                  <a:cubicBezTo>
                    <a:pt x="8652" y="0"/>
                    <a:pt x="4899" y="2953"/>
                    <a:pt x="2694" y="7527"/>
                  </a:cubicBezTo>
                  <a:cubicBezTo>
                    <a:pt x="1" y="13117"/>
                    <a:pt x="635" y="19002"/>
                    <a:pt x="4107" y="20676"/>
                  </a:cubicBezTo>
                  <a:cubicBezTo>
                    <a:pt x="4736" y="20979"/>
                    <a:pt x="5415" y="21123"/>
                    <a:pt x="6121" y="21123"/>
                  </a:cubicBezTo>
                  <a:cubicBezTo>
                    <a:pt x="9318" y="21123"/>
                    <a:pt x="13071" y="18167"/>
                    <a:pt x="15274" y="13592"/>
                  </a:cubicBezTo>
                  <a:cubicBezTo>
                    <a:pt x="17967" y="8007"/>
                    <a:pt x="17333" y="2121"/>
                    <a:pt x="13860" y="448"/>
                  </a:cubicBezTo>
                  <a:cubicBezTo>
                    <a:pt x="13231" y="145"/>
                    <a:pt x="12553" y="0"/>
                    <a:pt x="11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7428957" y="2438477"/>
              <a:ext cx="173658" cy="204184"/>
            </a:xfrm>
            <a:custGeom>
              <a:avLst/>
              <a:gdLst/>
              <a:ahLst/>
              <a:cxnLst/>
              <a:rect l="l" t="t" r="r" b="b"/>
              <a:pathLst>
                <a:path w="6683" h="7857" extrusionOk="0">
                  <a:moveTo>
                    <a:pt x="4407" y="0"/>
                  </a:moveTo>
                  <a:cubicBezTo>
                    <a:pt x="3219" y="0"/>
                    <a:pt x="1823" y="1099"/>
                    <a:pt x="1004" y="2803"/>
                  </a:cubicBezTo>
                  <a:cubicBezTo>
                    <a:pt x="1" y="4878"/>
                    <a:pt x="236" y="7068"/>
                    <a:pt x="1528" y="7689"/>
                  </a:cubicBezTo>
                  <a:cubicBezTo>
                    <a:pt x="1763" y="7803"/>
                    <a:pt x="2016" y="7857"/>
                    <a:pt x="2280" y="7857"/>
                  </a:cubicBezTo>
                  <a:cubicBezTo>
                    <a:pt x="3467" y="7857"/>
                    <a:pt x="4862" y="6759"/>
                    <a:pt x="5679" y="5057"/>
                  </a:cubicBezTo>
                  <a:cubicBezTo>
                    <a:pt x="6683" y="2981"/>
                    <a:pt x="6447" y="788"/>
                    <a:pt x="5155" y="166"/>
                  </a:cubicBezTo>
                  <a:cubicBezTo>
                    <a:pt x="4922" y="54"/>
                    <a:pt x="4670" y="0"/>
                    <a:pt x="44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7741443" y="2087184"/>
              <a:ext cx="520572" cy="668022"/>
            </a:xfrm>
            <a:custGeom>
              <a:avLst/>
              <a:gdLst/>
              <a:ahLst/>
              <a:cxnLst/>
              <a:rect l="l" t="t" r="r" b="b"/>
              <a:pathLst>
                <a:path w="25822" h="33136" extrusionOk="0">
                  <a:moveTo>
                    <a:pt x="5763" y="1"/>
                  </a:moveTo>
                  <a:cubicBezTo>
                    <a:pt x="2471" y="1"/>
                    <a:pt x="0" y="921"/>
                    <a:pt x="0" y="921"/>
                  </a:cubicBezTo>
                  <a:cubicBezTo>
                    <a:pt x="1152" y="714"/>
                    <a:pt x="2240" y="615"/>
                    <a:pt x="3266" y="615"/>
                  </a:cubicBezTo>
                  <a:cubicBezTo>
                    <a:pt x="11885" y="615"/>
                    <a:pt x="16058" y="7597"/>
                    <a:pt x="15558" y="15881"/>
                  </a:cubicBezTo>
                  <a:cubicBezTo>
                    <a:pt x="14997" y="25150"/>
                    <a:pt x="9152" y="28554"/>
                    <a:pt x="9152" y="28554"/>
                  </a:cubicBezTo>
                  <a:cubicBezTo>
                    <a:pt x="10976" y="31324"/>
                    <a:pt x="10911" y="33136"/>
                    <a:pt x="10911" y="33136"/>
                  </a:cubicBezTo>
                  <a:cubicBezTo>
                    <a:pt x="10911" y="33136"/>
                    <a:pt x="25822" y="23765"/>
                    <a:pt x="19408" y="9297"/>
                  </a:cubicBezTo>
                  <a:cubicBezTo>
                    <a:pt x="16013" y="1640"/>
                    <a:pt x="10157" y="1"/>
                    <a:pt x="57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6012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1" name="Google Shape;291;p17"/>
          <p:cNvGrpSpPr/>
          <p:nvPr/>
        </p:nvGrpSpPr>
        <p:grpSpPr>
          <a:xfrm>
            <a:off x="10227049" y="132562"/>
            <a:ext cx="1702835" cy="2515533"/>
            <a:chOff x="7670287" y="99421"/>
            <a:chExt cx="1277126" cy="1886650"/>
          </a:xfrm>
        </p:grpSpPr>
        <p:sp>
          <p:nvSpPr>
            <p:cNvPr id="292" name="Google Shape;292;p17"/>
            <p:cNvSpPr/>
            <p:nvPr/>
          </p:nvSpPr>
          <p:spPr>
            <a:xfrm>
              <a:off x="8591160" y="15086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8742512" y="8575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8074038" y="994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8559263" y="2732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8847513" y="1885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8809863" y="4893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7670287" y="2432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99" name="Google Shape;299;p17"/>
            <p:cNvCxnSpPr>
              <a:stCxn id="298" idx="6"/>
              <a:endCxn id="295" idx="2"/>
            </p:cNvCxnSpPr>
            <p:nvPr/>
          </p:nvCxnSpPr>
          <p:spPr>
            <a:xfrm>
              <a:off x="7829887" y="323379"/>
              <a:ext cx="729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17"/>
            <p:cNvCxnSpPr>
              <a:stCxn id="294" idx="6"/>
              <a:endCxn id="295" idx="1"/>
            </p:cNvCxnSpPr>
            <p:nvPr/>
          </p:nvCxnSpPr>
          <p:spPr>
            <a:xfrm>
              <a:off x="8173938" y="149521"/>
              <a:ext cx="399900" cy="138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1" name="Google Shape;301;p17"/>
            <p:cNvCxnSpPr>
              <a:stCxn id="295" idx="5"/>
              <a:endCxn id="293" idx="1"/>
            </p:cNvCxnSpPr>
            <p:nvPr/>
          </p:nvCxnSpPr>
          <p:spPr>
            <a:xfrm>
              <a:off x="8644533" y="358797"/>
              <a:ext cx="121500" cy="52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2" name="Google Shape;302;p17"/>
            <p:cNvCxnSpPr>
              <a:stCxn id="297" idx="4"/>
              <a:endCxn id="293" idx="0"/>
            </p:cNvCxnSpPr>
            <p:nvPr/>
          </p:nvCxnSpPr>
          <p:spPr>
            <a:xfrm flipH="1">
              <a:off x="8822313" y="589596"/>
              <a:ext cx="37500" cy="26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17"/>
            <p:cNvCxnSpPr>
              <a:stCxn id="293" idx="4"/>
              <a:endCxn id="296" idx="0"/>
            </p:cNvCxnSpPr>
            <p:nvPr/>
          </p:nvCxnSpPr>
          <p:spPr>
            <a:xfrm>
              <a:off x="8822312" y="1017729"/>
              <a:ext cx="75300" cy="86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" name="Google Shape;304;p17"/>
            <p:cNvCxnSpPr>
              <a:stCxn id="296" idx="1"/>
              <a:endCxn id="292" idx="5"/>
            </p:cNvCxnSpPr>
            <p:nvPr/>
          </p:nvCxnSpPr>
          <p:spPr>
            <a:xfrm rot="10800000">
              <a:off x="8696843" y="1614945"/>
              <a:ext cx="165300" cy="285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5" name="Google Shape;305;p17"/>
          <p:cNvGrpSpPr/>
          <p:nvPr/>
        </p:nvGrpSpPr>
        <p:grpSpPr>
          <a:xfrm>
            <a:off x="527218" y="5755695"/>
            <a:ext cx="1855967" cy="951299"/>
            <a:chOff x="395413" y="4316771"/>
            <a:chExt cx="1391975" cy="713474"/>
          </a:xfrm>
        </p:grpSpPr>
        <p:sp>
          <p:nvSpPr>
            <p:cNvPr id="306" name="Google Shape;306;p17"/>
            <p:cNvSpPr/>
            <p:nvPr/>
          </p:nvSpPr>
          <p:spPr>
            <a:xfrm>
              <a:off x="395437" y="47455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811510" y="49057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95413" y="43167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1379685" y="47121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1687488" y="48366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11" name="Google Shape;311;p17"/>
            <p:cNvCxnSpPr>
              <a:stCxn id="308" idx="4"/>
              <a:endCxn id="306" idx="0"/>
            </p:cNvCxnSpPr>
            <p:nvPr/>
          </p:nvCxnSpPr>
          <p:spPr>
            <a:xfrm>
              <a:off x="445363" y="4416971"/>
              <a:ext cx="30000" cy="32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17"/>
            <p:cNvCxnSpPr>
              <a:stCxn id="306" idx="5"/>
              <a:endCxn id="307" idx="2"/>
            </p:cNvCxnSpPr>
            <p:nvPr/>
          </p:nvCxnSpPr>
          <p:spPr>
            <a:xfrm>
              <a:off x="531664" y="4882293"/>
              <a:ext cx="279900" cy="8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3" name="Google Shape;313;p17"/>
            <p:cNvCxnSpPr>
              <a:stCxn id="307" idx="7"/>
              <a:endCxn id="309" idx="2"/>
            </p:cNvCxnSpPr>
            <p:nvPr/>
          </p:nvCxnSpPr>
          <p:spPr>
            <a:xfrm rot="10800000" flipH="1">
              <a:off x="917265" y="4774278"/>
              <a:ext cx="462300" cy="149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17"/>
            <p:cNvCxnSpPr>
              <a:stCxn id="307" idx="6"/>
              <a:endCxn id="310" idx="2"/>
            </p:cNvCxnSpPr>
            <p:nvPr/>
          </p:nvCxnSpPr>
          <p:spPr>
            <a:xfrm rot="10800000" flipH="1">
              <a:off x="935410" y="4886695"/>
              <a:ext cx="752100" cy="81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5" name="Google Shape;315;p17"/>
          <p:cNvGrpSpPr/>
          <p:nvPr/>
        </p:nvGrpSpPr>
        <p:grpSpPr>
          <a:xfrm>
            <a:off x="824149" y="5758824"/>
            <a:ext cx="923535" cy="961309"/>
            <a:chOff x="6225649" y="692968"/>
            <a:chExt cx="692651" cy="720982"/>
          </a:xfrm>
        </p:grpSpPr>
        <p:sp>
          <p:nvSpPr>
            <p:cNvPr id="316" name="Google Shape;316;p17"/>
            <p:cNvSpPr/>
            <p:nvPr/>
          </p:nvSpPr>
          <p:spPr>
            <a:xfrm>
              <a:off x="6518159" y="785969"/>
              <a:ext cx="387354" cy="608933"/>
            </a:xfrm>
            <a:custGeom>
              <a:avLst/>
              <a:gdLst/>
              <a:ahLst/>
              <a:cxnLst/>
              <a:rect l="l" t="t" r="r" b="b"/>
              <a:pathLst>
                <a:path w="19214" h="30205" extrusionOk="0">
                  <a:moveTo>
                    <a:pt x="11247" y="0"/>
                  </a:moveTo>
                  <a:cubicBezTo>
                    <a:pt x="9308" y="0"/>
                    <a:pt x="7560" y="565"/>
                    <a:pt x="6784" y="1455"/>
                  </a:cubicBezTo>
                  <a:cubicBezTo>
                    <a:pt x="6784" y="1455"/>
                    <a:pt x="10533" y="2650"/>
                    <a:pt x="10192" y="10639"/>
                  </a:cubicBezTo>
                  <a:cubicBezTo>
                    <a:pt x="9876" y="17954"/>
                    <a:pt x="6533" y="26236"/>
                    <a:pt x="1450" y="26236"/>
                  </a:cubicBezTo>
                  <a:cubicBezTo>
                    <a:pt x="982" y="26236"/>
                    <a:pt x="498" y="26166"/>
                    <a:pt x="1" y="26018"/>
                  </a:cubicBezTo>
                  <a:lnTo>
                    <a:pt x="1" y="26018"/>
                  </a:lnTo>
                  <a:cubicBezTo>
                    <a:pt x="1" y="26018"/>
                    <a:pt x="2389" y="30205"/>
                    <a:pt x="6789" y="30205"/>
                  </a:cubicBezTo>
                  <a:cubicBezTo>
                    <a:pt x="7566" y="30205"/>
                    <a:pt x="8406" y="30074"/>
                    <a:pt x="9306" y="29767"/>
                  </a:cubicBezTo>
                  <a:cubicBezTo>
                    <a:pt x="15286" y="27728"/>
                    <a:pt x="19213" y="16785"/>
                    <a:pt x="18734" y="6378"/>
                  </a:cubicBezTo>
                  <a:cubicBezTo>
                    <a:pt x="18734" y="6378"/>
                    <a:pt x="18693" y="2735"/>
                    <a:pt x="15570" y="1037"/>
                  </a:cubicBezTo>
                  <a:cubicBezTo>
                    <a:pt x="14238" y="313"/>
                    <a:pt x="12690" y="0"/>
                    <a:pt x="1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6327359" y="692968"/>
              <a:ext cx="568895" cy="224220"/>
            </a:xfrm>
            <a:custGeom>
              <a:avLst/>
              <a:gdLst/>
              <a:ahLst/>
              <a:cxnLst/>
              <a:rect l="l" t="t" r="r" b="b"/>
              <a:pathLst>
                <a:path w="28219" h="11122" extrusionOk="0">
                  <a:moveTo>
                    <a:pt x="14171" y="1"/>
                  </a:moveTo>
                  <a:cubicBezTo>
                    <a:pt x="8861" y="1"/>
                    <a:pt x="5388" y="2090"/>
                    <a:pt x="3213" y="4273"/>
                  </a:cubicBezTo>
                  <a:cubicBezTo>
                    <a:pt x="3136" y="4350"/>
                    <a:pt x="3059" y="4431"/>
                    <a:pt x="2982" y="4509"/>
                  </a:cubicBezTo>
                  <a:cubicBezTo>
                    <a:pt x="2689" y="4813"/>
                    <a:pt x="2409" y="5134"/>
                    <a:pt x="2145" y="5467"/>
                  </a:cubicBezTo>
                  <a:cubicBezTo>
                    <a:pt x="2141" y="5475"/>
                    <a:pt x="2129" y="5487"/>
                    <a:pt x="2117" y="5496"/>
                  </a:cubicBezTo>
                  <a:cubicBezTo>
                    <a:pt x="829" y="7116"/>
                    <a:pt x="216" y="8575"/>
                    <a:pt x="53" y="9009"/>
                  </a:cubicBezTo>
                  <a:cubicBezTo>
                    <a:pt x="17" y="9090"/>
                    <a:pt x="0" y="9139"/>
                    <a:pt x="0" y="9139"/>
                  </a:cubicBezTo>
                  <a:lnTo>
                    <a:pt x="1824" y="9046"/>
                  </a:lnTo>
                  <a:lnTo>
                    <a:pt x="2238" y="9021"/>
                  </a:lnTo>
                  <a:lnTo>
                    <a:pt x="3518" y="8956"/>
                  </a:lnTo>
                  <a:lnTo>
                    <a:pt x="4724" y="8895"/>
                  </a:lnTo>
                  <a:lnTo>
                    <a:pt x="5752" y="8847"/>
                  </a:lnTo>
                  <a:lnTo>
                    <a:pt x="12649" y="8497"/>
                  </a:lnTo>
                  <a:lnTo>
                    <a:pt x="14891" y="8384"/>
                  </a:lnTo>
                  <a:cubicBezTo>
                    <a:pt x="14948" y="8225"/>
                    <a:pt x="15017" y="8071"/>
                    <a:pt x="15098" y="7925"/>
                  </a:cubicBezTo>
                  <a:cubicBezTo>
                    <a:pt x="15456" y="7258"/>
                    <a:pt x="15951" y="6674"/>
                    <a:pt x="16544" y="6206"/>
                  </a:cubicBezTo>
                  <a:cubicBezTo>
                    <a:pt x="17398" y="5549"/>
                    <a:pt x="18640" y="4997"/>
                    <a:pt x="20416" y="4997"/>
                  </a:cubicBezTo>
                  <a:cubicBezTo>
                    <a:pt x="20922" y="4997"/>
                    <a:pt x="21472" y="5042"/>
                    <a:pt x="22069" y="5142"/>
                  </a:cubicBezTo>
                  <a:cubicBezTo>
                    <a:pt x="27101" y="5995"/>
                    <a:pt x="28040" y="9960"/>
                    <a:pt x="28194" y="10955"/>
                  </a:cubicBezTo>
                  <a:cubicBezTo>
                    <a:pt x="28194" y="10967"/>
                    <a:pt x="28194" y="10983"/>
                    <a:pt x="28198" y="10995"/>
                  </a:cubicBezTo>
                  <a:cubicBezTo>
                    <a:pt x="28206" y="11048"/>
                    <a:pt x="28214" y="11089"/>
                    <a:pt x="28218" y="11121"/>
                  </a:cubicBezTo>
                  <a:cubicBezTo>
                    <a:pt x="28214" y="11077"/>
                    <a:pt x="28210" y="11004"/>
                    <a:pt x="28194" y="10902"/>
                  </a:cubicBezTo>
                  <a:cubicBezTo>
                    <a:pt x="28198" y="10898"/>
                    <a:pt x="28198" y="10890"/>
                    <a:pt x="28194" y="10886"/>
                  </a:cubicBezTo>
                  <a:cubicBezTo>
                    <a:pt x="28121" y="10276"/>
                    <a:pt x="27999" y="9675"/>
                    <a:pt x="27828" y="9086"/>
                  </a:cubicBezTo>
                  <a:lnTo>
                    <a:pt x="27820" y="9050"/>
                  </a:lnTo>
                  <a:cubicBezTo>
                    <a:pt x="27292" y="7210"/>
                    <a:pt x="26090" y="4549"/>
                    <a:pt x="23360" y="2587"/>
                  </a:cubicBezTo>
                  <a:cubicBezTo>
                    <a:pt x="21407" y="1186"/>
                    <a:pt x="18673" y="146"/>
                    <a:pt x="14851" y="12"/>
                  </a:cubicBezTo>
                  <a:cubicBezTo>
                    <a:pt x="14621" y="4"/>
                    <a:pt x="14394" y="1"/>
                    <a:pt x="1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6266091" y="778772"/>
              <a:ext cx="377536" cy="473075"/>
            </a:xfrm>
            <a:custGeom>
              <a:avLst/>
              <a:gdLst/>
              <a:ahLst/>
              <a:cxnLst/>
              <a:rect l="l" t="t" r="r" b="b"/>
              <a:pathLst>
                <a:path w="18727" h="23466" extrusionOk="0">
                  <a:moveTo>
                    <a:pt x="6577" y="1"/>
                  </a:moveTo>
                  <a:cubicBezTo>
                    <a:pt x="6469" y="1"/>
                    <a:pt x="6361" y="6"/>
                    <a:pt x="6252" y="17"/>
                  </a:cubicBezTo>
                  <a:cubicBezTo>
                    <a:pt x="6057" y="29"/>
                    <a:pt x="5862" y="62"/>
                    <a:pt x="5667" y="114"/>
                  </a:cubicBezTo>
                  <a:lnTo>
                    <a:pt x="5663" y="114"/>
                  </a:lnTo>
                  <a:cubicBezTo>
                    <a:pt x="5655" y="119"/>
                    <a:pt x="5651" y="119"/>
                    <a:pt x="5647" y="119"/>
                  </a:cubicBezTo>
                  <a:cubicBezTo>
                    <a:pt x="5452" y="184"/>
                    <a:pt x="5269" y="248"/>
                    <a:pt x="5099" y="318"/>
                  </a:cubicBezTo>
                  <a:cubicBezTo>
                    <a:pt x="5086" y="318"/>
                    <a:pt x="5074" y="322"/>
                    <a:pt x="5062" y="330"/>
                  </a:cubicBezTo>
                  <a:cubicBezTo>
                    <a:pt x="4575" y="553"/>
                    <a:pt x="4148" y="882"/>
                    <a:pt x="3811" y="1296"/>
                  </a:cubicBezTo>
                  <a:cubicBezTo>
                    <a:pt x="3681" y="1447"/>
                    <a:pt x="3567" y="1609"/>
                    <a:pt x="3474" y="1780"/>
                  </a:cubicBezTo>
                  <a:cubicBezTo>
                    <a:pt x="3356" y="1975"/>
                    <a:pt x="3263" y="2178"/>
                    <a:pt x="3194" y="2389"/>
                  </a:cubicBezTo>
                  <a:cubicBezTo>
                    <a:pt x="2893" y="3246"/>
                    <a:pt x="2617" y="4107"/>
                    <a:pt x="2373" y="4956"/>
                  </a:cubicBezTo>
                  <a:cubicBezTo>
                    <a:pt x="2203" y="5529"/>
                    <a:pt x="2048" y="6094"/>
                    <a:pt x="1906" y="6650"/>
                  </a:cubicBezTo>
                  <a:cubicBezTo>
                    <a:pt x="1756" y="7231"/>
                    <a:pt x="1618" y="7804"/>
                    <a:pt x="1488" y="8364"/>
                  </a:cubicBezTo>
                  <a:cubicBezTo>
                    <a:pt x="1240" y="9449"/>
                    <a:pt x="1029" y="10497"/>
                    <a:pt x="858" y="11496"/>
                  </a:cubicBezTo>
                  <a:cubicBezTo>
                    <a:pt x="627" y="12796"/>
                    <a:pt x="452" y="14010"/>
                    <a:pt x="318" y="15103"/>
                  </a:cubicBezTo>
                  <a:cubicBezTo>
                    <a:pt x="216" y="15936"/>
                    <a:pt x="139" y="16703"/>
                    <a:pt x="86" y="17378"/>
                  </a:cubicBezTo>
                  <a:cubicBezTo>
                    <a:pt x="58" y="17678"/>
                    <a:pt x="33" y="17958"/>
                    <a:pt x="17" y="18222"/>
                  </a:cubicBezTo>
                  <a:cubicBezTo>
                    <a:pt x="1" y="18466"/>
                    <a:pt x="9" y="18714"/>
                    <a:pt x="46" y="18958"/>
                  </a:cubicBezTo>
                  <a:cubicBezTo>
                    <a:pt x="224" y="20298"/>
                    <a:pt x="1155" y="21415"/>
                    <a:pt x="2434" y="21838"/>
                  </a:cubicBezTo>
                  <a:cubicBezTo>
                    <a:pt x="5651" y="22898"/>
                    <a:pt x="9526" y="23308"/>
                    <a:pt x="12081" y="23462"/>
                  </a:cubicBezTo>
                  <a:cubicBezTo>
                    <a:pt x="12103" y="23464"/>
                    <a:pt x="12126" y="23465"/>
                    <a:pt x="12148" y="23465"/>
                  </a:cubicBezTo>
                  <a:cubicBezTo>
                    <a:pt x="12169" y="23465"/>
                    <a:pt x="12191" y="23464"/>
                    <a:pt x="12211" y="23462"/>
                  </a:cubicBezTo>
                  <a:cubicBezTo>
                    <a:pt x="12253" y="23464"/>
                    <a:pt x="12294" y="23465"/>
                    <a:pt x="12336" y="23465"/>
                  </a:cubicBezTo>
                  <a:cubicBezTo>
                    <a:pt x="12596" y="23465"/>
                    <a:pt x="12857" y="23432"/>
                    <a:pt x="13109" y="23373"/>
                  </a:cubicBezTo>
                  <a:cubicBezTo>
                    <a:pt x="13653" y="23251"/>
                    <a:pt x="14161" y="23003"/>
                    <a:pt x="14591" y="22646"/>
                  </a:cubicBezTo>
                  <a:cubicBezTo>
                    <a:pt x="14648" y="22597"/>
                    <a:pt x="14709" y="22548"/>
                    <a:pt x="14762" y="22492"/>
                  </a:cubicBezTo>
                  <a:cubicBezTo>
                    <a:pt x="15221" y="22061"/>
                    <a:pt x="15554" y="21517"/>
                    <a:pt x="15733" y="20911"/>
                  </a:cubicBezTo>
                  <a:cubicBezTo>
                    <a:pt x="16224" y="19205"/>
                    <a:pt x="16659" y="17382"/>
                    <a:pt x="17037" y="15570"/>
                  </a:cubicBezTo>
                  <a:cubicBezTo>
                    <a:pt x="17215" y="14725"/>
                    <a:pt x="17374" y="13888"/>
                    <a:pt x="17524" y="13064"/>
                  </a:cubicBezTo>
                  <a:cubicBezTo>
                    <a:pt x="17630" y="12503"/>
                    <a:pt x="17723" y="11943"/>
                    <a:pt x="17817" y="11407"/>
                  </a:cubicBezTo>
                  <a:cubicBezTo>
                    <a:pt x="18174" y="9302"/>
                    <a:pt x="18442" y="7393"/>
                    <a:pt x="18625" y="5964"/>
                  </a:cubicBezTo>
                  <a:cubicBezTo>
                    <a:pt x="18726" y="5163"/>
                    <a:pt x="18556" y="4355"/>
                    <a:pt x="18137" y="3669"/>
                  </a:cubicBezTo>
                  <a:cubicBezTo>
                    <a:pt x="17727" y="2994"/>
                    <a:pt x="17110" y="2474"/>
                    <a:pt x="16379" y="2186"/>
                  </a:cubicBezTo>
                  <a:cubicBezTo>
                    <a:pt x="12329" y="598"/>
                    <a:pt x="8933" y="119"/>
                    <a:pt x="6740" y="5"/>
                  </a:cubicBezTo>
                  <a:cubicBezTo>
                    <a:pt x="6686" y="2"/>
                    <a:pt x="6631" y="1"/>
                    <a:pt x="6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6285264" y="1228518"/>
              <a:ext cx="425598" cy="185432"/>
            </a:xfrm>
            <a:custGeom>
              <a:avLst/>
              <a:gdLst/>
              <a:ahLst/>
              <a:cxnLst/>
              <a:rect l="l" t="t" r="r" b="b"/>
              <a:pathLst>
                <a:path w="21111" h="9198" extrusionOk="0">
                  <a:moveTo>
                    <a:pt x="0" y="1"/>
                  </a:moveTo>
                  <a:cubicBezTo>
                    <a:pt x="208" y="3445"/>
                    <a:pt x="3031" y="7670"/>
                    <a:pt x="9509" y="8856"/>
                  </a:cubicBezTo>
                  <a:cubicBezTo>
                    <a:pt x="10760" y="9082"/>
                    <a:pt x="12030" y="9197"/>
                    <a:pt x="13301" y="9197"/>
                  </a:cubicBezTo>
                  <a:cubicBezTo>
                    <a:pt x="13693" y="9197"/>
                    <a:pt x="14085" y="9186"/>
                    <a:pt x="14477" y="9164"/>
                  </a:cubicBezTo>
                  <a:cubicBezTo>
                    <a:pt x="18417" y="8957"/>
                    <a:pt x="21110" y="7751"/>
                    <a:pt x="21110" y="7751"/>
                  </a:cubicBezTo>
                  <a:lnTo>
                    <a:pt x="21110" y="7751"/>
                  </a:lnTo>
                  <a:cubicBezTo>
                    <a:pt x="21110" y="7751"/>
                    <a:pt x="20538" y="7941"/>
                    <a:pt x="19530" y="7941"/>
                  </a:cubicBezTo>
                  <a:cubicBezTo>
                    <a:pt x="18405" y="7941"/>
                    <a:pt x="16736" y="7704"/>
                    <a:pt x="14713" y="6699"/>
                  </a:cubicBezTo>
                  <a:cubicBezTo>
                    <a:pt x="12787" y="5748"/>
                    <a:pt x="12036" y="4351"/>
                    <a:pt x="11772" y="3197"/>
                  </a:cubicBezTo>
                  <a:cubicBezTo>
                    <a:pt x="11500" y="2052"/>
                    <a:pt x="11707" y="1146"/>
                    <a:pt x="11707" y="1146"/>
                  </a:cubicBezTo>
                  <a:lnTo>
                    <a:pt x="11707" y="1146"/>
                  </a:lnTo>
                  <a:cubicBezTo>
                    <a:pt x="10790" y="1439"/>
                    <a:pt x="9729" y="1554"/>
                    <a:pt x="8629" y="1554"/>
                  </a:cubicBezTo>
                  <a:cubicBezTo>
                    <a:pt x="4586" y="155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6308106" y="780989"/>
              <a:ext cx="98038" cy="43183"/>
            </a:xfrm>
            <a:custGeom>
              <a:avLst/>
              <a:gdLst/>
              <a:ahLst/>
              <a:cxnLst/>
              <a:rect l="l" t="t" r="r" b="b"/>
              <a:pathLst>
                <a:path w="4863" h="2142" extrusionOk="0">
                  <a:moveTo>
                    <a:pt x="3579" y="0"/>
                  </a:moveTo>
                  <a:cubicBezTo>
                    <a:pt x="3575" y="4"/>
                    <a:pt x="3567" y="4"/>
                    <a:pt x="3563" y="9"/>
                  </a:cubicBezTo>
                  <a:cubicBezTo>
                    <a:pt x="3368" y="69"/>
                    <a:pt x="3185" y="138"/>
                    <a:pt x="3015" y="203"/>
                  </a:cubicBezTo>
                  <a:cubicBezTo>
                    <a:pt x="3002" y="208"/>
                    <a:pt x="2990" y="212"/>
                    <a:pt x="2978" y="220"/>
                  </a:cubicBezTo>
                  <a:cubicBezTo>
                    <a:pt x="521" y="1146"/>
                    <a:pt x="54" y="2015"/>
                    <a:pt x="9" y="2129"/>
                  </a:cubicBezTo>
                  <a:cubicBezTo>
                    <a:pt x="1" y="2133"/>
                    <a:pt x="1" y="2133"/>
                    <a:pt x="1" y="2141"/>
                  </a:cubicBezTo>
                  <a:lnTo>
                    <a:pt x="1386" y="1678"/>
                  </a:lnTo>
                  <a:lnTo>
                    <a:pt x="3019" y="1130"/>
                  </a:lnTo>
                  <a:lnTo>
                    <a:pt x="3100" y="1101"/>
                  </a:lnTo>
                  <a:lnTo>
                    <a:pt x="4863" y="508"/>
                  </a:lnTo>
                  <a:lnTo>
                    <a:pt x="3941" y="14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6496869" y="1232207"/>
              <a:ext cx="66931" cy="40723"/>
            </a:xfrm>
            <a:custGeom>
              <a:avLst/>
              <a:gdLst/>
              <a:ahLst/>
              <a:cxnLst/>
              <a:rect l="l" t="t" r="r" b="b"/>
              <a:pathLst>
                <a:path w="3320" h="2020" extrusionOk="0">
                  <a:moveTo>
                    <a:pt x="3319" y="1"/>
                  </a:moveTo>
                  <a:lnTo>
                    <a:pt x="1390" y="122"/>
                  </a:lnTo>
                  <a:lnTo>
                    <a:pt x="0" y="2019"/>
                  </a:lnTo>
                  <a:cubicBezTo>
                    <a:pt x="0" y="2019"/>
                    <a:pt x="1288" y="1889"/>
                    <a:pt x="33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6225649" y="803166"/>
              <a:ext cx="377516" cy="473316"/>
            </a:xfrm>
            <a:custGeom>
              <a:avLst/>
              <a:gdLst/>
              <a:ahLst/>
              <a:cxnLst/>
              <a:rect l="l" t="t" r="r" b="b"/>
              <a:pathLst>
                <a:path w="18726" h="23478" extrusionOk="0">
                  <a:moveTo>
                    <a:pt x="6607" y="1"/>
                  </a:moveTo>
                  <a:cubicBezTo>
                    <a:pt x="6341" y="1"/>
                    <a:pt x="6076" y="31"/>
                    <a:pt x="5817" y="91"/>
                  </a:cubicBezTo>
                  <a:cubicBezTo>
                    <a:pt x="5167" y="233"/>
                    <a:pt x="4570" y="562"/>
                    <a:pt x="4099" y="1029"/>
                  </a:cubicBezTo>
                  <a:cubicBezTo>
                    <a:pt x="4091" y="1033"/>
                    <a:pt x="4091" y="1033"/>
                    <a:pt x="4091" y="1041"/>
                  </a:cubicBezTo>
                  <a:cubicBezTo>
                    <a:pt x="3709" y="1419"/>
                    <a:pt x="3416" y="1882"/>
                    <a:pt x="3238" y="2394"/>
                  </a:cubicBezTo>
                  <a:cubicBezTo>
                    <a:pt x="3018" y="3019"/>
                    <a:pt x="2811" y="3649"/>
                    <a:pt x="2624" y="4274"/>
                  </a:cubicBezTo>
                  <a:cubicBezTo>
                    <a:pt x="2446" y="4851"/>
                    <a:pt x="2283" y="5416"/>
                    <a:pt x="2125" y="5980"/>
                  </a:cubicBezTo>
                  <a:cubicBezTo>
                    <a:pt x="2080" y="6135"/>
                    <a:pt x="2044" y="6281"/>
                    <a:pt x="2007" y="6435"/>
                  </a:cubicBezTo>
                  <a:cubicBezTo>
                    <a:pt x="1601" y="7967"/>
                    <a:pt x="1280" y="9441"/>
                    <a:pt x="1020" y="10838"/>
                  </a:cubicBezTo>
                  <a:cubicBezTo>
                    <a:pt x="776" y="12134"/>
                    <a:pt x="589" y="13349"/>
                    <a:pt x="447" y="14458"/>
                  </a:cubicBezTo>
                  <a:cubicBezTo>
                    <a:pt x="338" y="15278"/>
                    <a:pt x="252" y="16042"/>
                    <a:pt x="191" y="16736"/>
                  </a:cubicBezTo>
                  <a:cubicBezTo>
                    <a:pt x="130" y="17281"/>
                    <a:pt x="94" y="17780"/>
                    <a:pt x="61" y="18227"/>
                  </a:cubicBezTo>
                  <a:cubicBezTo>
                    <a:pt x="61" y="18268"/>
                    <a:pt x="61" y="18308"/>
                    <a:pt x="61" y="18345"/>
                  </a:cubicBezTo>
                  <a:cubicBezTo>
                    <a:pt x="0" y="19921"/>
                    <a:pt x="987" y="21347"/>
                    <a:pt x="2482" y="21842"/>
                  </a:cubicBezTo>
                  <a:cubicBezTo>
                    <a:pt x="2677" y="21907"/>
                    <a:pt x="2876" y="21972"/>
                    <a:pt x="3079" y="22025"/>
                  </a:cubicBezTo>
                  <a:cubicBezTo>
                    <a:pt x="6170" y="22947"/>
                    <a:pt x="9733" y="23321"/>
                    <a:pt x="12133" y="23471"/>
                  </a:cubicBezTo>
                  <a:cubicBezTo>
                    <a:pt x="12204" y="23475"/>
                    <a:pt x="12274" y="23477"/>
                    <a:pt x="12344" y="23477"/>
                  </a:cubicBezTo>
                  <a:cubicBezTo>
                    <a:pt x="13165" y="23477"/>
                    <a:pt x="13963" y="23195"/>
                    <a:pt x="14603" y="22675"/>
                  </a:cubicBezTo>
                  <a:cubicBezTo>
                    <a:pt x="14790" y="22524"/>
                    <a:pt x="14964" y="22350"/>
                    <a:pt x="15115" y="22163"/>
                  </a:cubicBezTo>
                  <a:cubicBezTo>
                    <a:pt x="15318" y="21919"/>
                    <a:pt x="15484" y="21647"/>
                    <a:pt x="15610" y="21355"/>
                  </a:cubicBezTo>
                  <a:cubicBezTo>
                    <a:pt x="15679" y="21212"/>
                    <a:pt x="15736" y="21062"/>
                    <a:pt x="15777" y="20912"/>
                  </a:cubicBezTo>
                  <a:cubicBezTo>
                    <a:pt x="16500" y="18422"/>
                    <a:pt x="17097" y="15672"/>
                    <a:pt x="17568" y="13089"/>
                  </a:cubicBezTo>
                  <a:lnTo>
                    <a:pt x="17848" y="11496"/>
                  </a:lnTo>
                  <a:cubicBezTo>
                    <a:pt x="17893" y="11232"/>
                    <a:pt x="17934" y="10972"/>
                    <a:pt x="17978" y="10716"/>
                  </a:cubicBezTo>
                  <a:cubicBezTo>
                    <a:pt x="18068" y="10168"/>
                    <a:pt x="18153" y="9628"/>
                    <a:pt x="18230" y="9116"/>
                  </a:cubicBezTo>
                  <a:lnTo>
                    <a:pt x="18230" y="9108"/>
                  </a:lnTo>
                  <a:cubicBezTo>
                    <a:pt x="18413" y="7922"/>
                    <a:pt x="18559" y="6850"/>
                    <a:pt x="18673" y="5960"/>
                  </a:cubicBezTo>
                  <a:cubicBezTo>
                    <a:pt x="18685" y="5838"/>
                    <a:pt x="18697" y="5716"/>
                    <a:pt x="18697" y="5594"/>
                  </a:cubicBezTo>
                  <a:cubicBezTo>
                    <a:pt x="18726" y="4640"/>
                    <a:pt x="18360" y="3714"/>
                    <a:pt x="17694" y="3031"/>
                  </a:cubicBezTo>
                  <a:cubicBezTo>
                    <a:pt x="17337" y="2662"/>
                    <a:pt x="16906" y="2373"/>
                    <a:pt x="16423" y="2191"/>
                  </a:cubicBezTo>
                  <a:cubicBezTo>
                    <a:pt x="16175" y="2093"/>
                    <a:pt x="15931" y="1996"/>
                    <a:pt x="15688" y="1910"/>
                  </a:cubicBezTo>
                  <a:cubicBezTo>
                    <a:pt x="14839" y="1597"/>
                    <a:pt x="14026" y="1338"/>
                    <a:pt x="13250" y="1118"/>
                  </a:cubicBezTo>
                  <a:cubicBezTo>
                    <a:pt x="10801" y="420"/>
                    <a:pt x="8717" y="135"/>
                    <a:pt x="7162" y="30"/>
                  </a:cubicBezTo>
                  <a:lnTo>
                    <a:pt x="7109" y="30"/>
                  </a:lnTo>
                  <a:cubicBezTo>
                    <a:pt x="6999" y="17"/>
                    <a:pt x="6889" y="9"/>
                    <a:pt x="6784" y="5"/>
                  </a:cubicBezTo>
                  <a:cubicBezTo>
                    <a:pt x="6725" y="2"/>
                    <a:pt x="6666" y="1"/>
                    <a:pt x="6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6268470" y="825706"/>
              <a:ext cx="273450" cy="98038"/>
            </a:xfrm>
            <a:custGeom>
              <a:avLst/>
              <a:gdLst/>
              <a:ahLst/>
              <a:cxnLst/>
              <a:rect l="l" t="t" r="r" b="b"/>
              <a:pathLst>
                <a:path w="13564" h="4863" extrusionOk="0">
                  <a:moveTo>
                    <a:pt x="11126" y="0"/>
                  </a:moveTo>
                  <a:lnTo>
                    <a:pt x="5310" y="1727"/>
                  </a:lnTo>
                  <a:lnTo>
                    <a:pt x="4879" y="1856"/>
                  </a:lnTo>
                  <a:lnTo>
                    <a:pt x="4855" y="1861"/>
                  </a:lnTo>
                  <a:lnTo>
                    <a:pt x="4103" y="2088"/>
                  </a:lnTo>
                  <a:lnTo>
                    <a:pt x="2974" y="2425"/>
                  </a:lnTo>
                  <a:lnTo>
                    <a:pt x="2255" y="2632"/>
                  </a:lnTo>
                  <a:lnTo>
                    <a:pt x="500" y="3156"/>
                  </a:lnTo>
                  <a:cubicBezTo>
                    <a:pt x="322" y="3733"/>
                    <a:pt x="159" y="4302"/>
                    <a:pt x="1" y="4862"/>
                  </a:cubicBezTo>
                  <a:lnTo>
                    <a:pt x="1784" y="4326"/>
                  </a:lnTo>
                  <a:lnTo>
                    <a:pt x="4526" y="3506"/>
                  </a:lnTo>
                  <a:lnTo>
                    <a:pt x="4964" y="3376"/>
                  </a:lnTo>
                  <a:lnTo>
                    <a:pt x="7154" y="2722"/>
                  </a:lnTo>
                  <a:lnTo>
                    <a:pt x="7592" y="2588"/>
                  </a:lnTo>
                  <a:lnTo>
                    <a:pt x="8673" y="2263"/>
                  </a:lnTo>
                  <a:lnTo>
                    <a:pt x="13564" y="796"/>
                  </a:lnTo>
                  <a:cubicBezTo>
                    <a:pt x="12715" y="484"/>
                    <a:pt x="11902" y="220"/>
                    <a:pt x="11126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6226879" y="1034934"/>
              <a:ext cx="358606" cy="138076"/>
            </a:xfrm>
            <a:custGeom>
              <a:avLst/>
              <a:gdLst/>
              <a:ahLst/>
              <a:cxnLst/>
              <a:rect l="l" t="t" r="r" b="b"/>
              <a:pathLst>
                <a:path w="17788" h="6849" extrusionOk="0">
                  <a:moveTo>
                    <a:pt x="17787" y="0"/>
                  </a:moveTo>
                  <a:lnTo>
                    <a:pt x="130" y="5240"/>
                  </a:lnTo>
                  <a:lnTo>
                    <a:pt x="0" y="6849"/>
                  </a:lnTo>
                  <a:lnTo>
                    <a:pt x="0" y="6849"/>
                  </a:lnTo>
                  <a:lnTo>
                    <a:pt x="17503" y="15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6234661" y="915945"/>
              <a:ext cx="367940" cy="178698"/>
            </a:xfrm>
            <a:custGeom>
              <a:avLst/>
              <a:gdLst/>
              <a:ahLst/>
              <a:cxnLst/>
              <a:rect l="l" t="t" r="r" b="b"/>
              <a:pathLst>
                <a:path w="18251" h="8864" extrusionOk="0">
                  <a:moveTo>
                    <a:pt x="18250" y="0"/>
                  </a:moveTo>
                  <a:lnTo>
                    <a:pt x="573" y="5244"/>
                  </a:lnTo>
                  <a:cubicBezTo>
                    <a:pt x="329" y="6540"/>
                    <a:pt x="142" y="7759"/>
                    <a:pt x="0" y="8864"/>
                  </a:cubicBezTo>
                  <a:lnTo>
                    <a:pt x="17783" y="3522"/>
                  </a:lnTo>
                  <a:lnTo>
                    <a:pt x="17783" y="3518"/>
                  </a:lnTo>
                  <a:cubicBezTo>
                    <a:pt x="17966" y="2328"/>
                    <a:pt x="18112" y="1256"/>
                    <a:pt x="18226" y="370"/>
                  </a:cubicBezTo>
                  <a:cubicBezTo>
                    <a:pt x="18238" y="248"/>
                    <a:pt x="18246" y="126"/>
                    <a:pt x="18250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6306150" y="934493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6" y="0"/>
                  </a:moveTo>
                  <a:cubicBezTo>
                    <a:pt x="1121" y="0"/>
                    <a:pt x="788" y="184"/>
                    <a:pt x="675" y="470"/>
                  </a:cubicBezTo>
                  <a:cubicBezTo>
                    <a:pt x="142" y="1814"/>
                    <a:pt x="25" y="3134"/>
                    <a:pt x="8" y="3853"/>
                  </a:cubicBezTo>
                  <a:cubicBezTo>
                    <a:pt x="0" y="4198"/>
                    <a:pt x="301" y="4540"/>
                    <a:pt x="744" y="4670"/>
                  </a:cubicBezTo>
                  <a:cubicBezTo>
                    <a:pt x="1666" y="4946"/>
                    <a:pt x="2770" y="5092"/>
                    <a:pt x="3494" y="5161"/>
                  </a:cubicBezTo>
                  <a:cubicBezTo>
                    <a:pt x="3537" y="5165"/>
                    <a:pt x="3580" y="5167"/>
                    <a:pt x="3622" y="5167"/>
                  </a:cubicBezTo>
                  <a:cubicBezTo>
                    <a:pt x="4038" y="5167"/>
                    <a:pt x="4389" y="4971"/>
                    <a:pt x="4489" y="4661"/>
                  </a:cubicBezTo>
                  <a:cubicBezTo>
                    <a:pt x="4834" y="3569"/>
                    <a:pt x="5013" y="2216"/>
                    <a:pt x="5090" y="1465"/>
                  </a:cubicBezTo>
                  <a:cubicBezTo>
                    <a:pt x="5126" y="1120"/>
                    <a:pt x="4838" y="770"/>
                    <a:pt x="4399" y="616"/>
                  </a:cubicBezTo>
                  <a:cubicBezTo>
                    <a:pt x="3510" y="303"/>
                    <a:pt x="2584" y="96"/>
                    <a:pt x="1645" y="7"/>
                  </a:cubicBezTo>
                  <a:cubicBezTo>
                    <a:pt x="1602" y="2"/>
                    <a:pt x="1558" y="0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6433968" y="958747"/>
              <a:ext cx="103380" cy="104247"/>
            </a:xfrm>
            <a:custGeom>
              <a:avLst/>
              <a:gdLst/>
              <a:ahLst/>
              <a:cxnLst/>
              <a:rect l="l" t="t" r="r" b="b"/>
              <a:pathLst>
                <a:path w="5128" h="5171" extrusionOk="0">
                  <a:moveTo>
                    <a:pt x="1527" y="0"/>
                  </a:moveTo>
                  <a:cubicBezTo>
                    <a:pt x="1130" y="0"/>
                    <a:pt x="790" y="185"/>
                    <a:pt x="675" y="473"/>
                  </a:cubicBezTo>
                  <a:cubicBezTo>
                    <a:pt x="143" y="1813"/>
                    <a:pt x="29" y="3138"/>
                    <a:pt x="9" y="3852"/>
                  </a:cubicBezTo>
                  <a:cubicBezTo>
                    <a:pt x="1" y="4202"/>
                    <a:pt x="306" y="4539"/>
                    <a:pt x="744" y="4673"/>
                  </a:cubicBezTo>
                  <a:cubicBezTo>
                    <a:pt x="1670" y="4949"/>
                    <a:pt x="2771" y="5091"/>
                    <a:pt x="3498" y="5164"/>
                  </a:cubicBezTo>
                  <a:cubicBezTo>
                    <a:pt x="3541" y="5169"/>
                    <a:pt x="3583" y="5171"/>
                    <a:pt x="3625" y="5171"/>
                  </a:cubicBezTo>
                  <a:cubicBezTo>
                    <a:pt x="4041" y="5171"/>
                    <a:pt x="4390" y="4971"/>
                    <a:pt x="4489" y="4665"/>
                  </a:cubicBezTo>
                  <a:cubicBezTo>
                    <a:pt x="4839" y="3572"/>
                    <a:pt x="5013" y="2220"/>
                    <a:pt x="5090" y="1468"/>
                  </a:cubicBezTo>
                  <a:cubicBezTo>
                    <a:pt x="5127" y="1119"/>
                    <a:pt x="4843" y="774"/>
                    <a:pt x="4400" y="619"/>
                  </a:cubicBezTo>
                  <a:cubicBezTo>
                    <a:pt x="3510" y="306"/>
                    <a:pt x="2584" y="99"/>
                    <a:pt x="1646" y="6"/>
                  </a:cubicBezTo>
                  <a:cubicBezTo>
                    <a:pt x="1606" y="2"/>
                    <a:pt x="1566" y="0"/>
                    <a:pt x="1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6284276" y="1065518"/>
              <a:ext cx="103360" cy="104207"/>
            </a:xfrm>
            <a:custGeom>
              <a:avLst/>
              <a:gdLst/>
              <a:ahLst/>
              <a:cxnLst/>
              <a:rect l="l" t="t" r="r" b="b"/>
              <a:pathLst>
                <a:path w="5127" h="5169" extrusionOk="0">
                  <a:moveTo>
                    <a:pt x="1516" y="0"/>
                  </a:moveTo>
                  <a:cubicBezTo>
                    <a:pt x="1121" y="0"/>
                    <a:pt x="789" y="184"/>
                    <a:pt x="675" y="470"/>
                  </a:cubicBezTo>
                  <a:cubicBezTo>
                    <a:pt x="143" y="1814"/>
                    <a:pt x="29" y="3134"/>
                    <a:pt x="9" y="3853"/>
                  </a:cubicBezTo>
                  <a:cubicBezTo>
                    <a:pt x="1" y="4203"/>
                    <a:pt x="301" y="4540"/>
                    <a:pt x="748" y="4670"/>
                  </a:cubicBezTo>
                  <a:cubicBezTo>
                    <a:pt x="1670" y="4946"/>
                    <a:pt x="2771" y="5092"/>
                    <a:pt x="3498" y="5161"/>
                  </a:cubicBezTo>
                  <a:cubicBezTo>
                    <a:pt x="3544" y="5166"/>
                    <a:pt x="3589" y="5168"/>
                    <a:pt x="3634" y="5168"/>
                  </a:cubicBezTo>
                  <a:cubicBezTo>
                    <a:pt x="4047" y="5168"/>
                    <a:pt x="4394" y="4969"/>
                    <a:pt x="4489" y="4662"/>
                  </a:cubicBezTo>
                  <a:cubicBezTo>
                    <a:pt x="4838" y="3569"/>
                    <a:pt x="5017" y="2216"/>
                    <a:pt x="5090" y="1469"/>
                  </a:cubicBezTo>
                  <a:cubicBezTo>
                    <a:pt x="5127" y="1120"/>
                    <a:pt x="4843" y="770"/>
                    <a:pt x="4404" y="616"/>
                  </a:cubicBezTo>
                  <a:cubicBezTo>
                    <a:pt x="3510" y="303"/>
                    <a:pt x="2584" y="100"/>
                    <a:pt x="1646" y="7"/>
                  </a:cubicBezTo>
                  <a:cubicBezTo>
                    <a:pt x="1602" y="2"/>
                    <a:pt x="1559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6412114" y="1089832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7" y="1"/>
                  </a:moveTo>
                  <a:cubicBezTo>
                    <a:pt x="1125" y="1"/>
                    <a:pt x="792" y="184"/>
                    <a:pt x="679" y="470"/>
                  </a:cubicBezTo>
                  <a:cubicBezTo>
                    <a:pt x="143" y="1815"/>
                    <a:pt x="29" y="3135"/>
                    <a:pt x="8" y="3854"/>
                  </a:cubicBezTo>
                  <a:cubicBezTo>
                    <a:pt x="0" y="4199"/>
                    <a:pt x="305" y="4540"/>
                    <a:pt x="748" y="4670"/>
                  </a:cubicBezTo>
                  <a:cubicBezTo>
                    <a:pt x="1670" y="4946"/>
                    <a:pt x="2771" y="5092"/>
                    <a:pt x="3498" y="5162"/>
                  </a:cubicBezTo>
                  <a:cubicBezTo>
                    <a:pt x="3541" y="5166"/>
                    <a:pt x="3584" y="5168"/>
                    <a:pt x="3626" y="5168"/>
                  </a:cubicBezTo>
                  <a:cubicBezTo>
                    <a:pt x="4043" y="5168"/>
                    <a:pt x="4393" y="4972"/>
                    <a:pt x="4489" y="4662"/>
                  </a:cubicBezTo>
                  <a:cubicBezTo>
                    <a:pt x="4838" y="3569"/>
                    <a:pt x="5017" y="2217"/>
                    <a:pt x="5090" y="1465"/>
                  </a:cubicBezTo>
                  <a:cubicBezTo>
                    <a:pt x="5127" y="1120"/>
                    <a:pt x="4842" y="771"/>
                    <a:pt x="4403" y="616"/>
                  </a:cubicBezTo>
                  <a:cubicBezTo>
                    <a:pt x="3510" y="304"/>
                    <a:pt x="2584" y="100"/>
                    <a:pt x="1645" y="7"/>
                  </a:cubicBezTo>
                  <a:cubicBezTo>
                    <a:pt x="1602" y="3"/>
                    <a:pt x="1559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6578439" y="1034511"/>
              <a:ext cx="35965" cy="59069"/>
            </a:xfrm>
            <a:custGeom>
              <a:avLst/>
              <a:gdLst/>
              <a:ahLst/>
              <a:cxnLst/>
              <a:rect l="l" t="t" r="r" b="b"/>
              <a:pathLst>
                <a:path w="1784" h="2930" extrusionOk="0">
                  <a:moveTo>
                    <a:pt x="1119" y="1"/>
                  </a:moveTo>
                  <a:cubicBezTo>
                    <a:pt x="738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5" y="2922"/>
                  </a:cubicBezTo>
                  <a:cubicBezTo>
                    <a:pt x="610" y="2927"/>
                    <a:pt x="635" y="2929"/>
                    <a:pt x="661" y="2929"/>
                  </a:cubicBezTo>
                  <a:cubicBezTo>
                    <a:pt x="1040" y="2929"/>
                    <a:pt x="1457" y="2372"/>
                    <a:pt x="1613" y="1618"/>
                  </a:cubicBezTo>
                  <a:cubicBezTo>
                    <a:pt x="1783" y="813"/>
                    <a:pt x="1596" y="90"/>
                    <a:pt x="1198" y="9"/>
                  </a:cubicBezTo>
                  <a:cubicBezTo>
                    <a:pt x="1172" y="4"/>
                    <a:pt x="1146" y="1"/>
                    <a:pt x="11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6673657" y="1296137"/>
              <a:ext cx="27216" cy="22922"/>
            </a:xfrm>
            <a:custGeom>
              <a:avLst/>
              <a:gdLst/>
              <a:ahLst/>
              <a:cxnLst/>
              <a:rect l="l" t="t" r="r" b="b"/>
              <a:pathLst>
                <a:path w="1350" h="1137" extrusionOk="0">
                  <a:moveTo>
                    <a:pt x="723" y="1"/>
                  </a:moveTo>
                  <a:cubicBezTo>
                    <a:pt x="292" y="1"/>
                    <a:pt x="0" y="493"/>
                    <a:pt x="253" y="879"/>
                  </a:cubicBezTo>
                  <a:cubicBezTo>
                    <a:pt x="369" y="1055"/>
                    <a:pt x="549" y="1136"/>
                    <a:pt x="727" y="1136"/>
                  </a:cubicBezTo>
                  <a:cubicBezTo>
                    <a:pt x="978" y="1136"/>
                    <a:pt x="1225" y="974"/>
                    <a:pt x="1285" y="684"/>
                  </a:cubicBezTo>
                  <a:cubicBezTo>
                    <a:pt x="1350" y="380"/>
                    <a:pt x="1155" y="79"/>
                    <a:pt x="846" y="14"/>
                  </a:cubicBezTo>
                  <a:cubicBezTo>
                    <a:pt x="804" y="5"/>
                    <a:pt x="76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6732526" y="1214849"/>
              <a:ext cx="27236" cy="22922"/>
            </a:xfrm>
            <a:custGeom>
              <a:avLst/>
              <a:gdLst/>
              <a:ahLst/>
              <a:cxnLst/>
              <a:rect l="l" t="t" r="r" b="b"/>
              <a:pathLst>
                <a:path w="1351" h="1137" extrusionOk="0">
                  <a:moveTo>
                    <a:pt x="726" y="0"/>
                  </a:moveTo>
                  <a:cubicBezTo>
                    <a:pt x="294" y="0"/>
                    <a:pt x="0" y="490"/>
                    <a:pt x="253" y="878"/>
                  </a:cubicBezTo>
                  <a:cubicBezTo>
                    <a:pt x="368" y="1055"/>
                    <a:pt x="547" y="1137"/>
                    <a:pt x="725" y="1137"/>
                  </a:cubicBezTo>
                  <a:cubicBezTo>
                    <a:pt x="976" y="1137"/>
                    <a:pt x="1223" y="974"/>
                    <a:pt x="1285" y="687"/>
                  </a:cubicBezTo>
                  <a:cubicBezTo>
                    <a:pt x="1350" y="378"/>
                    <a:pt x="1151" y="78"/>
                    <a:pt x="847" y="13"/>
                  </a:cubicBezTo>
                  <a:cubicBezTo>
                    <a:pt x="806" y="4"/>
                    <a:pt x="765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6763795" y="1121404"/>
              <a:ext cx="27236" cy="22962"/>
            </a:xfrm>
            <a:custGeom>
              <a:avLst/>
              <a:gdLst/>
              <a:ahLst/>
              <a:cxnLst/>
              <a:rect l="l" t="t" r="r" b="b"/>
              <a:pathLst>
                <a:path w="1351" h="1139" extrusionOk="0">
                  <a:moveTo>
                    <a:pt x="727" y="1"/>
                  </a:moveTo>
                  <a:cubicBezTo>
                    <a:pt x="294" y="1"/>
                    <a:pt x="1" y="491"/>
                    <a:pt x="254" y="878"/>
                  </a:cubicBezTo>
                  <a:cubicBezTo>
                    <a:pt x="369" y="1056"/>
                    <a:pt x="549" y="1138"/>
                    <a:pt x="727" y="1138"/>
                  </a:cubicBezTo>
                  <a:cubicBezTo>
                    <a:pt x="977" y="1138"/>
                    <a:pt x="1224" y="976"/>
                    <a:pt x="1286" y="687"/>
                  </a:cubicBezTo>
                  <a:cubicBezTo>
                    <a:pt x="1351" y="379"/>
                    <a:pt x="1152" y="78"/>
                    <a:pt x="847" y="13"/>
                  </a:cubicBezTo>
                  <a:cubicBezTo>
                    <a:pt x="806" y="5"/>
                    <a:pt x="766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6782484" y="1032535"/>
              <a:ext cx="27135" cy="22902"/>
            </a:xfrm>
            <a:custGeom>
              <a:avLst/>
              <a:gdLst/>
              <a:ahLst/>
              <a:cxnLst/>
              <a:rect l="l" t="t" r="r" b="b"/>
              <a:pathLst>
                <a:path w="1346" h="1136" extrusionOk="0">
                  <a:moveTo>
                    <a:pt x="722" y="0"/>
                  </a:moveTo>
                  <a:cubicBezTo>
                    <a:pt x="292" y="0"/>
                    <a:pt x="1" y="489"/>
                    <a:pt x="253" y="879"/>
                  </a:cubicBezTo>
                  <a:cubicBezTo>
                    <a:pt x="368" y="1054"/>
                    <a:pt x="547" y="1136"/>
                    <a:pt x="725" y="1136"/>
                  </a:cubicBezTo>
                  <a:cubicBezTo>
                    <a:pt x="975" y="1136"/>
                    <a:pt x="1223" y="974"/>
                    <a:pt x="1285" y="684"/>
                  </a:cubicBezTo>
                  <a:cubicBezTo>
                    <a:pt x="1346" y="375"/>
                    <a:pt x="1151" y="75"/>
                    <a:pt x="846" y="14"/>
                  </a:cubicBezTo>
                  <a:cubicBezTo>
                    <a:pt x="804" y="5"/>
                    <a:pt x="762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6699382" y="921349"/>
              <a:ext cx="218917" cy="84813"/>
            </a:xfrm>
            <a:custGeom>
              <a:avLst/>
              <a:gdLst/>
              <a:ahLst/>
              <a:cxnLst/>
              <a:rect l="l" t="t" r="r" b="b"/>
              <a:pathLst>
                <a:path w="10859" h="4207" extrusionOk="0">
                  <a:moveTo>
                    <a:pt x="1185" y="0"/>
                  </a:moveTo>
                  <a:cubicBezTo>
                    <a:pt x="655" y="0"/>
                    <a:pt x="194" y="381"/>
                    <a:pt x="98" y="910"/>
                  </a:cubicBezTo>
                  <a:cubicBezTo>
                    <a:pt x="1" y="1410"/>
                    <a:pt x="25" y="1926"/>
                    <a:pt x="167" y="2413"/>
                  </a:cubicBezTo>
                  <a:cubicBezTo>
                    <a:pt x="289" y="2795"/>
                    <a:pt x="618" y="3079"/>
                    <a:pt x="1016" y="3148"/>
                  </a:cubicBezTo>
                  <a:cubicBezTo>
                    <a:pt x="3157" y="3526"/>
                    <a:pt x="7747" y="4022"/>
                    <a:pt x="9485" y="4201"/>
                  </a:cubicBezTo>
                  <a:cubicBezTo>
                    <a:pt x="9524" y="4205"/>
                    <a:pt x="9562" y="4207"/>
                    <a:pt x="9600" y="4207"/>
                  </a:cubicBezTo>
                  <a:cubicBezTo>
                    <a:pt x="10052" y="4207"/>
                    <a:pt x="10462" y="3924"/>
                    <a:pt x="10627" y="3494"/>
                  </a:cubicBezTo>
                  <a:cubicBezTo>
                    <a:pt x="10793" y="3035"/>
                    <a:pt x="10858" y="2543"/>
                    <a:pt x="10821" y="2052"/>
                  </a:cubicBezTo>
                  <a:cubicBezTo>
                    <a:pt x="10777" y="1556"/>
                    <a:pt x="10407" y="1154"/>
                    <a:pt x="9916" y="1073"/>
                  </a:cubicBezTo>
                  <a:cubicBezTo>
                    <a:pt x="6914" y="545"/>
                    <a:pt x="2994" y="159"/>
                    <a:pt x="1280" y="5"/>
                  </a:cubicBezTo>
                  <a:cubicBezTo>
                    <a:pt x="1248" y="2"/>
                    <a:pt x="1217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6588922" y="1036729"/>
              <a:ext cx="35965" cy="59049"/>
            </a:xfrm>
            <a:custGeom>
              <a:avLst/>
              <a:gdLst/>
              <a:ahLst/>
              <a:cxnLst/>
              <a:rect l="l" t="t" r="r" b="b"/>
              <a:pathLst>
                <a:path w="1784" h="2929" extrusionOk="0">
                  <a:moveTo>
                    <a:pt x="1120" y="1"/>
                  </a:moveTo>
                  <a:cubicBezTo>
                    <a:pt x="741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9" y="2921"/>
                  </a:cubicBezTo>
                  <a:cubicBezTo>
                    <a:pt x="614" y="2926"/>
                    <a:pt x="639" y="2929"/>
                    <a:pt x="664" y="2929"/>
                  </a:cubicBezTo>
                  <a:cubicBezTo>
                    <a:pt x="1043" y="2929"/>
                    <a:pt x="1456" y="2367"/>
                    <a:pt x="1613" y="1613"/>
                  </a:cubicBezTo>
                  <a:cubicBezTo>
                    <a:pt x="1783" y="813"/>
                    <a:pt x="1596" y="94"/>
                    <a:pt x="1198" y="9"/>
                  </a:cubicBezTo>
                  <a:cubicBezTo>
                    <a:pt x="1172" y="3"/>
                    <a:pt x="1146" y="1"/>
                    <a:pt x="1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7" name="Google Shape;337;p17"/>
          <p:cNvGrpSpPr/>
          <p:nvPr/>
        </p:nvGrpSpPr>
        <p:grpSpPr>
          <a:xfrm>
            <a:off x="478965" y="5116899"/>
            <a:ext cx="384143" cy="323699"/>
            <a:chOff x="7220211" y="1901524"/>
            <a:chExt cx="288107" cy="242774"/>
          </a:xfrm>
        </p:grpSpPr>
        <p:sp>
          <p:nvSpPr>
            <p:cNvPr id="338" name="Google Shape;338;p17"/>
            <p:cNvSpPr/>
            <p:nvPr/>
          </p:nvSpPr>
          <p:spPr>
            <a:xfrm>
              <a:off x="7311518" y="2086398"/>
              <a:ext cx="64290" cy="57900"/>
            </a:xfrm>
            <a:custGeom>
              <a:avLst/>
              <a:gdLst/>
              <a:ahLst/>
              <a:cxnLst/>
              <a:rect l="l" t="t" r="r" b="b"/>
              <a:pathLst>
                <a:path w="3189" h="2872" extrusionOk="0">
                  <a:moveTo>
                    <a:pt x="1596" y="0"/>
                  </a:moveTo>
                  <a:cubicBezTo>
                    <a:pt x="1205" y="0"/>
                    <a:pt x="815" y="159"/>
                    <a:pt x="532" y="473"/>
                  </a:cubicBezTo>
                  <a:cubicBezTo>
                    <a:pt x="0" y="1057"/>
                    <a:pt x="45" y="1963"/>
                    <a:pt x="630" y="2499"/>
                  </a:cubicBezTo>
                  <a:cubicBezTo>
                    <a:pt x="904" y="2749"/>
                    <a:pt x="1249" y="2871"/>
                    <a:pt x="1593" y="2871"/>
                  </a:cubicBezTo>
                  <a:cubicBezTo>
                    <a:pt x="1984" y="2871"/>
                    <a:pt x="2374" y="2713"/>
                    <a:pt x="2657" y="2402"/>
                  </a:cubicBezTo>
                  <a:cubicBezTo>
                    <a:pt x="3189" y="1813"/>
                    <a:pt x="3144" y="907"/>
                    <a:pt x="2559" y="375"/>
                  </a:cubicBezTo>
                  <a:cubicBezTo>
                    <a:pt x="2285" y="124"/>
                    <a:pt x="1940" y="0"/>
                    <a:pt x="15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7273112" y="2029585"/>
              <a:ext cx="151099" cy="64149"/>
            </a:xfrm>
            <a:custGeom>
              <a:avLst/>
              <a:gdLst/>
              <a:ahLst/>
              <a:cxnLst/>
              <a:rect l="l" t="t" r="r" b="b"/>
              <a:pathLst>
                <a:path w="7495" h="3182" extrusionOk="0">
                  <a:moveTo>
                    <a:pt x="3479" y="1"/>
                  </a:moveTo>
                  <a:cubicBezTo>
                    <a:pt x="1063" y="1"/>
                    <a:pt x="198" y="1554"/>
                    <a:pt x="163" y="1621"/>
                  </a:cubicBezTo>
                  <a:cubicBezTo>
                    <a:pt x="0" y="1922"/>
                    <a:pt x="110" y="2299"/>
                    <a:pt x="407" y="2462"/>
                  </a:cubicBezTo>
                  <a:cubicBezTo>
                    <a:pt x="503" y="2515"/>
                    <a:pt x="608" y="2541"/>
                    <a:pt x="712" y="2541"/>
                  </a:cubicBezTo>
                  <a:cubicBezTo>
                    <a:pt x="931" y="2541"/>
                    <a:pt x="1144" y="2428"/>
                    <a:pt x="1260" y="2226"/>
                  </a:cubicBezTo>
                  <a:cubicBezTo>
                    <a:pt x="1287" y="2187"/>
                    <a:pt x="1848" y="1257"/>
                    <a:pt x="3484" y="1257"/>
                  </a:cubicBezTo>
                  <a:cubicBezTo>
                    <a:pt x="3537" y="1257"/>
                    <a:pt x="3592" y="1258"/>
                    <a:pt x="3648" y="1260"/>
                  </a:cubicBezTo>
                  <a:cubicBezTo>
                    <a:pt x="5581" y="1325"/>
                    <a:pt x="6183" y="2726"/>
                    <a:pt x="6203" y="2783"/>
                  </a:cubicBezTo>
                  <a:cubicBezTo>
                    <a:pt x="6297" y="3027"/>
                    <a:pt x="6532" y="3181"/>
                    <a:pt x="6787" y="3181"/>
                  </a:cubicBezTo>
                  <a:cubicBezTo>
                    <a:pt x="6829" y="3181"/>
                    <a:pt x="6871" y="3177"/>
                    <a:pt x="6914" y="3169"/>
                  </a:cubicBezTo>
                  <a:cubicBezTo>
                    <a:pt x="6946" y="3161"/>
                    <a:pt x="6983" y="3148"/>
                    <a:pt x="7015" y="3136"/>
                  </a:cubicBezTo>
                  <a:cubicBezTo>
                    <a:pt x="7336" y="3010"/>
                    <a:pt x="7495" y="2649"/>
                    <a:pt x="7369" y="2324"/>
                  </a:cubicBezTo>
                  <a:cubicBezTo>
                    <a:pt x="7336" y="2234"/>
                    <a:pt x="6471" y="102"/>
                    <a:pt x="3689" y="4"/>
                  </a:cubicBezTo>
                  <a:cubicBezTo>
                    <a:pt x="3617" y="2"/>
                    <a:pt x="3547" y="1"/>
                    <a:pt x="34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7247387" y="1966643"/>
              <a:ext cx="225469" cy="87615"/>
            </a:xfrm>
            <a:custGeom>
              <a:avLst/>
              <a:gdLst/>
              <a:ahLst/>
              <a:cxnLst/>
              <a:rect l="l" t="t" r="r" b="b"/>
              <a:pathLst>
                <a:path w="11184" h="4346" extrusionOk="0">
                  <a:moveTo>
                    <a:pt x="5159" y="1"/>
                  </a:moveTo>
                  <a:cubicBezTo>
                    <a:pt x="1509" y="1"/>
                    <a:pt x="223" y="2305"/>
                    <a:pt x="167" y="2403"/>
                  </a:cubicBezTo>
                  <a:cubicBezTo>
                    <a:pt x="1" y="2708"/>
                    <a:pt x="115" y="3090"/>
                    <a:pt x="419" y="3256"/>
                  </a:cubicBezTo>
                  <a:cubicBezTo>
                    <a:pt x="515" y="3308"/>
                    <a:pt x="617" y="3333"/>
                    <a:pt x="718" y="3333"/>
                  </a:cubicBezTo>
                  <a:cubicBezTo>
                    <a:pt x="939" y="3333"/>
                    <a:pt x="1154" y="3214"/>
                    <a:pt x="1268" y="3005"/>
                  </a:cubicBezTo>
                  <a:cubicBezTo>
                    <a:pt x="1312" y="2934"/>
                    <a:pt x="2292" y="1253"/>
                    <a:pt x="5169" y="1253"/>
                  </a:cubicBezTo>
                  <a:cubicBezTo>
                    <a:pt x="5258" y="1253"/>
                    <a:pt x="5348" y="1255"/>
                    <a:pt x="5440" y="1258"/>
                  </a:cubicBezTo>
                  <a:cubicBezTo>
                    <a:pt x="8815" y="1376"/>
                    <a:pt x="9847" y="3845"/>
                    <a:pt x="9888" y="3947"/>
                  </a:cubicBezTo>
                  <a:cubicBezTo>
                    <a:pt x="9982" y="4191"/>
                    <a:pt x="10217" y="4346"/>
                    <a:pt x="10472" y="4346"/>
                  </a:cubicBezTo>
                  <a:cubicBezTo>
                    <a:pt x="10514" y="4346"/>
                    <a:pt x="10556" y="4341"/>
                    <a:pt x="10598" y="4333"/>
                  </a:cubicBezTo>
                  <a:cubicBezTo>
                    <a:pt x="10635" y="4325"/>
                    <a:pt x="10667" y="4317"/>
                    <a:pt x="10700" y="4304"/>
                  </a:cubicBezTo>
                  <a:cubicBezTo>
                    <a:pt x="11025" y="4174"/>
                    <a:pt x="11183" y="3813"/>
                    <a:pt x="11057" y="3492"/>
                  </a:cubicBezTo>
                  <a:cubicBezTo>
                    <a:pt x="11005" y="3358"/>
                    <a:pt x="9705" y="153"/>
                    <a:pt x="5484" y="7"/>
                  </a:cubicBezTo>
                  <a:cubicBezTo>
                    <a:pt x="5374" y="3"/>
                    <a:pt x="5266" y="1"/>
                    <a:pt x="51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7220211" y="1901524"/>
              <a:ext cx="288107" cy="107533"/>
            </a:xfrm>
            <a:custGeom>
              <a:avLst/>
              <a:gdLst/>
              <a:ahLst/>
              <a:cxnLst/>
              <a:rect l="l" t="t" r="r" b="b"/>
              <a:pathLst>
                <a:path w="14291" h="5334" extrusionOk="0">
                  <a:moveTo>
                    <a:pt x="6590" y="1"/>
                  </a:moveTo>
                  <a:cubicBezTo>
                    <a:pt x="1881" y="1"/>
                    <a:pt x="238" y="2940"/>
                    <a:pt x="167" y="3070"/>
                  </a:cubicBezTo>
                  <a:cubicBezTo>
                    <a:pt x="0" y="3371"/>
                    <a:pt x="114" y="3753"/>
                    <a:pt x="419" y="3919"/>
                  </a:cubicBezTo>
                  <a:cubicBezTo>
                    <a:pt x="514" y="3971"/>
                    <a:pt x="617" y="3996"/>
                    <a:pt x="718" y="3996"/>
                  </a:cubicBezTo>
                  <a:cubicBezTo>
                    <a:pt x="941" y="3996"/>
                    <a:pt x="1156" y="3877"/>
                    <a:pt x="1268" y="3667"/>
                  </a:cubicBezTo>
                  <a:cubicBezTo>
                    <a:pt x="1327" y="3569"/>
                    <a:pt x="2665" y="1256"/>
                    <a:pt x="6592" y="1256"/>
                  </a:cubicBezTo>
                  <a:cubicBezTo>
                    <a:pt x="6709" y="1256"/>
                    <a:pt x="6828" y="1259"/>
                    <a:pt x="6950" y="1263"/>
                  </a:cubicBezTo>
                  <a:cubicBezTo>
                    <a:pt x="11540" y="1425"/>
                    <a:pt x="12938" y="4793"/>
                    <a:pt x="12994" y="4935"/>
                  </a:cubicBezTo>
                  <a:cubicBezTo>
                    <a:pt x="13089" y="5179"/>
                    <a:pt x="13324" y="5333"/>
                    <a:pt x="13579" y="5333"/>
                  </a:cubicBezTo>
                  <a:cubicBezTo>
                    <a:pt x="13621" y="5333"/>
                    <a:pt x="13663" y="5329"/>
                    <a:pt x="13705" y="5321"/>
                  </a:cubicBezTo>
                  <a:cubicBezTo>
                    <a:pt x="13742" y="5313"/>
                    <a:pt x="13774" y="5304"/>
                    <a:pt x="13807" y="5288"/>
                  </a:cubicBezTo>
                  <a:cubicBezTo>
                    <a:pt x="14132" y="5162"/>
                    <a:pt x="14290" y="4801"/>
                    <a:pt x="14164" y="4476"/>
                  </a:cubicBezTo>
                  <a:cubicBezTo>
                    <a:pt x="14095" y="4305"/>
                    <a:pt x="12434" y="199"/>
                    <a:pt x="6995" y="8"/>
                  </a:cubicBezTo>
                  <a:cubicBezTo>
                    <a:pt x="6858" y="3"/>
                    <a:pt x="6723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2" name="Google Shape;342;p17"/>
          <p:cNvSpPr/>
          <p:nvPr/>
        </p:nvSpPr>
        <p:spPr>
          <a:xfrm>
            <a:off x="11469525" y="2797156"/>
            <a:ext cx="414489" cy="375217"/>
          </a:xfrm>
          <a:custGeom>
            <a:avLst/>
            <a:gdLst/>
            <a:ahLst/>
            <a:cxnLst/>
            <a:rect l="l" t="t" r="r" b="b"/>
            <a:pathLst>
              <a:path w="15420" h="13959" extrusionOk="0">
                <a:moveTo>
                  <a:pt x="7231" y="2778"/>
                </a:moveTo>
                <a:cubicBezTo>
                  <a:pt x="9563" y="5045"/>
                  <a:pt x="11061" y="8505"/>
                  <a:pt x="11061" y="8505"/>
                </a:cubicBezTo>
                <a:cubicBezTo>
                  <a:pt x="9110" y="9256"/>
                  <a:pt x="4543" y="10163"/>
                  <a:pt x="4384" y="10194"/>
                </a:cubicBezTo>
                <a:lnTo>
                  <a:pt x="4384" y="10194"/>
                </a:lnTo>
                <a:cubicBezTo>
                  <a:pt x="5180" y="7286"/>
                  <a:pt x="7231" y="2778"/>
                  <a:pt x="7231" y="2778"/>
                </a:cubicBezTo>
                <a:close/>
                <a:moveTo>
                  <a:pt x="7522" y="0"/>
                </a:moveTo>
                <a:cubicBezTo>
                  <a:pt x="5645" y="0"/>
                  <a:pt x="3806" y="759"/>
                  <a:pt x="2462" y="2173"/>
                </a:cubicBezTo>
                <a:cubicBezTo>
                  <a:pt x="521" y="4220"/>
                  <a:pt x="1" y="7238"/>
                  <a:pt x="1146" y="9817"/>
                </a:cubicBezTo>
                <a:cubicBezTo>
                  <a:pt x="2271" y="12341"/>
                  <a:pt x="4772" y="13959"/>
                  <a:pt x="7520" y="13959"/>
                </a:cubicBezTo>
                <a:cubicBezTo>
                  <a:pt x="7581" y="13959"/>
                  <a:pt x="7641" y="13958"/>
                  <a:pt x="7702" y="13956"/>
                </a:cubicBezTo>
                <a:cubicBezTo>
                  <a:pt x="10525" y="13883"/>
                  <a:pt x="13027" y="12116"/>
                  <a:pt x="14039" y="9484"/>
                </a:cubicBezTo>
                <a:cubicBezTo>
                  <a:pt x="15420" y="5885"/>
                  <a:pt x="13624" y="1848"/>
                  <a:pt x="10026" y="467"/>
                </a:cubicBezTo>
                <a:cubicBezTo>
                  <a:pt x="9211" y="153"/>
                  <a:pt x="8363" y="0"/>
                  <a:pt x="75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43" name="Google Shape;343;p17"/>
          <p:cNvGrpSpPr/>
          <p:nvPr/>
        </p:nvGrpSpPr>
        <p:grpSpPr>
          <a:xfrm>
            <a:off x="11122127" y="820148"/>
            <a:ext cx="1069888" cy="1009419"/>
            <a:chOff x="7846958" y="3861161"/>
            <a:chExt cx="802416" cy="757064"/>
          </a:xfrm>
        </p:grpSpPr>
        <p:sp>
          <p:nvSpPr>
            <p:cNvPr id="344" name="Google Shape;344;p17"/>
            <p:cNvSpPr/>
            <p:nvPr/>
          </p:nvSpPr>
          <p:spPr>
            <a:xfrm rot="-947265">
              <a:off x="8107240" y="3929401"/>
              <a:ext cx="302452" cy="614751"/>
            </a:xfrm>
            <a:custGeom>
              <a:avLst/>
              <a:gdLst/>
              <a:ahLst/>
              <a:cxnLst/>
              <a:rect l="l" t="t" r="r" b="b"/>
              <a:pathLst>
                <a:path w="7065" h="14360" extrusionOk="0">
                  <a:moveTo>
                    <a:pt x="4749" y="1"/>
                  </a:moveTo>
                  <a:cubicBezTo>
                    <a:pt x="4460" y="1"/>
                    <a:pt x="4184" y="27"/>
                    <a:pt x="3951" y="95"/>
                  </a:cubicBezTo>
                  <a:cubicBezTo>
                    <a:pt x="2860" y="409"/>
                    <a:pt x="0" y="12670"/>
                    <a:pt x="377" y="14131"/>
                  </a:cubicBezTo>
                  <a:cubicBezTo>
                    <a:pt x="377" y="14131"/>
                    <a:pt x="1432" y="14359"/>
                    <a:pt x="2234" y="14359"/>
                  </a:cubicBezTo>
                  <a:cubicBezTo>
                    <a:pt x="2384" y="14359"/>
                    <a:pt x="2525" y="14352"/>
                    <a:pt x="2648" y="14333"/>
                  </a:cubicBezTo>
                  <a:cubicBezTo>
                    <a:pt x="3435" y="14216"/>
                    <a:pt x="7064" y="358"/>
                    <a:pt x="7064" y="358"/>
                  </a:cubicBezTo>
                  <a:cubicBezTo>
                    <a:pt x="7064" y="358"/>
                    <a:pt x="5813" y="1"/>
                    <a:pt x="4749" y="1"/>
                  </a:cubicBezTo>
                  <a:close/>
                </a:path>
              </a:pathLst>
            </a:custGeom>
            <a:solidFill>
              <a:srgbClr val="AFA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17"/>
            <p:cNvSpPr/>
            <p:nvPr/>
          </p:nvSpPr>
          <p:spPr>
            <a:xfrm rot="-947265">
              <a:off x="7918356" y="3943573"/>
              <a:ext cx="587010" cy="606232"/>
            </a:xfrm>
            <a:custGeom>
              <a:avLst/>
              <a:gdLst/>
              <a:ahLst/>
              <a:cxnLst/>
              <a:rect l="l" t="t" r="r" b="b"/>
              <a:pathLst>
                <a:path w="13712" h="14161" extrusionOk="0">
                  <a:moveTo>
                    <a:pt x="8920" y="0"/>
                  </a:moveTo>
                  <a:cubicBezTo>
                    <a:pt x="8448" y="0"/>
                    <a:pt x="7974" y="157"/>
                    <a:pt x="7581" y="479"/>
                  </a:cubicBezTo>
                  <a:cubicBezTo>
                    <a:pt x="4184" y="3274"/>
                    <a:pt x="1827" y="5973"/>
                    <a:pt x="623" y="7475"/>
                  </a:cubicBezTo>
                  <a:cubicBezTo>
                    <a:pt x="14" y="8238"/>
                    <a:pt x="1" y="9319"/>
                    <a:pt x="596" y="10092"/>
                  </a:cubicBezTo>
                  <a:cubicBezTo>
                    <a:pt x="1520" y="11293"/>
                    <a:pt x="2830" y="12620"/>
                    <a:pt x="3818" y="13571"/>
                  </a:cubicBezTo>
                  <a:cubicBezTo>
                    <a:pt x="4228" y="13963"/>
                    <a:pt x="4756" y="14160"/>
                    <a:pt x="5285" y="14160"/>
                  </a:cubicBezTo>
                  <a:cubicBezTo>
                    <a:pt x="5799" y="14160"/>
                    <a:pt x="6313" y="13975"/>
                    <a:pt x="6719" y="13602"/>
                  </a:cubicBezTo>
                  <a:cubicBezTo>
                    <a:pt x="8946" y="11563"/>
                    <a:pt x="11625" y="8515"/>
                    <a:pt x="13035" y="6870"/>
                  </a:cubicBezTo>
                  <a:cubicBezTo>
                    <a:pt x="13640" y="6158"/>
                    <a:pt x="13712" y="5139"/>
                    <a:pt x="13212" y="4352"/>
                  </a:cubicBezTo>
                  <a:cubicBezTo>
                    <a:pt x="12309" y="2929"/>
                    <a:pt x="11314" y="1666"/>
                    <a:pt x="10537" y="750"/>
                  </a:cubicBezTo>
                  <a:cubicBezTo>
                    <a:pt x="10118" y="255"/>
                    <a:pt x="9521" y="0"/>
                    <a:pt x="89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17"/>
            <p:cNvSpPr/>
            <p:nvPr/>
          </p:nvSpPr>
          <p:spPr>
            <a:xfrm rot="-947265">
              <a:off x="7990965" y="3929581"/>
              <a:ext cx="587010" cy="606232"/>
            </a:xfrm>
            <a:custGeom>
              <a:avLst/>
              <a:gdLst/>
              <a:ahLst/>
              <a:cxnLst/>
              <a:rect l="l" t="t" r="r" b="b"/>
              <a:pathLst>
                <a:path w="13712" h="14161" extrusionOk="0">
                  <a:moveTo>
                    <a:pt x="8920" y="1"/>
                  </a:moveTo>
                  <a:cubicBezTo>
                    <a:pt x="8447" y="1"/>
                    <a:pt x="7971" y="159"/>
                    <a:pt x="7578" y="483"/>
                  </a:cubicBezTo>
                  <a:cubicBezTo>
                    <a:pt x="4184" y="3278"/>
                    <a:pt x="1827" y="5977"/>
                    <a:pt x="623" y="7479"/>
                  </a:cubicBezTo>
                  <a:cubicBezTo>
                    <a:pt x="11" y="8242"/>
                    <a:pt x="0" y="9319"/>
                    <a:pt x="596" y="10096"/>
                  </a:cubicBezTo>
                  <a:cubicBezTo>
                    <a:pt x="1519" y="11296"/>
                    <a:pt x="2830" y="12624"/>
                    <a:pt x="3818" y="13571"/>
                  </a:cubicBezTo>
                  <a:cubicBezTo>
                    <a:pt x="4228" y="13964"/>
                    <a:pt x="4757" y="14161"/>
                    <a:pt x="5286" y="14161"/>
                  </a:cubicBezTo>
                  <a:cubicBezTo>
                    <a:pt x="5799" y="14161"/>
                    <a:pt x="6312" y="13976"/>
                    <a:pt x="6716" y="13606"/>
                  </a:cubicBezTo>
                  <a:cubicBezTo>
                    <a:pt x="8943" y="11563"/>
                    <a:pt x="11625" y="8519"/>
                    <a:pt x="13034" y="6870"/>
                  </a:cubicBezTo>
                  <a:cubicBezTo>
                    <a:pt x="13640" y="6162"/>
                    <a:pt x="13712" y="5142"/>
                    <a:pt x="13209" y="4355"/>
                  </a:cubicBezTo>
                  <a:cubicBezTo>
                    <a:pt x="12306" y="2932"/>
                    <a:pt x="11314" y="1666"/>
                    <a:pt x="10537" y="750"/>
                  </a:cubicBezTo>
                  <a:cubicBezTo>
                    <a:pt x="10118" y="256"/>
                    <a:pt x="9521" y="1"/>
                    <a:pt x="89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17"/>
            <p:cNvSpPr/>
            <p:nvPr/>
          </p:nvSpPr>
          <p:spPr>
            <a:xfrm rot="-947265">
              <a:off x="8122902" y="4043321"/>
              <a:ext cx="396463" cy="351213"/>
            </a:xfrm>
            <a:custGeom>
              <a:avLst/>
              <a:gdLst/>
              <a:ahLst/>
              <a:cxnLst/>
              <a:rect l="l" t="t" r="r" b="b"/>
              <a:pathLst>
                <a:path w="9261" h="8204" extrusionOk="0">
                  <a:moveTo>
                    <a:pt x="4687" y="0"/>
                  </a:moveTo>
                  <a:cubicBezTo>
                    <a:pt x="3763" y="0"/>
                    <a:pt x="2828" y="310"/>
                    <a:pt x="2050" y="944"/>
                  </a:cubicBezTo>
                  <a:cubicBezTo>
                    <a:pt x="281" y="2391"/>
                    <a:pt x="0" y="4977"/>
                    <a:pt x="1427" y="6722"/>
                  </a:cubicBezTo>
                  <a:cubicBezTo>
                    <a:pt x="2227" y="7698"/>
                    <a:pt x="3393" y="8204"/>
                    <a:pt x="4575" y="8204"/>
                  </a:cubicBezTo>
                  <a:cubicBezTo>
                    <a:pt x="5500" y="8204"/>
                    <a:pt x="6435" y="7894"/>
                    <a:pt x="7212" y="7259"/>
                  </a:cubicBezTo>
                  <a:cubicBezTo>
                    <a:pt x="8980" y="5812"/>
                    <a:pt x="9261" y="3229"/>
                    <a:pt x="7834" y="1484"/>
                  </a:cubicBezTo>
                  <a:cubicBezTo>
                    <a:pt x="7034" y="505"/>
                    <a:pt x="5869" y="0"/>
                    <a:pt x="46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17"/>
            <p:cNvSpPr/>
            <p:nvPr/>
          </p:nvSpPr>
          <p:spPr>
            <a:xfrm rot="-947265">
              <a:off x="8213872" y="4066485"/>
              <a:ext cx="311828" cy="280662"/>
            </a:xfrm>
            <a:custGeom>
              <a:avLst/>
              <a:gdLst/>
              <a:ahLst/>
              <a:cxnLst/>
              <a:rect l="l" t="t" r="r" b="b"/>
              <a:pathLst>
                <a:path w="7284" h="6556" extrusionOk="0">
                  <a:moveTo>
                    <a:pt x="3519" y="1"/>
                  </a:moveTo>
                  <a:cubicBezTo>
                    <a:pt x="2816" y="1"/>
                    <a:pt x="2117" y="230"/>
                    <a:pt x="1539" y="702"/>
                  </a:cubicBezTo>
                  <a:cubicBezTo>
                    <a:pt x="168" y="1824"/>
                    <a:pt x="0" y="3883"/>
                    <a:pt x="1163" y="5306"/>
                  </a:cubicBezTo>
                  <a:cubicBezTo>
                    <a:pt x="1835" y="6127"/>
                    <a:pt x="2803" y="6555"/>
                    <a:pt x="3765" y="6555"/>
                  </a:cubicBezTo>
                  <a:cubicBezTo>
                    <a:pt x="4468" y="6555"/>
                    <a:pt x="5168" y="6326"/>
                    <a:pt x="5747" y="5854"/>
                  </a:cubicBezTo>
                  <a:cubicBezTo>
                    <a:pt x="7116" y="4732"/>
                    <a:pt x="7283" y="2672"/>
                    <a:pt x="6124" y="1253"/>
                  </a:cubicBezTo>
                  <a:cubicBezTo>
                    <a:pt x="5451" y="430"/>
                    <a:pt x="4482" y="1"/>
                    <a:pt x="3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17"/>
            <p:cNvSpPr/>
            <p:nvPr/>
          </p:nvSpPr>
          <p:spPr>
            <a:xfrm rot="-947265">
              <a:off x="8263338" y="4102839"/>
              <a:ext cx="220300" cy="198253"/>
            </a:xfrm>
            <a:custGeom>
              <a:avLst/>
              <a:gdLst/>
              <a:ahLst/>
              <a:cxnLst/>
              <a:rect l="l" t="t" r="r" b="b"/>
              <a:pathLst>
                <a:path w="5146" h="4631" extrusionOk="0">
                  <a:moveTo>
                    <a:pt x="2487" y="1"/>
                  </a:moveTo>
                  <a:cubicBezTo>
                    <a:pt x="1989" y="1"/>
                    <a:pt x="1494" y="163"/>
                    <a:pt x="1085" y="499"/>
                  </a:cubicBezTo>
                  <a:cubicBezTo>
                    <a:pt x="117" y="1289"/>
                    <a:pt x="1" y="2743"/>
                    <a:pt x="822" y="3749"/>
                  </a:cubicBezTo>
                  <a:cubicBezTo>
                    <a:pt x="1296" y="4328"/>
                    <a:pt x="1979" y="4631"/>
                    <a:pt x="2659" y="4631"/>
                  </a:cubicBezTo>
                  <a:cubicBezTo>
                    <a:pt x="3155" y="4631"/>
                    <a:pt x="3649" y="4469"/>
                    <a:pt x="4058" y="4135"/>
                  </a:cubicBezTo>
                  <a:cubicBezTo>
                    <a:pt x="5026" y="3345"/>
                    <a:pt x="5146" y="1888"/>
                    <a:pt x="4325" y="885"/>
                  </a:cubicBezTo>
                  <a:cubicBezTo>
                    <a:pt x="3851" y="304"/>
                    <a:pt x="3167" y="1"/>
                    <a:pt x="2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17"/>
            <p:cNvSpPr/>
            <p:nvPr/>
          </p:nvSpPr>
          <p:spPr>
            <a:xfrm rot="-947265">
              <a:off x="8071324" y="3953617"/>
              <a:ext cx="41954" cy="32107"/>
            </a:xfrm>
            <a:custGeom>
              <a:avLst/>
              <a:gdLst/>
              <a:ahLst/>
              <a:cxnLst/>
              <a:rect l="l" t="t" r="r" b="b"/>
              <a:pathLst>
                <a:path w="980" h="750" extrusionOk="0">
                  <a:moveTo>
                    <a:pt x="744" y="1"/>
                  </a:moveTo>
                  <a:cubicBezTo>
                    <a:pt x="535" y="1"/>
                    <a:pt x="155" y="66"/>
                    <a:pt x="155" y="66"/>
                  </a:cubicBezTo>
                  <a:lnTo>
                    <a:pt x="1" y="750"/>
                  </a:lnTo>
                  <a:cubicBezTo>
                    <a:pt x="1" y="750"/>
                    <a:pt x="979" y="52"/>
                    <a:pt x="849" y="11"/>
                  </a:cubicBezTo>
                  <a:cubicBezTo>
                    <a:pt x="826" y="4"/>
                    <a:pt x="789" y="1"/>
                    <a:pt x="744" y="1"/>
                  </a:cubicBezTo>
                  <a:close/>
                </a:path>
              </a:pathLst>
            </a:custGeom>
            <a:solidFill>
              <a:srgbClr val="AFA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17"/>
            <p:cNvSpPr/>
            <p:nvPr/>
          </p:nvSpPr>
          <p:spPr>
            <a:xfrm rot="-947265">
              <a:off x="7999403" y="3963253"/>
              <a:ext cx="155400" cy="154587"/>
            </a:xfrm>
            <a:custGeom>
              <a:avLst/>
              <a:gdLst/>
              <a:ahLst/>
              <a:cxnLst/>
              <a:rect l="l" t="t" r="r" b="b"/>
              <a:pathLst>
                <a:path w="3630" h="3611" extrusionOk="0">
                  <a:moveTo>
                    <a:pt x="2441" y="0"/>
                  </a:moveTo>
                  <a:cubicBezTo>
                    <a:pt x="2331" y="0"/>
                    <a:pt x="2221" y="34"/>
                    <a:pt x="2125" y="102"/>
                  </a:cubicBezTo>
                  <a:cubicBezTo>
                    <a:pt x="1424" y="598"/>
                    <a:pt x="780" y="1166"/>
                    <a:pt x="195" y="1792"/>
                  </a:cubicBezTo>
                  <a:cubicBezTo>
                    <a:pt x="21" y="1977"/>
                    <a:pt x="0" y="2258"/>
                    <a:pt x="141" y="2470"/>
                  </a:cubicBezTo>
                  <a:cubicBezTo>
                    <a:pt x="356" y="2798"/>
                    <a:pt x="674" y="3168"/>
                    <a:pt x="914" y="3431"/>
                  </a:cubicBezTo>
                  <a:cubicBezTo>
                    <a:pt x="1021" y="3550"/>
                    <a:pt x="1170" y="3611"/>
                    <a:pt x="1319" y="3611"/>
                  </a:cubicBezTo>
                  <a:cubicBezTo>
                    <a:pt x="1440" y="3611"/>
                    <a:pt x="1562" y="3570"/>
                    <a:pt x="1663" y="3489"/>
                  </a:cubicBezTo>
                  <a:cubicBezTo>
                    <a:pt x="2279" y="3000"/>
                    <a:pt x="3028" y="2261"/>
                    <a:pt x="3425" y="1857"/>
                  </a:cubicBezTo>
                  <a:cubicBezTo>
                    <a:pt x="3592" y="1686"/>
                    <a:pt x="3630" y="1423"/>
                    <a:pt x="3514" y="1211"/>
                  </a:cubicBezTo>
                  <a:cubicBezTo>
                    <a:pt x="3326" y="869"/>
                    <a:pt x="3117" y="540"/>
                    <a:pt x="2884" y="226"/>
                  </a:cubicBezTo>
                  <a:cubicBezTo>
                    <a:pt x="2777" y="79"/>
                    <a:pt x="2610" y="0"/>
                    <a:pt x="24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17"/>
            <p:cNvSpPr/>
            <p:nvPr/>
          </p:nvSpPr>
          <p:spPr>
            <a:xfrm rot="-947265">
              <a:off x="8016272" y="3955590"/>
              <a:ext cx="155400" cy="154544"/>
            </a:xfrm>
            <a:custGeom>
              <a:avLst/>
              <a:gdLst/>
              <a:ahLst/>
              <a:cxnLst/>
              <a:rect l="l" t="t" r="r" b="b"/>
              <a:pathLst>
                <a:path w="3630" h="3610" extrusionOk="0">
                  <a:moveTo>
                    <a:pt x="2444" y="0"/>
                  </a:moveTo>
                  <a:cubicBezTo>
                    <a:pt x="2333" y="0"/>
                    <a:pt x="2222" y="34"/>
                    <a:pt x="2124" y="102"/>
                  </a:cubicBezTo>
                  <a:cubicBezTo>
                    <a:pt x="1427" y="598"/>
                    <a:pt x="780" y="1163"/>
                    <a:pt x="195" y="1792"/>
                  </a:cubicBezTo>
                  <a:cubicBezTo>
                    <a:pt x="24" y="1977"/>
                    <a:pt x="0" y="2258"/>
                    <a:pt x="140" y="2470"/>
                  </a:cubicBezTo>
                  <a:cubicBezTo>
                    <a:pt x="359" y="2798"/>
                    <a:pt x="674" y="3164"/>
                    <a:pt x="913" y="3428"/>
                  </a:cubicBezTo>
                  <a:cubicBezTo>
                    <a:pt x="1022" y="3547"/>
                    <a:pt x="1172" y="3609"/>
                    <a:pt x="1324" y="3609"/>
                  </a:cubicBezTo>
                  <a:cubicBezTo>
                    <a:pt x="1445" y="3609"/>
                    <a:pt x="1566" y="3570"/>
                    <a:pt x="1666" y="3489"/>
                  </a:cubicBezTo>
                  <a:cubicBezTo>
                    <a:pt x="2278" y="3000"/>
                    <a:pt x="3031" y="2258"/>
                    <a:pt x="3424" y="1857"/>
                  </a:cubicBezTo>
                  <a:cubicBezTo>
                    <a:pt x="3595" y="1683"/>
                    <a:pt x="3630" y="1420"/>
                    <a:pt x="3517" y="1207"/>
                  </a:cubicBezTo>
                  <a:cubicBezTo>
                    <a:pt x="3329" y="865"/>
                    <a:pt x="3117" y="537"/>
                    <a:pt x="2887" y="226"/>
                  </a:cubicBezTo>
                  <a:cubicBezTo>
                    <a:pt x="2780" y="79"/>
                    <a:pt x="2613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17"/>
            <p:cNvSpPr/>
            <p:nvPr/>
          </p:nvSpPr>
          <p:spPr>
            <a:xfrm rot="-947265">
              <a:off x="8028723" y="3967794"/>
              <a:ext cx="131127" cy="130314"/>
            </a:xfrm>
            <a:custGeom>
              <a:avLst/>
              <a:gdLst/>
              <a:ahLst/>
              <a:cxnLst/>
              <a:rect l="l" t="t" r="r" b="b"/>
              <a:pathLst>
                <a:path w="3063" h="3044" extrusionOk="0">
                  <a:moveTo>
                    <a:pt x="2059" y="0"/>
                  </a:moveTo>
                  <a:cubicBezTo>
                    <a:pt x="1967" y="0"/>
                    <a:pt x="1874" y="28"/>
                    <a:pt x="1793" y="86"/>
                  </a:cubicBezTo>
                  <a:cubicBezTo>
                    <a:pt x="1202" y="506"/>
                    <a:pt x="658" y="982"/>
                    <a:pt x="165" y="1512"/>
                  </a:cubicBezTo>
                  <a:cubicBezTo>
                    <a:pt x="18" y="1670"/>
                    <a:pt x="1" y="1906"/>
                    <a:pt x="117" y="2084"/>
                  </a:cubicBezTo>
                  <a:cubicBezTo>
                    <a:pt x="316" y="2367"/>
                    <a:pt x="534" y="2638"/>
                    <a:pt x="771" y="2891"/>
                  </a:cubicBezTo>
                  <a:cubicBezTo>
                    <a:pt x="862" y="2992"/>
                    <a:pt x="988" y="3044"/>
                    <a:pt x="1115" y="3044"/>
                  </a:cubicBezTo>
                  <a:cubicBezTo>
                    <a:pt x="1216" y="3044"/>
                    <a:pt x="1318" y="3011"/>
                    <a:pt x="1403" y="2942"/>
                  </a:cubicBezTo>
                  <a:cubicBezTo>
                    <a:pt x="1923" y="2532"/>
                    <a:pt x="2553" y="1906"/>
                    <a:pt x="2888" y="1567"/>
                  </a:cubicBezTo>
                  <a:cubicBezTo>
                    <a:pt x="3032" y="1420"/>
                    <a:pt x="3063" y="1198"/>
                    <a:pt x="2963" y="1020"/>
                  </a:cubicBezTo>
                  <a:cubicBezTo>
                    <a:pt x="2806" y="732"/>
                    <a:pt x="2628" y="455"/>
                    <a:pt x="2433" y="188"/>
                  </a:cubicBezTo>
                  <a:cubicBezTo>
                    <a:pt x="2342" y="66"/>
                    <a:pt x="2201" y="0"/>
                    <a:pt x="2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17"/>
            <p:cNvSpPr/>
            <p:nvPr/>
          </p:nvSpPr>
          <p:spPr>
            <a:xfrm rot="-947265">
              <a:off x="7959743" y="4235345"/>
              <a:ext cx="104199" cy="79926"/>
            </a:xfrm>
            <a:custGeom>
              <a:avLst/>
              <a:gdLst/>
              <a:ahLst/>
              <a:cxnLst/>
              <a:rect l="l" t="t" r="r" b="b"/>
              <a:pathLst>
                <a:path w="2434" h="1867" extrusionOk="0">
                  <a:moveTo>
                    <a:pt x="2056" y="0"/>
                  </a:moveTo>
                  <a:cubicBezTo>
                    <a:pt x="1785" y="0"/>
                    <a:pt x="1341" y="209"/>
                    <a:pt x="911" y="560"/>
                  </a:cubicBezTo>
                  <a:cubicBezTo>
                    <a:pt x="333" y="1032"/>
                    <a:pt x="1" y="1583"/>
                    <a:pt x="169" y="1788"/>
                  </a:cubicBezTo>
                  <a:cubicBezTo>
                    <a:pt x="212" y="1841"/>
                    <a:pt x="283" y="1866"/>
                    <a:pt x="376" y="1866"/>
                  </a:cubicBezTo>
                  <a:cubicBezTo>
                    <a:pt x="645" y="1866"/>
                    <a:pt x="1090" y="1657"/>
                    <a:pt x="1520" y="1306"/>
                  </a:cubicBezTo>
                  <a:cubicBezTo>
                    <a:pt x="2098" y="834"/>
                    <a:pt x="2433" y="283"/>
                    <a:pt x="2266" y="78"/>
                  </a:cubicBezTo>
                  <a:cubicBezTo>
                    <a:pt x="2222" y="25"/>
                    <a:pt x="2149" y="0"/>
                    <a:pt x="2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17"/>
            <p:cNvSpPr/>
            <p:nvPr/>
          </p:nvSpPr>
          <p:spPr>
            <a:xfrm rot="-947265">
              <a:off x="7951928" y="4224594"/>
              <a:ext cx="104585" cy="91100"/>
            </a:xfrm>
            <a:custGeom>
              <a:avLst/>
              <a:gdLst/>
              <a:ahLst/>
              <a:cxnLst/>
              <a:rect l="l" t="t" r="r" b="b"/>
              <a:pathLst>
                <a:path w="2443" h="2128" extrusionOk="0">
                  <a:moveTo>
                    <a:pt x="2104" y="0"/>
                  </a:moveTo>
                  <a:lnTo>
                    <a:pt x="0" y="1717"/>
                  </a:lnTo>
                  <a:lnTo>
                    <a:pt x="349" y="2128"/>
                  </a:lnTo>
                  <a:lnTo>
                    <a:pt x="2443" y="417"/>
                  </a:lnTo>
                  <a:lnTo>
                    <a:pt x="2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17"/>
            <p:cNvSpPr/>
            <p:nvPr/>
          </p:nvSpPr>
          <p:spPr>
            <a:xfrm rot="-947265">
              <a:off x="7942682" y="4223911"/>
              <a:ext cx="104028" cy="80012"/>
            </a:xfrm>
            <a:custGeom>
              <a:avLst/>
              <a:gdLst/>
              <a:ahLst/>
              <a:cxnLst/>
              <a:rect l="l" t="t" r="r" b="b"/>
              <a:pathLst>
                <a:path w="2430" h="1869" extrusionOk="0">
                  <a:moveTo>
                    <a:pt x="2054" y="0"/>
                  </a:moveTo>
                  <a:cubicBezTo>
                    <a:pt x="1785" y="0"/>
                    <a:pt x="1340" y="209"/>
                    <a:pt x="911" y="560"/>
                  </a:cubicBezTo>
                  <a:cubicBezTo>
                    <a:pt x="332" y="1036"/>
                    <a:pt x="1" y="1587"/>
                    <a:pt x="168" y="1792"/>
                  </a:cubicBezTo>
                  <a:cubicBezTo>
                    <a:pt x="211" y="1844"/>
                    <a:pt x="282" y="1869"/>
                    <a:pt x="374" y="1869"/>
                  </a:cubicBezTo>
                  <a:cubicBezTo>
                    <a:pt x="643" y="1869"/>
                    <a:pt x="1089" y="1658"/>
                    <a:pt x="1520" y="1306"/>
                  </a:cubicBezTo>
                  <a:cubicBezTo>
                    <a:pt x="2098" y="834"/>
                    <a:pt x="2429" y="283"/>
                    <a:pt x="2262" y="78"/>
                  </a:cubicBezTo>
                  <a:cubicBezTo>
                    <a:pt x="2219" y="25"/>
                    <a:pt x="2147" y="0"/>
                    <a:pt x="2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17"/>
            <p:cNvSpPr/>
            <p:nvPr/>
          </p:nvSpPr>
          <p:spPr>
            <a:xfrm rot="-947265">
              <a:off x="8099185" y="4326492"/>
              <a:ext cx="33006" cy="24958"/>
            </a:xfrm>
            <a:custGeom>
              <a:avLst/>
              <a:gdLst/>
              <a:ahLst/>
              <a:cxnLst/>
              <a:rect l="l" t="t" r="r" b="b"/>
              <a:pathLst>
                <a:path w="771" h="583" extrusionOk="0">
                  <a:moveTo>
                    <a:pt x="386" y="1"/>
                  </a:moveTo>
                  <a:cubicBezTo>
                    <a:pt x="322" y="1"/>
                    <a:pt x="257" y="22"/>
                    <a:pt x="202" y="65"/>
                  </a:cubicBezTo>
                  <a:cubicBezTo>
                    <a:pt x="1" y="229"/>
                    <a:pt x="100" y="554"/>
                    <a:pt x="356" y="581"/>
                  </a:cubicBezTo>
                  <a:cubicBezTo>
                    <a:pt x="368" y="582"/>
                    <a:pt x="378" y="583"/>
                    <a:pt x="389" y="583"/>
                  </a:cubicBezTo>
                  <a:cubicBezTo>
                    <a:pt x="627" y="583"/>
                    <a:pt x="770" y="302"/>
                    <a:pt x="613" y="109"/>
                  </a:cubicBezTo>
                  <a:cubicBezTo>
                    <a:pt x="555" y="37"/>
                    <a:pt x="471" y="1"/>
                    <a:pt x="3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17"/>
            <p:cNvSpPr/>
            <p:nvPr/>
          </p:nvSpPr>
          <p:spPr>
            <a:xfrm rot="-947265">
              <a:off x="8304245" y="4120341"/>
              <a:ext cx="115544" cy="45122"/>
            </a:xfrm>
            <a:custGeom>
              <a:avLst/>
              <a:gdLst/>
              <a:ahLst/>
              <a:cxnLst/>
              <a:rect l="l" t="t" r="r" b="b"/>
              <a:pathLst>
                <a:path w="2699" h="1054" extrusionOk="0">
                  <a:moveTo>
                    <a:pt x="1373" y="1"/>
                  </a:moveTo>
                  <a:cubicBezTo>
                    <a:pt x="845" y="1"/>
                    <a:pt x="335" y="240"/>
                    <a:pt x="185" y="374"/>
                  </a:cubicBezTo>
                  <a:cubicBezTo>
                    <a:pt x="0" y="538"/>
                    <a:pt x="30" y="711"/>
                    <a:pt x="183" y="711"/>
                  </a:cubicBezTo>
                  <a:cubicBezTo>
                    <a:pt x="253" y="711"/>
                    <a:pt x="349" y="675"/>
                    <a:pt x="463" y="583"/>
                  </a:cubicBezTo>
                  <a:cubicBezTo>
                    <a:pt x="658" y="422"/>
                    <a:pt x="912" y="304"/>
                    <a:pt x="1173" y="304"/>
                  </a:cubicBezTo>
                  <a:cubicBezTo>
                    <a:pt x="1390" y="304"/>
                    <a:pt x="1613" y="386"/>
                    <a:pt x="1810" y="596"/>
                  </a:cubicBezTo>
                  <a:cubicBezTo>
                    <a:pt x="2045" y="846"/>
                    <a:pt x="2386" y="1054"/>
                    <a:pt x="2549" y="1054"/>
                  </a:cubicBezTo>
                  <a:cubicBezTo>
                    <a:pt x="2688" y="1054"/>
                    <a:pt x="2698" y="902"/>
                    <a:pt x="2402" y="494"/>
                  </a:cubicBezTo>
                  <a:cubicBezTo>
                    <a:pt x="2134" y="123"/>
                    <a:pt x="1749" y="1"/>
                    <a:pt x="1373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17"/>
            <p:cNvSpPr/>
            <p:nvPr/>
          </p:nvSpPr>
          <p:spPr>
            <a:xfrm rot="-947265">
              <a:off x="8422878" y="4159261"/>
              <a:ext cx="20206" cy="15283"/>
            </a:xfrm>
            <a:custGeom>
              <a:avLst/>
              <a:gdLst/>
              <a:ahLst/>
              <a:cxnLst/>
              <a:rect l="l" t="t" r="r" b="b"/>
              <a:pathLst>
                <a:path w="472" h="357" extrusionOk="0">
                  <a:moveTo>
                    <a:pt x="238" y="1"/>
                  </a:moveTo>
                  <a:cubicBezTo>
                    <a:pt x="198" y="1"/>
                    <a:pt x="158" y="14"/>
                    <a:pt x="123" y="41"/>
                  </a:cubicBezTo>
                  <a:cubicBezTo>
                    <a:pt x="0" y="140"/>
                    <a:pt x="62" y="339"/>
                    <a:pt x="219" y="356"/>
                  </a:cubicBezTo>
                  <a:cubicBezTo>
                    <a:pt x="226" y="356"/>
                    <a:pt x="233" y="357"/>
                    <a:pt x="239" y="357"/>
                  </a:cubicBezTo>
                  <a:cubicBezTo>
                    <a:pt x="385" y="357"/>
                    <a:pt x="471" y="183"/>
                    <a:pt x="376" y="65"/>
                  </a:cubicBezTo>
                  <a:cubicBezTo>
                    <a:pt x="340" y="23"/>
                    <a:pt x="289" y="1"/>
                    <a:pt x="238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099792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63" name="Google Shape;363;p18"/>
          <p:cNvGrpSpPr/>
          <p:nvPr/>
        </p:nvGrpSpPr>
        <p:grpSpPr>
          <a:xfrm>
            <a:off x="554447" y="5571993"/>
            <a:ext cx="1576303" cy="1011067"/>
            <a:chOff x="430960" y="4178970"/>
            <a:chExt cx="1182227" cy="758300"/>
          </a:xfrm>
        </p:grpSpPr>
        <p:sp>
          <p:nvSpPr>
            <p:cNvPr id="364" name="Google Shape;364;p18"/>
            <p:cNvSpPr/>
            <p:nvPr/>
          </p:nvSpPr>
          <p:spPr>
            <a:xfrm>
              <a:off x="505360" y="48127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53587" y="46629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960513" y="48282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430960" y="41789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713237" y="45239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69" name="Google Shape;369;p18"/>
            <p:cNvCxnSpPr>
              <a:stCxn id="367" idx="5"/>
              <a:endCxn id="368" idx="1"/>
            </p:cNvCxnSpPr>
            <p:nvPr/>
          </p:nvCxnSpPr>
          <p:spPr>
            <a:xfrm>
              <a:off x="536715" y="4285238"/>
              <a:ext cx="199800" cy="262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18"/>
            <p:cNvCxnSpPr>
              <a:stCxn id="368" idx="3"/>
              <a:endCxn id="364" idx="7"/>
            </p:cNvCxnSpPr>
            <p:nvPr/>
          </p:nvCxnSpPr>
          <p:spPr>
            <a:xfrm flipH="1">
              <a:off x="611210" y="4660643"/>
              <a:ext cx="125400" cy="170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18"/>
            <p:cNvCxnSpPr>
              <a:stCxn id="368" idx="5"/>
              <a:endCxn id="366" idx="1"/>
            </p:cNvCxnSpPr>
            <p:nvPr/>
          </p:nvCxnSpPr>
          <p:spPr>
            <a:xfrm>
              <a:off x="849464" y="4660643"/>
              <a:ext cx="125700" cy="182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8"/>
            <p:cNvCxnSpPr>
              <a:stCxn id="366" idx="6"/>
              <a:endCxn id="365" idx="2"/>
            </p:cNvCxnSpPr>
            <p:nvPr/>
          </p:nvCxnSpPr>
          <p:spPr>
            <a:xfrm rot="10800000" flipH="1">
              <a:off x="1060413" y="4743021"/>
              <a:ext cx="3933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3" name="Google Shape;373;p18"/>
          <p:cNvGrpSpPr/>
          <p:nvPr/>
        </p:nvGrpSpPr>
        <p:grpSpPr>
          <a:xfrm>
            <a:off x="10424897" y="4817306"/>
            <a:ext cx="1491169" cy="1813055"/>
            <a:chOff x="7833797" y="3612954"/>
            <a:chExt cx="1118377" cy="1359791"/>
          </a:xfrm>
        </p:grpSpPr>
        <p:sp>
          <p:nvSpPr>
            <p:cNvPr id="374" name="Google Shape;374;p18"/>
            <p:cNvSpPr/>
            <p:nvPr/>
          </p:nvSpPr>
          <p:spPr>
            <a:xfrm>
              <a:off x="8852250" y="48603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7833797" y="48482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8399724" y="47602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8692650" y="4485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8792574" y="36129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79" name="Google Shape;379;p18"/>
            <p:cNvCxnSpPr>
              <a:stCxn id="375" idx="6"/>
              <a:endCxn id="376" idx="2"/>
            </p:cNvCxnSpPr>
            <p:nvPr/>
          </p:nvCxnSpPr>
          <p:spPr>
            <a:xfrm rot="10800000" flipH="1">
              <a:off x="7957697" y="4840295"/>
              <a:ext cx="441900" cy="7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8"/>
            <p:cNvCxnSpPr>
              <a:stCxn id="378" idx="4"/>
              <a:endCxn id="374" idx="0"/>
            </p:cNvCxnSpPr>
            <p:nvPr/>
          </p:nvCxnSpPr>
          <p:spPr>
            <a:xfrm>
              <a:off x="8872374" y="3773154"/>
              <a:ext cx="29700" cy="1087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18"/>
            <p:cNvCxnSpPr>
              <a:stCxn id="376" idx="7"/>
              <a:endCxn id="377" idx="3"/>
            </p:cNvCxnSpPr>
            <p:nvPr/>
          </p:nvCxnSpPr>
          <p:spPr>
            <a:xfrm rot="10800000" flipH="1">
              <a:off x="8535951" y="4571265"/>
              <a:ext cx="171300" cy="212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18"/>
            <p:cNvCxnSpPr>
              <a:stCxn id="376" idx="6"/>
              <a:endCxn id="374" idx="2"/>
            </p:cNvCxnSpPr>
            <p:nvPr/>
          </p:nvCxnSpPr>
          <p:spPr>
            <a:xfrm>
              <a:off x="8559324" y="4840304"/>
              <a:ext cx="292800" cy="7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3" name="Google Shape;383;p18"/>
          <p:cNvGrpSpPr/>
          <p:nvPr/>
        </p:nvGrpSpPr>
        <p:grpSpPr>
          <a:xfrm rot="-947327">
            <a:off x="11068880" y="5496433"/>
            <a:ext cx="586001" cy="666143"/>
            <a:chOff x="5478812" y="3702225"/>
            <a:chExt cx="439488" cy="499592"/>
          </a:xfrm>
        </p:grpSpPr>
        <p:sp>
          <p:nvSpPr>
            <p:cNvPr id="384" name="Google Shape;384;p18"/>
            <p:cNvSpPr/>
            <p:nvPr/>
          </p:nvSpPr>
          <p:spPr>
            <a:xfrm>
              <a:off x="5497344" y="4157058"/>
              <a:ext cx="53915" cy="44758"/>
            </a:xfrm>
            <a:custGeom>
              <a:avLst/>
              <a:gdLst/>
              <a:ahLst/>
              <a:cxnLst/>
              <a:rect l="l" t="t" r="r" b="b"/>
              <a:pathLst>
                <a:path w="5446" h="4521" extrusionOk="0">
                  <a:moveTo>
                    <a:pt x="2151" y="0"/>
                  </a:moveTo>
                  <a:cubicBezTo>
                    <a:pt x="1533" y="0"/>
                    <a:pt x="928" y="302"/>
                    <a:pt x="563" y="856"/>
                  </a:cubicBezTo>
                  <a:cubicBezTo>
                    <a:pt x="1" y="1732"/>
                    <a:pt x="246" y="2897"/>
                    <a:pt x="1118" y="3470"/>
                  </a:cubicBezTo>
                  <a:lnTo>
                    <a:pt x="2269" y="4217"/>
                  </a:lnTo>
                  <a:cubicBezTo>
                    <a:pt x="2586" y="4422"/>
                    <a:pt x="2942" y="4521"/>
                    <a:pt x="3294" y="4521"/>
                  </a:cubicBezTo>
                  <a:cubicBezTo>
                    <a:pt x="3911" y="4521"/>
                    <a:pt x="4517" y="4219"/>
                    <a:pt x="4880" y="3665"/>
                  </a:cubicBezTo>
                  <a:cubicBezTo>
                    <a:pt x="5446" y="2789"/>
                    <a:pt x="5197" y="1624"/>
                    <a:pt x="4328" y="1054"/>
                  </a:cubicBezTo>
                  <a:lnTo>
                    <a:pt x="3178" y="304"/>
                  </a:lnTo>
                  <a:cubicBezTo>
                    <a:pt x="2859" y="99"/>
                    <a:pt x="2503" y="0"/>
                    <a:pt x="2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5511262" y="3702225"/>
              <a:ext cx="407039" cy="414404"/>
            </a:xfrm>
            <a:custGeom>
              <a:avLst/>
              <a:gdLst/>
              <a:ahLst/>
              <a:cxnLst/>
              <a:rect l="l" t="t" r="r" b="b"/>
              <a:pathLst>
                <a:path w="41115" h="41859" extrusionOk="0">
                  <a:moveTo>
                    <a:pt x="19771" y="0"/>
                  </a:moveTo>
                  <a:cubicBezTo>
                    <a:pt x="13856" y="0"/>
                    <a:pt x="8711" y="3436"/>
                    <a:pt x="5082" y="9010"/>
                  </a:cubicBezTo>
                  <a:cubicBezTo>
                    <a:pt x="1" y="16821"/>
                    <a:pt x="4768" y="22991"/>
                    <a:pt x="4675" y="27182"/>
                  </a:cubicBezTo>
                  <a:cubicBezTo>
                    <a:pt x="4581" y="31372"/>
                    <a:pt x="2107" y="34592"/>
                    <a:pt x="2107" y="34592"/>
                  </a:cubicBezTo>
                  <a:lnTo>
                    <a:pt x="6290" y="40380"/>
                  </a:lnTo>
                  <a:lnTo>
                    <a:pt x="13275" y="41859"/>
                  </a:lnTo>
                  <a:cubicBezTo>
                    <a:pt x="13275" y="41859"/>
                    <a:pt x="15215" y="38292"/>
                    <a:pt x="19009" y="36507"/>
                  </a:cubicBezTo>
                  <a:cubicBezTo>
                    <a:pt x="22803" y="34722"/>
                    <a:pt x="30375" y="36583"/>
                    <a:pt x="35457" y="28772"/>
                  </a:cubicBezTo>
                  <a:cubicBezTo>
                    <a:pt x="41115" y="20074"/>
                    <a:pt x="40512" y="10103"/>
                    <a:pt x="30307" y="3464"/>
                  </a:cubicBezTo>
                  <a:cubicBezTo>
                    <a:pt x="26641" y="1079"/>
                    <a:pt x="23085" y="0"/>
                    <a:pt x="19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5478812" y="4026341"/>
              <a:ext cx="185912" cy="168290"/>
            </a:xfrm>
            <a:custGeom>
              <a:avLst/>
              <a:gdLst/>
              <a:ahLst/>
              <a:cxnLst/>
              <a:rect l="l" t="t" r="r" b="b"/>
              <a:pathLst>
                <a:path w="18779" h="16999" extrusionOk="0">
                  <a:moveTo>
                    <a:pt x="5892" y="0"/>
                  </a:moveTo>
                  <a:cubicBezTo>
                    <a:pt x="4817" y="0"/>
                    <a:pt x="3764" y="527"/>
                    <a:pt x="3135" y="1493"/>
                  </a:cubicBezTo>
                  <a:lnTo>
                    <a:pt x="1818" y="3516"/>
                  </a:lnTo>
                  <a:cubicBezTo>
                    <a:pt x="69" y="6203"/>
                    <a:pt x="1" y="9524"/>
                    <a:pt x="1346" y="12211"/>
                  </a:cubicBezTo>
                  <a:cubicBezTo>
                    <a:pt x="2194" y="13909"/>
                    <a:pt x="3575" y="15283"/>
                    <a:pt x="5277" y="16124"/>
                  </a:cubicBezTo>
                  <a:cubicBezTo>
                    <a:pt x="6476" y="16719"/>
                    <a:pt x="7753" y="16999"/>
                    <a:pt x="9020" y="16999"/>
                  </a:cubicBezTo>
                  <a:cubicBezTo>
                    <a:pt x="11990" y="16999"/>
                    <a:pt x="14904" y="15458"/>
                    <a:pt x="16618" y="12824"/>
                  </a:cubicBezTo>
                  <a:lnTo>
                    <a:pt x="17790" y="11028"/>
                  </a:lnTo>
                  <a:cubicBezTo>
                    <a:pt x="18778" y="9506"/>
                    <a:pt x="18345" y="7472"/>
                    <a:pt x="16827" y="6481"/>
                  </a:cubicBezTo>
                  <a:lnTo>
                    <a:pt x="7678" y="531"/>
                  </a:lnTo>
                  <a:cubicBezTo>
                    <a:pt x="7126" y="172"/>
                    <a:pt x="6505" y="0"/>
                    <a:pt x="58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5564599" y="3709500"/>
              <a:ext cx="140600" cy="110524"/>
            </a:xfrm>
            <a:custGeom>
              <a:avLst/>
              <a:gdLst/>
              <a:ahLst/>
              <a:cxnLst/>
              <a:rect l="l" t="t" r="r" b="b"/>
              <a:pathLst>
                <a:path w="14202" h="11164" extrusionOk="0">
                  <a:moveTo>
                    <a:pt x="11831" y="1"/>
                  </a:moveTo>
                  <a:cubicBezTo>
                    <a:pt x="11685" y="1"/>
                    <a:pt x="11537" y="15"/>
                    <a:pt x="11389" y="46"/>
                  </a:cubicBezTo>
                  <a:cubicBezTo>
                    <a:pt x="6924" y="1016"/>
                    <a:pt x="2893" y="3952"/>
                    <a:pt x="603" y="7904"/>
                  </a:cubicBezTo>
                  <a:cubicBezTo>
                    <a:pt x="1" y="8943"/>
                    <a:pt x="354" y="10270"/>
                    <a:pt x="1393" y="10872"/>
                  </a:cubicBezTo>
                  <a:lnTo>
                    <a:pt x="1414" y="10883"/>
                  </a:lnTo>
                  <a:cubicBezTo>
                    <a:pt x="1751" y="11073"/>
                    <a:pt x="2117" y="11163"/>
                    <a:pt x="2479" y="11163"/>
                  </a:cubicBezTo>
                  <a:cubicBezTo>
                    <a:pt x="3228" y="11163"/>
                    <a:pt x="3955" y="10775"/>
                    <a:pt x="4357" y="10082"/>
                  </a:cubicBezTo>
                  <a:cubicBezTo>
                    <a:pt x="6044" y="7168"/>
                    <a:pt x="9019" y="5001"/>
                    <a:pt x="12308" y="4287"/>
                  </a:cubicBezTo>
                  <a:cubicBezTo>
                    <a:pt x="13469" y="4024"/>
                    <a:pt x="14202" y="2873"/>
                    <a:pt x="13949" y="1712"/>
                  </a:cubicBezTo>
                  <a:cubicBezTo>
                    <a:pt x="13729" y="696"/>
                    <a:pt x="12830" y="1"/>
                    <a:pt x="11831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5489523" y="4034102"/>
              <a:ext cx="82774" cy="106227"/>
            </a:xfrm>
            <a:custGeom>
              <a:avLst/>
              <a:gdLst/>
              <a:ahLst/>
              <a:cxnLst/>
              <a:rect l="l" t="t" r="r" b="b"/>
              <a:pathLst>
                <a:path w="8361" h="10730" extrusionOk="0">
                  <a:moveTo>
                    <a:pt x="4503" y="1"/>
                  </a:moveTo>
                  <a:cubicBezTo>
                    <a:pt x="4161" y="1"/>
                    <a:pt x="3852" y="57"/>
                    <a:pt x="3625" y="179"/>
                  </a:cubicBezTo>
                  <a:cubicBezTo>
                    <a:pt x="2731" y="666"/>
                    <a:pt x="156" y="4990"/>
                    <a:pt x="188" y="6328"/>
                  </a:cubicBezTo>
                  <a:cubicBezTo>
                    <a:pt x="221" y="7666"/>
                    <a:pt x="1" y="9649"/>
                    <a:pt x="755" y="10637"/>
                  </a:cubicBezTo>
                  <a:cubicBezTo>
                    <a:pt x="802" y="10700"/>
                    <a:pt x="857" y="10730"/>
                    <a:pt x="917" y="10730"/>
                  </a:cubicBezTo>
                  <a:cubicBezTo>
                    <a:pt x="1807" y="10730"/>
                    <a:pt x="4023" y="4284"/>
                    <a:pt x="6600" y="2444"/>
                  </a:cubicBezTo>
                  <a:cubicBezTo>
                    <a:pt x="8360" y="1185"/>
                    <a:pt x="6078" y="1"/>
                    <a:pt x="4503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9" name="Google Shape;389;p18"/>
          <p:cNvGrpSpPr/>
          <p:nvPr/>
        </p:nvGrpSpPr>
        <p:grpSpPr>
          <a:xfrm rot="-1901613">
            <a:off x="671583" y="5454449"/>
            <a:ext cx="1353439" cy="1368431"/>
            <a:chOff x="1500010" y="1504400"/>
            <a:chExt cx="1212041" cy="1225342"/>
          </a:xfrm>
        </p:grpSpPr>
        <p:sp>
          <p:nvSpPr>
            <p:cNvPr id="390" name="Google Shape;390;p18"/>
            <p:cNvSpPr/>
            <p:nvPr/>
          </p:nvSpPr>
          <p:spPr>
            <a:xfrm rot="1102292">
              <a:off x="1629438" y="1549457"/>
              <a:ext cx="429967" cy="890833"/>
            </a:xfrm>
            <a:custGeom>
              <a:avLst/>
              <a:gdLst/>
              <a:ahLst/>
              <a:cxnLst/>
              <a:rect l="l" t="t" r="r" b="b"/>
              <a:pathLst>
                <a:path w="26174" h="54229" extrusionOk="0">
                  <a:moveTo>
                    <a:pt x="23129" y="0"/>
                  </a:moveTo>
                  <a:cubicBezTo>
                    <a:pt x="22377" y="0"/>
                    <a:pt x="21890" y="362"/>
                    <a:pt x="21760" y="479"/>
                  </a:cubicBezTo>
                  <a:cubicBezTo>
                    <a:pt x="21594" y="626"/>
                    <a:pt x="21460" y="2884"/>
                    <a:pt x="21861" y="4041"/>
                  </a:cubicBezTo>
                  <a:lnTo>
                    <a:pt x="18849" y="7460"/>
                  </a:lnTo>
                  <a:lnTo>
                    <a:pt x="10999" y="16371"/>
                  </a:lnTo>
                  <a:cubicBezTo>
                    <a:pt x="10436" y="17009"/>
                    <a:pt x="10050" y="17781"/>
                    <a:pt x="9877" y="18614"/>
                  </a:cubicBezTo>
                  <a:lnTo>
                    <a:pt x="3415" y="49933"/>
                  </a:lnTo>
                  <a:cubicBezTo>
                    <a:pt x="2582" y="50128"/>
                    <a:pt x="1760" y="50377"/>
                    <a:pt x="959" y="50673"/>
                  </a:cubicBezTo>
                  <a:cubicBezTo>
                    <a:pt x="959" y="50673"/>
                    <a:pt x="0" y="52667"/>
                    <a:pt x="2095" y="53893"/>
                  </a:cubicBezTo>
                  <a:cubicBezTo>
                    <a:pt x="2508" y="54135"/>
                    <a:pt x="2905" y="54229"/>
                    <a:pt x="3272" y="54229"/>
                  </a:cubicBezTo>
                  <a:cubicBezTo>
                    <a:pt x="4509" y="54229"/>
                    <a:pt x="5402" y="53165"/>
                    <a:pt x="5402" y="53165"/>
                  </a:cubicBezTo>
                  <a:lnTo>
                    <a:pt x="18593" y="40265"/>
                  </a:lnTo>
                  <a:cubicBezTo>
                    <a:pt x="18961" y="39908"/>
                    <a:pt x="19268" y="39494"/>
                    <a:pt x="19506" y="39039"/>
                  </a:cubicBezTo>
                  <a:cubicBezTo>
                    <a:pt x="19747" y="38570"/>
                    <a:pt x="19917" y="38069"/>
                    <a:pt x="20000" y="37550"/>
                  </a:cubicBezTo>
                  <a:lnTo>
                    <a:pt x="25560" y="2851"/>
                  </a:lnTo>
                  <a:cubicBezTo>
                    <a:pt x="25560" y="2851"/>
                    <a:pt x="26173" y="1333"/>
                    <a:pt x="24598" y="432"/>
                  </a:cubicBezTo>
                  <a:cubicBezTo>
                    <a:pt x="24038" y="110"/>
                    <a:pt x="23543" y="0"/>
                    <a:pt x="23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18"/>
            <p:cNvSpPr/>
            <p:nvPr/>
          </p:nvSpPr>
          <p:spPr>
            <a:xfrm rot="1102292">
              <a:off x="1947827" y="1600924"/>
              <a:ext cx="143607" cy="641336"/>
            </a:xfrm>
            <a:custGeom>
              <a:avLst/>
              <a:gdLst/>
              <a:ahLst/>
              <a:cxnLst/>
              <a:rect l="l" t="t" r="r" b="b"/>
              <a:pathLst>
                <a:path w="8742" h="39041" extrusionOk="0">
                  <a:moveTo>
                    <a:pt x="5700" y="0"/>
                  </a:moveTo>
                  <a:cubicBezTo>
                    <a:pt x="4946" y="0"/>
                    <a:pt x="4458" y="363"/>
                    <a:pt x="4328" y="480"/>
                  </a:cubicBezTo>
                  <a:cubicBezTo>
                    <a:pt x="4162" y="627"/>
                    <a:pt x="4028" y="2885"/>
                    <a:pt x="4429" y="4039"/>
                  </a:cubicBezTo>
                  <a:lnTo>
                    <a:pt x="1414" y="7461"/>
                  </a:lnTo>
                  <a:cubicBezTo>
                    <a:pt x="599" y="18139"/>
                    <a:pt x="0" y="37277"/>
                    <a:pt x="0" y="37277"/>
                  </a:cubicBezTo>
                  <a:cubicBezTo>
                    <a:pt x="589" y="38951"/>
                    <a:pt x="1043" y="39036"/>
                    <a:pt x="1642" y="39036"/>
                  </a:cubicBezTo>
                  <a:cubicBezTo>
                    <a:pt x="1710" y="39036"/>
                    <a:pt x="1780" y="39035"/>
                    <a:pt x="1851" y="39035"/>
                  </a:cubicBezTo>
                  <a:cubicBezTo>
                    <a:pt x="1923" y="39035"/>
                    <a:pt x="1997" y="39036"/>
                    <a:pt x="2074" y="39040"/>
                  </a:cubicBezTo>
                  <a:cubicBezTo>
                    <a:pt x="2315" y="38571"/>
                    <a:pt x="2485" y="38070"/>
                    <a:pt x="2568" y="37551"/>
                  </a:cubicBezTo>
                  <a:lnTo>
                    <a:pt x="8128" y="2852"/>
                  </a:lnTo>
                  <a:cubicBezTo>
                    <a:pt x="8128" y="2852"/>
                    <a:pt x="8741" y="1334"/>
                    <a:pt x="7166" y="429"/>
                  </a:cubicBezTo>
                  <a:cubicBezTo>
                    <a:pt x="6607" y="110"/>
                    <a:pt x="6113" y="0"/>
                    <a:pt x="5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18"/>
            <p:cNvSpPr/>
            <p:nvPr/>
          </p:nvSpPr>
          <p:spPr>
            <a:xfrm rot="1102292">
              <a:off x="1647082" y="1549985"/>
              <a:ext cx="375888" cy="854628"/>
            </a:xfrm>
            <a:custGeom>
              <a:avLst/>
              <a:gdLst/>
              <a:ahLst/>
              <a:cxnLst/>
              <a:rect l="l" t="t" r="r" b="b"/>
              <a:pathLst>
                <a:path w="22882" h="52025" extrusionOk="0">
                  <a:moveTo>
                    <a:pt x="21628" y="1"/>
                  </a:moveTo>
                  <a:cubicBezTo>
                    <a:pt x="21331" y="1"/>
                    <a:pt x="21029" y="119"/>
                    <a:pt x="20792" y="388"/>
                  </a:cubicBezTo>
                  <a:lnTo>
                    <a:pt x="8221" y="14661"/>
                  </a:lnTo>
                  <a:cubicBezTo>
                    <a:pt x="7658" y="15296"/>
                    <a:pt x="7272" y="16071"/>
                    <a:pt x="7103" y="16901"/>
                  </a:cubicBezTo>
                  <a:lnTo>
                    <a:pt x="190" y="50406"/>
                  </a:lnTo>
                  <a:cubicBezTo>
                    <a:pt x="1" y="51325"/>
                    <a:pt x="734" y="52024"/>
                    <a:pt x="1516" y="52024"/>
                  </a:cubicBezTo>
                  <a:cubicBezTo>
                    <a:pt x="1837" y="52024"/>
                    <a:pt x="2167" y="51906"/>
                    <a:pt x="2444" y="51635"/>
                  </a:cubicBezTo>
                  <a:lnTo>
                    <a:pt x="15819" y="38559"/>
                  </a:lnTo>
                  <a:cubicBezTo>
                    <a:pt x="16565" y="37827"/>
                    <a:pt x="17059" y="36872"/>
                    <a:pt x="17225" y="35840"/>
                  </a:cubicBezTo>
                  <a:lnTo>
                    <a:pt x="22761" y="1315"/>
                  </a:lnTo>
                  <a:cubicBezTo>
                    <a:pt x="22881" y="551"/>
                    <a:pt x="22268" y="1"/>
                    <a:pt x="21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18"/>
            <p:cNvSpPr/>
            <p:nvPr/>
          </p:nvSpPr>
          <p:spPr>
            <a:xfrm rot="1102292">
              <a:off x="1786556" y="1608533"/>
              <a:ext cx="255165" cy="441811"/>
            </a:xfrm>
            <a:custGeom>
              <a:avLst/>
              <a:gdLst/>
              <a:ahLst/>
              <a:cxnLst/>
              <a:rect l="l" t="t" r="r" b="b"/>
              <a:pathLst>
                <a:path w="15533" h="26895" extrusionOk="0">
                  <a:moveTo>
                    <a:pt x="14936" y="1"/>
                  </a:moveTo>
                  <a:cubicBezTo>
                    <a:pt x="14791" y="1"/>
                    <a:pt x="14643" y="60"/>
                    <a:pt x="14529" y="195"/>
                  </a:cubicBezTo>
                  <a:lnTo>
                    <a:pt x="10786" y="4493"/>
                  </a:lnTo>
                  <a:lnTo>
                    <a:pt x="6137" y="9827"/>
                  </a:lnTo>
                  <a:lnTo>
                    <a:pt x="6134" y="9831"/>
                  </a:lnTo>
                  <a:lnTo>
                    <a:pt x="2964" y="13476"/>
                  </a:lnTo>
                  <a:cubicBezTo>
                    <a:pt x="2903" y="13545"/>
                    <a:pt x="2863" y="13624"/>
                    <a:pt x="2845" y="13714"/>
                  </a:cubicBezTo>
                  <a:lnTo>
                    <a:pt x="2456" y="15485"/>
                  </a:lnTo>
                  <a:lnTo>
                    <a:pt x="1356" y="20461"/>
                  </a:lnTo>
                  <a:lnTo>
                    <a:pt x="454" y="24540"/>
                  </a:lnTo>
                  <a:lnTo>
                    <a:pt x="83" y="26228"/>
                  </a:lnTo>
                  <a:cubicBezTo>
                    <a:pt x="1" y="26606"/>
                    <a:pt x="298" y="26894"/>
                    <a:pt x="617" y="26894"/>
                  </a:cubicBezTo>
                  <a:cubicBezTo>
                    <a:pt x="748" y="26894"/>
                    <a:pt x="882" y="26846"/>
                    <a:pt x="995" y="26736"/>
                  </a:cubicBezTo>
                  <a:lnTo>
                    <a:pt x="5196" y="22607"/>
                  </a:lnTo>
                  <a:lnTo>
                    <a:pt x="10230" y="17659"/>
                  </a:lnTo>
                  <a:lnTo>
                    <a:pt x="13238" y="14706"/>
                  </a:lnTo>
                  <a:cubicBezTo>
                    <a:pt x="13321" y="14623"/>
                    <a:pt x="13375" y="14515"/>
                    <a:pt x="13393" y="14400"/>
                  </a:cubicBezTo>
                  <a:lnTo>
                    <a:pt x="14039" y="10119"/>
                  </a:lnTo>
                  <a:lnTo>
                    <a:pt x="14854" y="4749"/>
                  </a:lnTo>
                  <a:lnTo>
                    <a:pt x="15477" y="628"/>
                  </a:lnTo>
                  <a:lnTo>
                    <a:pt x="15474" y="628"/>
                  </a:lnTo>
                  <a:cubicBezTo>
                    <a:pt x="15532" y="261"/>
                    <a:pt x="15240" y="1"/>
                    <a:pt x="149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18"/>
            <p:cNvSpPr/>
            <p:nvPr/>
          </p:nvSpPr>
          <p:spPr>
            <a:xfrm rot="1102292">
              <a:off x="1659938" y="1963258"/>
              <a:ext cx="228979" cy="264249"/>
            </a:xfrm>
            <a:custGeom>
              <a:avLst/>
              <a:gdLst/>
              <a:ahLst/>
              <a:cxnLst/>
              <a:rect l="l" t="t" r="r" b="b"/>
              <a:pathLst>
                <a:path w="13939" h="16086" extrusionOk="0">
                  <a:moveTo>
                    <a:pt x="10428" y="1"/>
                  </a:moveTo>
                  <a:cubicBezTo>
                    <a:pt x="8158" y="1"/>
                    <a:pt x="5190" y="2076"/>
                    <a:pt x="3052" y="5390"/>
                  </a:cubicBezTo>
                  <a:cubicBezTo>
                    <a:pt x="347" y="9584"/>
                    <a:pt x="1" y="14171"/>
                    <a:pt x="2269" y="15635"/>
                  </a:cubicBezTo>
                  <a:cubicBezTo>
                    <a:pt x="2745" y="15940"/>
                    <a:pt x="3297" y="16085"/>
                    <a:pt x="3897" y="16085"/>
                  </a:cubicBezTo>
                  <a:cubicBezTo>
                    <a:pt x="5358" y="16085"/>
                    <a:pt x="7105" y="15227"/>
                    <a:pt x="8739" y="13734"/>
                  </a:cubicBezTo>
                  <a:cubicBezTo>
                    <a:pt x="9712" y="12833"/>
                    <a:pt x="10567" y="11812"/>
                    <a:pt x="11281" y="10694"/>
                  </a:cubicBezTo>
                  <a:cubicBezTo>
                    <a:pt x="13214" y="7697"/>
                    <a:pt x="13939" y="4492"/>
                    <a:pt x="13365" y="2378"/>
                  </a:cubicBezTo>
                  <a:cubicBezTo>
                    <a:pt x="13134" y="1538"/>
                    <a:pt x="12702" y="867"/>
                    <a:pt x="12056" y="453"/>
                  </a:cubicBezTo>
                  <a:cubicBezTo>
                    <a:pt x="11581" y="146"/>
                    <a:pt x="11029" y="1"/>
                    <a:pt x="104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18"/>
            <p:cNvSpPr/>
            <p:nvPr/>
          </p:nvSpPr>
          <p:spPr>
            <a:xfrm rot="1102292">
              <a:off x="1726945" y="2050074"/>
              <a:ext cx="98235" cy="110325"/>
            </a:xfrm>
            <a:custGeom>
              <a:avLst/>
              <a:gdLst/>
              <a:ahLst/>
              <a:cxnLst/>
              <a:rect l="l" t="t" r="r" b="b"/>
              <a:pathLst>
                <a:path w="5980" h="6716" extrusionOk="0">
                  <a:moveTo>
                    <a:pt x="4351" y="0"/>
                  </a:moveTo>
                  <a:cubicBezTo>
                    <a:pt x="3402" y="0"/>
                    <a:pt x="2163" y="865"/>
                    <a:pt x="1273" y="2251"/>
                  </a:cubicBezTo>
                  <a:cubicBezTo>
                    <a:pt x="145" y="4003"/>
                    <a:pt x="0" y="5915"/>
                    <a:pt x="949" y="6528"/>
                  </a:cubicBezTo>
                  <a:cubicBezTo>
                    <a:pt x="1147" y="6655"/>
                    <a:pt x="1377" y="6716"/>
                    <a:pt x="1627" y="6716"/>
                  </a:cubicBezTo>
                  <a:cubicBezTo>
                    <a:pt x="2575" y="6716"/>
                    <a:pt x="3813" y="5849"/>
                    <a:pt x="4706" y="4465"/>
                  </a:cubicBezTo>
                  <a:cubicBezTo>
                    <a:pt x="5835" y="2712"/>
                    <a:pt x="5979" y="801"/>
                    <a:pt x="5031" y="188"/>
                  </a:cubicBezTo>
                  <a:cubicBezTo>
                    <a:pt x="4832" y="61"/>
                    <a:pt x="4602" y="0"/>
                    <a:pt x="4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18"/>
            <p:cNvSpPr/>
            <p:nvPr/>
          </p:nvSpPr>
          <p:spPr>
            <a:xfrm rot="1102292">
              <a:off x="1808615" y="1746028"/>
              <a:ext cx="784336" cy="882603"/>
            </a:xfrm>
            <a:custGeom>
              <a:avLst/>
              <a:gdLst/>
              <a:ahLst/>
              <a:cxnLst/>
              <a:rect l="l" t="t" r="r" b="b"/>
              <a:pathLst>
                <a:path w="47746" h="53728" extrusionOk="0">
                  <a:moveTo>
                    <a:pt x="26876" y="0"/>
                  </a:moveTo>
                  <a:cubicBezTo>
                    <a:pt x="26563" y="0"/>
                    <a:pt x="26251" y="25"/>
                    <a:pt x="25943" y="76"/>
                  </a:cubicBezTo>
                  <a:cubicBezTo>
                    <a:pt x="22863" y="584"/>
                    <a:pt x="21323" y="1450"/>
                    <a:pt x="19344" y="3790"/>
                  </a:cubicBezTo>
                  <a:cubicBezTo>
                    <a:pt x="16012" y="7732"/>
                    <a:pt x="15817" y="12322"/>
                    <a:pt x="15680" y="17630"/>
                  </a:cubicBezTo>
                  <a:cubicBezTo>
                    <a:pt x="15676" y="17753"/>
                    <a:pt x="15673" y="17876"/>
                    <a:pt x="15669" y="18002"/>
                  </a:cubicBezTo>
                  <a:cubicBezTo>
                    <a:pt x="15647" y="18723"/>
                    <a:pt x="15629" y="19466"/>
                    <a:pt x="15600" y="20220"/>
                  </a:cubicBezTo>
                  <a:cubicBezTo>
                    <a:pt x="15460" y="24100"/>
                    <a:pt x="15900" y="28160"/>
                    <a:pt x="16325" y="32095"/>
                  </a:cubicBezTo>
                  <a:cubicBezTo>
                    <a:pt x="16549" y="34121"/>
                    <a:pt x="16776" y="36213"/>
                    <a:pt x="16909" y="38200"/>
                  </a:cubicBezTo>
                  <a:cubicBezTo>
                    <a:pt x="17108" y="41121"/>
                    <a:pt x="17212" y="44471"/>
                    <a:pt x="15943" y="47367"/>
                  </a:cubicBezTo>
                  <a:cubicBezTo>
                    <a:pt x="15002" y="49527"/>
                    <a:pt x="12903" y="51597"/>
                    <a:pt x="10473" y="51929"/>
                  </a:cubicBezTo>
                  <a:lnTo>
                    <a:pt x="10451" y="51932"/>
                  </a:lnTo>
                  <a:cubicBezTo>
                    <a:pt x="10227" y="51964"/>
                    <a:pt x="10003" y="51980"/>
                    <a:pt x="9777" y="51980"/>
                  </a:cubicBezTo>
                  <a:cubicBezTo>
                    <a:pt x="9621" y="51980"/>
                    <a:pt x="9464" y="51972"/>
                    <a:pt x="9308" y="51957"/>
                  </a:cubicBezTo>
                  <a:cubicBezTo>
                    <a:pt x="7259" y="51752"/>
                    <a:pt x="5287" y="50234"/>
                    <a:pt x="4158" y="47983"/>
                  </a:cubicBezTo>
                  <a:cubicBezTo>
                    <a:pt x="3163" y="46007"/>
                    <a:pt x="2514" y="43274"/>
                    <a:pt x="2416" y="40674"/>
                  </a:cubicBezTo>
                  <a:cubicBezTo>
                    <a:pt x="2564" y="40483"/>
                    <a:pt x="2669" y="40263"/>
                    <a:pt x="2723" y="40028"/>
                  </a:cubicBezTo>
                  <a:cubicBezTo>
                    <a:pt x="2928" y="39109"/>
                    <a:pt x="2777" y="37601"/>
                    <a:pt x="2528" y="36985"/>
                  </a:cubicBezTo>
                  <a:cubicBezTo>
                    <a:pt x="2507" y="36923"/>
                    <a:pt x="2478" y="36869"/>
                    <a:pt x="2442" y="36819"/>
                  </a:cubicBezTo>
                  <a:cubicBezTo>
                    <a:pt x="2316" y="36662"/>
                    <a:pt x="2116" y="36586"/>
                    <a:pt x="1880" y="36586"/>
                  </a:cubicBezTo>
                  <a:cubicBezTo>
                    <a:pt x="1545" y="36586"/>
                    <a:pt x="1141" y="36738"/>
                    <a:pt x="779" y="37028"/>
                  </a:cubicBezTo>
                  <a:cubicBezTo>
                    <a:pt x="768" y="37035"/>
                    <a:pt x="761" y="37042"/>
                    <a:pt x="754" y="37053"/>
                  </a:cubicBezTo>
                  <a:cubicBezTo>
                    <a:pt x="256" y="37461"/>
                    <a:pt x="0" y="37998"/>
                    <a:pt x="101" y="38387"/>
                  </a:cubicBezTo>
                  <a:lnTo>
                    <a:pt x="94" y="38387"/>
                  </a:lnTo>
                  <a:cubicBezTo>
                    <a:pt x="94" y="38387"/>
                    <a:pt x="69" y="39794"/>
                    <a:pt x="678" y="40850"/>
                  </a:cubicBezTo>
                  <a:cubicBezTo>
                    <a:pt x="794" y="43692"/>
                    <a:pt x="1497" y="46570"/>
                    <a:pt x="2597" y="48766"/>
                  </a:cubicBezTo>
                  <a:cubicBezTo>
                    <a:pt x="3989" y="51550"/>
                    <a:pt x="6495" y="53436"/>
                    <a:pt x="9135" y="53696"/>
                  </a:cubicBezTo>
                  <a:cubicBezTo>
                    <a:pt x="9354" y="53717"/>
                    <a:pt x="9574" y="53727"/>
                    <a:pt x="9794" y="53727"/>
                  </a:cubicBezTo>
                  <a:cubicBezTo>
                    <a:pt x="10173" y="53727"/>
                    <a:pt x="10552" y="53696"/>
                    <a:pt x="10927" y="53634"/>
                  </a:cubicBezTo>
                  <a:cubicBezTo>
                    <a:pt x="11042" y="53616"/>
                    <a:pt x="11158" y="53587"/>
                    <a:pt x="11277" y="53562"/>
                  </a:cubicBezTo>
                  <a:cubicBezTo>
                    <a:pt x="14194" y="52924"/>
                    <a:pt x="16491" y="50479"/>
                    <a:pt x="17548" y="48066"/>
                  </a:cubicBezTo>
                  <a:cubicBezTo>
                    <a:pt x="18972" y="44810"/>
                    <a:pt x="18868" y="41207"/>
                    <a:pt x="18655" y="38085"/>
                  </a:cubicBezTo>
                  <a:cubicBezTo>
                    <a:pt x="18514" y="36058"/>
                    <a:pt x="18291" y="33948"/>
                    <a:pt x="18063" y="31907"/>
                  </a:cubicBezTo>
                  <a:cubicBezTo>
                    <a:pt x="17645" y="28038"/>
                    <a:pt x="17212" y="24031"/>
                    <a:pt x="17353" y="20277"/>
                  </a:cubicBezTo>
                  <a:cubicBezTo>
                    <a:pt x="17378" y="19516"/>
                    <a:pt x="17396" y="18774"/>
                    <a:pt x="17418" y="18042"/>
                  </a:cubicBezTo>
                  <a:cubicBezTo>
                    <a:pt x="17551" y="12914"/>
                    <a:pt x="17667" y="8478"/>
                    <a:pt x="20681" y="4915"/>
                  </a:cubicBezTo>
                  <a:cubicBezTo>
                    <a:pt x="22210" y="3108"/>
                    <a:pt x="23314" y="2275"/>
                    <a:pt x="26224" y="1796"/>
                  </a:cubicBezTo>
                  <a:cubicBezTo>
                    <a:pt x="26441" y="1762"/>
                    <a:pt x="26660" y="1744"/>
                    <a:pt x="26878" y="1744"/>
                  </a:cubicBezTo>
                  <a:cubicBezTo>
                    <a:pt x="27053" y="1744"/>
                    <a:pt x="27227" y="1755"/>
                    <a:pt x="27400" y="1778"/>
                  </a:cubicBezTo>
                  <a:lnTo>
                    <a:pt x="27418" y="1778"/>
                  </a:lnTo>
                  <a:cubicBezTo>
                    <a:pt x="28366" y="1900"/>
                    <a:pt x="29261" y="2275"/>
                    <a:pt x="30018" y="2860"/>
                  </a:cubicBezTo>
                  <a:cubicBezTo>
                    <a:pt x="29920" y="3033"/>
                    <a:pt x="29837" y="3217"/>
                    <a:pt x="29773" y="3408"/>
                  </a:cubicBezTo>
                  <a:cubicBezTo>
                    <a:pt x="29708" y="3574"/>
                    <a:pt x="29675" y="3754"/>
                    <a:pt x="29672" y="3931"/>
                  </a:cubicBezTo>
                  <a:cubicBezTo>
                    <a:pt x="29682" y="4403"/>
                    <a:pt x="29845" y="5189"/>
                    <a:pt x="29845" y="5189"/>
                  </a:cubicBezTo>
                  <a:cubicBezTo>
                    <a:pt x="30945" y="6365"/>
                    <a:pt x="32008" y="7324"/>
                    <a:pt x="32614" y="7371"/>
                  </a:cubicBezTo>
                  <a:cubicBezTo>
                    <a:pt x="32624" y="7372"/>
                    <a:pt x="32634" y="7372"/>
                    <a:pt x="32645" y="7372"/>
                  </a:cubicBezTo>
                  <a:cubicBezTo>
                    <a:pt x="32773" y="7372"/>
                    <a:pt x="32969" y="7313"/>
                    <a:pt x="33198" y="7219"/>
                  </a:cubicBezTo>
                  <a:cubicBezTo>
                    <a:pt x="35734" y="10461"/>
                    <a:pt x="36844" y="15164"/>
                    <a:pt x="36173" y="19967"/>
                  </a:cubicBezTo>
                  <a:cubicBezTo>
                    <a:pt x="35903" y="21864"/>
                    <a:pt x="35395" y="23783"/>
                    <a:pt x="34623" y="25791"/>
                  </a:cubicBezTo>
                  <a:cubicBezTo>
                    <a:pt x="34486" y="26134"/>
                    <a:pt x="34345" y="26480"/>
                    <a:pt x="34197" y="26833"/>
                  </a:cubicBezTo>
                  <a:cubicBezTo>
                    <a:pt x="34071" y="27129"/>
                    <a:pt x="34212" y="27472"/>
                    <a:pt x="34507" y="27594"/>
                  </a:cubicBezTo>
                  <a:cubicBezTo>
                    <a:pt x="34580" y="27625"/>
                    <a:pt x="34658" y="27641"/>
                    <a:pt x="34736" y="27641"/>
                  </a:cubicBezTo>
                  <a:cubicBezTo>
                    <a:pt x="34767" y="27641"/>
                    <a:pt x="34798" y="27639"/>
                    <a:pt x="34828" y="27634"/>
                  </a:cubicBezTo>
                  <a:cubicBezTo>
                    <a:pt x="35027" y="27601"/>
                    <a:pt x="35193" y="27472"/>
                    <a:pt x="35276" y="27288"/>
                  </a:cubicBezTo>
                  <a:cubicBezTo>
                    <a:pt x="36329" y="24796"/>
                    <a:pt x="37003" y="22455"/>
                    <a:pt x="37327" y="20126"/>
                  </a:cubicBezTo>
                  <a:cubicBezTo>
                    <a:pt x="38041" y="15027"/>
                    <a:pt x="36924" y="10195"/>
                    <a:pt x="34259" y="6689"/>
                  </a:cubicBezTo>
                  <a:cubicBezTo>
                    <a:pt x="34673" y="6455"/>
                    <a:pt x="35092" y="6192"/>
                    <a:pt x="35427" y="5968"/>
                  </a:cubicBezTo>
                  <a:cubicBezTo>
                    <a:pt x="38074" y="7995"/>
                    <a:pt x="40995" y="10483"/>
                    <a:pt x="43159" y="13674"/>
                  </a:cubicBezTo>
                  <a:cubicBezTo>
                    <a:pt x="45109" y="16534"/>
                    <a:pt x="46162" y="19635"/>
                    <a:pt x="46213" y="22582"/>
                  </a:cubicBezTo>
                  <a:cubicBezTo>
                    <a:pt x="46224" y="23169"/>
                    <a:pt x="46195" y="23757"/>
                    <a:pt x="46123" y="24338"/>
                  </a:cubicBezTo>
                  <a:cubicBezTo>
                    <a:pt x="46087" y="24659"/>
                    <a:pt x="46314" y="24947"/>
                    <a:pt x="46631" y="24987"/>
                  </a:cubicBezTo>
                  <a:cubicBezTo>
                    <a:pt x="46654" y="24992"/>
                    <a:pt x="46677" y="24994"/>
                    <a:pt x="46701" y="24994"/>
                  </a:cubicBezTo>
                  <a:cubicBezTo>
                    <a:pt x="46733" y="24994"/>
                    <a:pt x="46766" y="24990"/>
                    <a:pt x="46797" y="24983"/>
                  </a:cubicBezTo>
                  <a:cubicBezTo>
                    <a:pt x="47053" y="24944"/>
                    <a:pt x="47248" y="24742"/>
                    <a:pt x="47284" y="24486"/>
                  </a:cubicBezTo>
                  <a:cubicBezTo>
                    <a:pt x="47746" y="20775"/>
                    <a:pt x="46628" y="16700"/>
                    <a:pt x="44125" y="13022"/>
                  </a:cubicBezTo>
                  <a:cubicBezTo>
                    <a:pt x="41882" y="9733"/>
                    <a:pt x="38799" y="7097"/>
                    <a:pt x="36224" y="5110"/>
                  </a:cubicBezTo>
                  <a:cubicBezTo>
                    <a:pt x="36278" y="4742"/>
                    <a:pt x="36170" y="4241"/>
                    <a:pt x="36008" y="3873"/>
                  </a:cubicBezTo>
                  <a:cubicBezTo>
                    <a:pt x="35928" y="3696"/>
                    <a:pt x="35838" y="3548"/>
                    <a:pt x="35744" y="3465"/>
                  </a:cubicBezTo>
                  <a:cubicBezTo>
                    <a:pt x="35391" y="3148"/>
                    <a:pt x="33927" y="2250"/>
                    <a:pt x="33325" y="2005"/>
                  </a:cubicBezTo>
                  <a:cubicBezTo>
                    <a:pt x="33050" y="1895"/>
                    <a:pt x="32390" y="1772"/>
                    <a:pt x="31775" y="1772"/>
                  </a:cubicBezTo>
                  <a:cubicBezTo>
                    <a:pt x="31664" y="1772"/>
                    <a:pt x="31555" y="1776"/>
                    <a:pt x="31449" y="1785"/>
                  </a:cubicBezTo>
                  <a:cubicBezTo>
                    <a:pt x="30235" y="692"/>
                    <a:pt x="28543" y="0"/>
                    <a:pt x="268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18"/>
            <p:cNvSpPr/>
            <p:nvPr/>
          </p:nvSpPr>
          <p:spPr>
            <a:xfrm rot="1102292">
              <a:off x="2183428" y="2206529"/>
              <a:ext cx="205160" cy="183870"/>
            </a:xfrm>
            <a:custGeom>
              <a:avLst/>
              <a:gdLst/>
              <a:ahLst/>
              <a:cxnLst/>
              <a:rect l="l" t="t" r="r" b="b"/>
              <a:pathLst>
                <a:path w="12489" h="11193" extrusionOk="0">
                  <a:moveTo>
                    <a:pt x="9728" y="1"/>
                  </a:moveTo>
                  <a:cubicBezTo>
                    <a:pt x="9382" y="1"/>
                    <a:pt x="9056" y="185"/>
                    <a:pt x="8698" y="575"/>
                  </a:cubicBezTo>
                  <a:cubicBezTo>
                    <a:pt x="8536" y="755"/>
                    <a:pt x="8385" y="943"/>
                    <a:pt x="8248" y="1145"/>
                  </a:cubicBezTo>
                  <a:cubicBezTo>
                    <a:pt x="7394" y="2365"/>
                    <a:pt x="6827" y="3659"/>
                    <a:pt x="6054" y="3659"/>
                  </a:cubicBezTo>
                  <a:cubicBezTo>
                    <a:pt x="5893" y="3659"/>
                    <a:pt x="5723" y="3603"/>
                    <a:pt x="5539" y="3478"/>
                  </a:cubicBezTo>
                  <a:cubicBezTo>
                    <a:pt x="5539" y="3478"/>
                    <a:pt x="0" y="8357"/>
                    <a:pt x="1630" y="9882"/>
                  </a:cubicBezTo>
                  <a:cubicBezTo>
                    <a:pt x="1926" y="10160"/>
                    <a:pt x="2261" y="10394"/>
                    <a:pt x="2622" y="10578"/>
                  </a:cubicBezTo>
                  <a:cubicBezTo>
                    <a:pt x="3337" y="10963"/>
                    <a:pt x="4180" y="11193"/>
                    <a:pt x="5045" y="11193"/>
                  </a:cubicBezTo>
                  <a:cubicBezTo>
                    <a:pt x="6281" y="11193"/>
                    <a:pt x="7559" y="10721"/>
                    <a:pt x="8565" y="9554"/>
                  </a:cubicBezTo>
                  <a:cubicBezTo>
                    <a:pt x="10635" y="7145"/>
                    <a:pt x="12488" y="1956"/>
                    <a:pt x="11223" y="824"/>
                  </a:cubicBezTo>
                  <a:cubicBezTo>
                    <a:pt x="10626" y="289"/>
                    <a:pt x="10161" y="1"/>
                    <a:pt x="97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18"/>
            <p:cNvSpPr/>
            <p:nvPr/>
          </p:nvSpPr>
          <p:spPr>
            <a:xfrm rot="1102292">
              <a:off x="2174944" y="2222152"/>
              <a:ext cx="131582" cy="145956"/>
            </a:xfrm>
            <a:custGeom>
              <a:avLst/>
              <a:gdLst/>
              <a:ahLst/>
              <a:cxnLst/>
              <a:rect l="l" t="t" r="r" b="b"/>
              <a:pathLst>
                <a:path w="8010" h="8885" extrusionOk="0">
                  <a:moveTo>
                    <a:pt x="4908" y="1"/>
                  </a:moveTo>
                  <a:cubicBezTo>
                    <a:pt x="4822" y="1"/>
                    <a:pt x="4735" y="5"/>
                    <a:pt x="4649" y="14"/>
                  </a:cubicBezTo>
                  <a:lnTo>
                    <a:pt x="4649" y="43"/>
                  </a:lnTo>
                  <a:cubicBezTo>
                    <a:pt x="3707" y="108"/>
                    <a:pt x="2355" y="1284"/>
                    <a:pt x="1345" y="3029"/>
                  </a:cubicBezTo>
                  <a:cubicBezTo>
                    <a:pt x="372" y="4709"/>
                    <a:pt x="0" y="6393"/>
                    <a:pt x="339" y="7273"/>
                  </a:cubicBezTo>
                  <a:lnTo>
                    <a:pt x="307" y="7288"/>
                  </a:lnTo>
                  <a:cubicBezTo>
                    <a:pt x="534" y="7825"/>
                    <a:pt x="898" y="8265"/>
                    <a:pt x="1389" y="8550"/>
                  </a:cubicBezTo>
                  <a:cubicBezTo>
                    <a:pt x="1780" y="8777"/>
                    <a:pt x="2217" y="8884"/>
                    <a:pt x="2673" y="8884"/>
                  </a:cubicBezTo>
                  <a:cubicBezTo>
                    <a:pt x="4088" y="8884"/>
                    <a:pt x="5689" y="7850"/>
                    <a:pt x="6690" y="6137"/>
                  </a:cubicBezTo>
                  <a:cubicBezTo>
                    <a:pt x="8010" y="3869"/>
                    <a:pt x="7768" y="1273"/>
                    <a:pt x="6163" y="335"/>
                  </a:cubicBezTo>
                  <a:cubicBezTo>
                    <a:pt x="5780" y="115"/>
                    <a:pt x="5347" y="1"/>
                    <a:pt x="4908" y="1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18"/>
            <p:cNvSpPr/>
            <p:nvPr/>
          </p:nvSpPr>
          <p:spPr>
            <a:xfrm rot="1102292">
              <a:off x="2174944" y="2222152"/>
              <a:ext cx="131582" cy="145956"/>
            </a:xfrm>
            <a:custGeom>
              <a:avLst/>
              <a:gdLst/>
              <a:ahLst/>
              <a:cxnLst/>
              <a:rect l="l" t="t" r="r" b="b"/>
              <a:pathLst>
                <a:path w="8010" h="8885" extrusionOk="0">
                  <a:moveTo>
                    <a:pt x="4908" y="1"/>
                  </a:moveTo>
                  <a:cubicBezTo>
                    <a:pt x="4822" y="1"/>
                    <a:pt x="4735" y="5"/>
                    <a:pt x="4649" y="14"/>
                  </a:cubicBezTo>
                  <a:lnTo>
                    <a:pt x="4649" y="43"/>
                  </a:lnTo>
                  <a:cubicBezTo>
                    <a:pt x="3707" y="108"/>
                    <a:pt x="2355" y="1284"/>
                    <a:pt x="1345" y="3029"/>
                  </a:cubicBezTo>
                  <a:cubicBezTo>
                    <a:pt x="372" y="4709"/>
                    <a:pt x="0" y="6393"/>
                    <a:pt x="339" y="7273"/>
                  </a:cubicBezTo>
                  <a:lnTo>
                    <a:pt x="307" y="7288"/>
                  </a:lnTo>
                  <a:cubicBezTo>
                    <a:pt x="534" y="7825"/>
                    <a:pt x="898" y="8265"/>
                    <a:pt x="1389" y="8550"/>
                  </a:cubicBezTo>
                  <a:cubicBezTo>
                    <a:pt x="1780" y="8777"/>
                    <a:pt x="2217" y="8884"/>
                    <a:pt x="2673" y="8884"/>
                  </a:cubicBezTo>
                  <a:cubicBezTo>
                    <a:pt x="4088" y="8884"/>
                    <a:pt x="5689" y="7850"/>
                    <a:pt x="6690" y="6137"/>
                  </a:cubicBezTo>
                  <a:cubicBezTo>
                    <a:pt x="8010" y="3869"/>
                    <a:pt x="7768" y="1273"/>
                    <a:pt x="6163" y="335"/>
                  </a:cubicBezTo>
                  <a:cubicBezTo>
                    <a:pt x="5780" y="115"/>
                    <a:pt x="5347" y="1"/>
                    <a:pt x="4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18"/>
            <p:cNvSpPr/>
            <p:nvPr/>
          </p:nvSpPr>
          <p:spPr>
            <a:xfrm rot="1102292">
              <a:off x="2178218" y="2218185"/>
              <a:ext cx="99713" cy="129020"/>
            </a:xfrm>
            <a:custGeom>
              <a:avLst/>
              <a:gdLst/>
              <a:ahLst/>
              <a:cxnLst/>
              <a:rect l="l" t="t" r="r" b="b"/>
              <a:pathLst>
                <a:path w="6070" h="7854" extrusionOk="0">
                  <a:moveTo>
                    <a:pt x="4723" y="0"/>
                  </a:moveTo>
                  <a:cubicBezTo>
                    <a:pt x="4698" y="0"/>
                    <a:pt x="4673" y="1"/>
                    <a:pt x="4649" y="3"/>
                  </a:cubicBezTo>
                  <a:cubicBezTo>
                    <a:pt x="3707" y="68"/>
                    <a:pt x="2355" y="1247"/>
                    <a:pt x="1345" y="2989"/>
                  </a:cubicBezTo>
                  <a:cubicBezTo>
                    <a:pt x="372" y="4669"/>
                    <a:pt x="0" y="6357"/>
                    <a:pt x="343" y="7237"/>
                  </a:cubicBezTo>
                  <a:cubicBezTo>
                    <a:pt x="433" y="7461"/>
                    <a:pt x="567" y="7634"/>
                    <a:pt x="743" y="7738"/>
                  </a:cubicBezTo>
                  <a:cubicBezTo>
                    <a:pt x="878" y="7816"/>
                    <a:pt x="1031" y="7854"/>
                    <a:pt x="1198" y="7854"/>
                  </a:cubicBezTo>
                  <a:cubicBezTo>
                    <a:pt x="2144" y="7854"/>
                    <a:pt x="3542" y="6661"/>
                    <a:pt x="4580" y="4871"/>
                  </a:cubicBezTo>
                  <a:cubicBezTo>
                    <a:pt x="5803" y="2765"/>
                    <a:pt x="6069" y="638"/>
                    <a:pt x="5182" y="115"/>
                  </a:cubicBezTo>
                  <a:cubicBezTo>
                    <a:pt x="5039" y="40"/>
                    <a:pt x="4882" y="0"/>
                    <a:pt x="47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18"/>
            <p:cNvSpPr/>
            <p:nvPr/>
          </p:nvSpPr>
          <p:spPr>
            <a:xfrm rot="1102292">
              <a:off x="1815266" y="1674318"/>
              <a:ext cx="154991" cy="262392"/>
            </a:xfrm>
            <a:custGeom>
              <a:avLst/>
              <a:gdLst/>
              <a:ahLst/>
              <a:cxnLst/>
              <a:rect l="l" t="t" r="r" b="b"/>
              <a:pathLst>
                <a:path w="9435" h="15973" extrusionOk="0">
                  <a:moveTo>
                    <a:pt x="9434" y="1"/>
                  </a:moveTo>
                  <a:lnTo>
                    <a:pt x="4786" y="5334"/>
                  </a:lnTo>
                  <a:lnTo>
                    <a:pt x="4782" y="5342"/>
                  </a:lnTo>
                  <a:lnTo>
                    <a:pt x="1101" y="10996"/>
                  </a:lnTo>
                  <a:lnTo>
                    <a:pt x="1" y="15972"/>
                  </a:lnTo>
                  <a:lnTo>
                    <a:pt x="9434" y="1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18"/>
            <p:cNvSpPr/>
            <p:nvPr/>
          </p:nvSpPr>
          <p:spPr>
            <a:xfrm rot="1102292">
              <a:off x="1948664" y="1797005"/>
              <a:ext cx="62571" cy="123878"/>
            </a:xfrm>
            <a:custGeom>
              <a:avLst/>
              <a:gdLst/>
              <a:ahLst/>
              <a:cxnLst/>
              <a:rect l="l" t="t" r="r" b="b"/>
              <a:pathLst>
                <a:path w="3809" h="7541" extrusionOk="0">
                  <a:moveTo>
                    <a:pt x="3809" y="0"/>
                  </a:moveTo>
                  <a:lnTo>
                    <a:pt x="0" y="7540"/>
                  </a:lnTo>
                  <a:lnTo>
                    <a:pt x="3008" y="4587"/>
                  </a:lnTo>
                  <a:cubicBezTo>
                    <a:pt x="3091" y="4504"/>
                    <a:pt x="3145" y="4396"/>
                    <a:pt x="3163" y="4281"/>
                  </a:cubicBezTo>
                  <a:lnTo>
                    <a:pt x="3809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18"/>
            <p:cNvSpPr/>
            <p:nvPr/>
          </p:nvSpPr>
          <p:spPr>
            <a:xfrm rot="1102292">
              <a:off x="1786511" y="1608808"/>
              <a:ext cx="255082" cy="441515"/>
            </a:xfrm>
            <a:custGeom>
              <a:avLst/>
              <a:gdLst/>
              <a:ahLst/>
              <a:cxnLst/>
              <a:rect l="l" t="t" r="r" b="b"/>
              <a:pathLst>
                <a:path w="15528" h="26877" extrusionOk="0">
                  <a:moveTo>
                    <a:pt x="15055" y="0"/>
                  </a:moveTo>
                  <a:lnTo>
                    <a:pt x="454" y="24522"/>
                  </a:lnTo>
                  <a:lnTo>
                    <a:pt x="83" y="26210"/>
                  </a:lnTo>
                  <a:cubicBezTo>
                    <a:pt x="1" y="26588"/>
                    <a:pt x="298" y="26876"/>
                    <a:pt x="617" y="26876"/>
                  </a:cubicBezTo>
                  <a:cubicBezTo>
                    <a:pt x="748" y="26876"/>
                    <a:pt x="882" y="26828"/>
                    <a:pt x="995" y="26718"/>
                  </a:cubicBezTo>
                  <a:lnTo>
                    <a:pt x="5196" y="22589"/>
                  </a:lnTo>
                  <a:lnTo>
                    <a:pt x="14854" y="4731"/>
                  </a:lnTo>
                  <a:lnTo>
                    <a:pt x="15477" y="610"/>
                  </a:lnTo>
                  <a:cubicBezTo>
                    <a:pt x="15528" y="325"/>
                    <a:pt x="15337" y="54"/>
                    <a:pt x="1505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18"/>
            <p:cNvSpPr/>
            <p:nvPr/>
          </p:nvSpPr>
          <p:spPr>
            <a:xfrm rot="1102292">
              <a:off x="1860445" y="2537409"/>
              <a:ext cx="5700" cy="1199"/>
            </a:xfrm>
            <a:custGeom>
              <a:avLst/>
              <a:gdLst/>
              <a:ahLst/>
              <a:cxnLst/>
              <a:rect l="l" t="t" r="r" b="b"/>
              <a:pathLst>
                <a:path w="347" h="73" extrusionOk="0">
                  <a:moveTo>
                    <a:pt x="347" y="0"/>
                  </a:moveTo>
                  <a:lnTo>
                    <a:pt x="347" y="0"/>
                  </a:lnTo>
                  <a:cubicBezTo>
                    <a:pt x="231" y="25"/>
                    <a:pt x="116" y="51"/>
                    <a:pt x="0" y="72"/>
                  </a:cubicBezTo>
                  <a:cubicBezTo>
                    <a:pt x="112" y="54"/>
                    <a:pt x="228" y="29"/>
                    <a:pt x="347" y="0"/>
                  </a:cubicBezTo>
                  <a:close/>
                </a:path>
              </a:pathLst>
            </a:custGeom>
            <a:solidFill>
              <a:srgbClr val="514A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18"/>
            <p:cNvSpPr/>
            <p:nvPr/>
          </p:nvSpPr>
          <p:spPr>
            <a:xfrm rot="1102292">
              <a:off x="2457148" y="2240547"/>
              <a:ext cx="142539" cy="211287"/>
            </a:xfrm>
            <a:custGeom>
              <a:avLst/>
              <a:gdLst/>
              <a:ahLst/>
              <a:cxnLst/>
              <a:rect l="l" t="t" r="r" b="b"/>
              <a:pathLst>
                <a:path w="8677" h="12862" extrusionOk="0">
                  <a:moveTo>
                    <a:pt x="5070" y="1"/>
                  </a:moveTo>
                  <a:cubicBezTo>
                    <a:pt x="4778" y="1"/>
                    <a:pt x="4540" y="54"/>
                    <a:pt x="4346" y="173"/>
                  </a:cubicBezTo>
                  <a:cubicBezTo>
                    <a:pt x="3946" y="421"/>
                    <a:pt x="3740" y="952"/>
                    <a:pt x="3650" y="1878"/>
                  </a:cubicBezTo>
                  <a:cubicBezTo>
                    <a:pt x="3479" y="3609"/>
                    <a:pt x="3703" y="5241"/>
                    <a:pt x="2555" y="5241"/>
                  </a:cubicBezTo>
                  <a:cubicBezTo>
                    <a:pt x="2517" y="5241"/>
                    <a:pt x="2477" y="5239"/>
                    <a:pt x="2435" y="5236"/>
                  </a:cubicBezTo>
                  <a:cubicBezTo>
                    <a:pt x="2435" y="5236"/>
                    <a:pt x="1" y="12203"/>
                    <a:pt x="2171" y="12736"/>
                  </a:cubicBezTo>
                  <a:cubicBezTo>
                    <a:pt x="2478" y="12809"/>
                    <a:pt x="2795" y="12848"/>
                    <a:pt x="3109" y="12859"/>
                  </a:cubicBezTo>
                  <a:cubicBezTo>
                    <a:pt x="3162" y="12861"/>
                    <a:pt x="3214" y="12862"/>
                    <a:pt x="3267" y="12862"/>
                  </a:cubicBezTo>
                  <a:cubicBezTo>
                    <a:pt x="5260" y="12862"/>
                    <a:pt x="7519" y="11668"/>
                    <a:pt x="8049" y="9055"/>
                  </a:cubicBezTo>
                  <a:cubicBezTo>
                    <a:pt x="8677" y="5946"/>
                    <a:pt x="7747" y="508"/>
                    <a:pt x="6091" y="140"/>
                  </a:cubicBezTo>
                  <a:cubicBezTo>
                    <a:pt x="5693" y="51"/>
                    <a:pt x="5356" y="1"/>
                    <a:pt x="50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18"/>
            <p:cNvSpPr/>
            <p:nvPr/>
          </p:nvSpPr>
          <p:spPr>
            <a:xfrm rot="1102292">
              <a:off x="2474436" y="2441240"/>
              <a:ext cx="131" cy="394"/>
            </a:xfrm>
            <a:custGeom>
              <a:avLst/>
              <a:gdLst/>
              <a:ahLst/>
              <a:cxnLst/>
              <a:rect l="l" t="t" r="r" b="b"/>
              <a:pathLst>
                <a:path w="8" h="24" extrusionOk="0">
                  <a:moveTo>
                    <a:pt x="1" y="0"/>
                  </a:moveTo>
                  <a:cubicBezTo>
                    <a:pt x="1" y="0"/>
                    <a:pt x="1" y="5"/>
                    <a:pt x="1" y="15"/>
                  </a:cubicBezTo>
                  <a:cubicBezTo>
                    <a:pt x="1" y="21"/>
                    <a:pt x="2" y="24"/>
                    <a:pt x="3" y="24"/>
                  </a:cubicBezTo>
                  <a:cubicBezTo>
                    <a:pt x="5" y="24"/>
                    <a:pt x="6" y="22"/>
                    <a:pt x="8" y="18"/>
                  </a:cubicBezTo>
                  <a:cubicBezTo>
                    <a:pt x="4" y="7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514A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18"/>
            <p:cNvSpPr/>
            <p:nvPr/>
          </p:nvSpPr>
          <p:spPr>
            <a:xfrm rot="1102292">
              <a:off x="2431271" y="2293235"/>
              <a:ext cx="102621" cy="156059"/>
            </a:xfrm>
            <a:custGeom>
              <a:avLst/>
              <a:gdLst/>
              <a:ahLst/>
              <a:cxnLst/>
              <a:rect l="l" t="t" r="r" b="b"/>
              <a:pathLst>
                <a:path w="6247" h="9500" extrusionOk="0">
                  <a:moveTo>
                    <a:pt x="2886" y="1"/>
                  </a:moveTo>
                  <a:cubicBezTo>
                    <a:pt x="2366" y="1"/>
                    <a:pt x="1857" y="163"/>
                    <a:pt x="1429" y="462"/>
                  </a:cubicBezTo>
                  <a:lnTo>
                    <a:pt x="1443" y="491"/>
                  </a:lnTo>
                  <a:cubicBezTo>
                    <a:pt x="653" y="1007"/>
                    <a:pt x="51" y="2694"/>
                    <a:pt x="26" y="4710"/>
                  </a:cubicBezTo>
                  <a:cubicBezTo>
                    <a:pt x="1" y="6647"/>
                    <a:pt x="502" y="8302"/>
                    <a:pt x="1230" y="8901"/>
                  </a:cubicBezTo>
                  <a:lnTo>
                    <a:pt x="1209" y="8929"/>
                  </a:lnTo>
                  <a:cubicBezTo>
                    <a:pt x="1667" y="9286"/>
                    <a:pt x="2200" y="9492"/>
                    <a:pt x="2770" y="9499"/>
                  </a:cubicBezTo>
                  <a:cubicBezTo>
                    <a:pt x="2781" y="9499"/>
                    <a:pt x="2792" y="9499"/>
                    <a:pt x="2803" y="9499"/>
                  </a:cubicBezTo>
                  <a:cubicBezTo>
                    <a:pt x="4645" y="9499"/>
                    <a:pt x="6164" y="7406"/>
                    <a:pt x="6210" y="4797"/>
                  </a:cubicBezTo>
                  <a:cubicBezTo>
                    <a:pt x="6246" y="2175"/>
                    <a:pt x="4764" y="29"/>
                    <a:pt x="2903" y="1"/>
                  </a:cubicBezTo>
                  <a:cubicBezTo>
                    <a:pt x="2898" y="1"/>
                    <a:pt x="2892" y="1"/>
                    <a:pt x="2886" y="1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18"/>
            <p:cNvSpPr/>
            <p:nvPr/>
          </p:nvSpPr>
          <p:spPr>
            <a:xfrm rot="1102292">
              <a:off x="2431271" y="2293235"/>
              <a:ext cx="102621" cy="156059"/>
            </a:xfrm>
            <a:custGeom>
              <a:avLst/>
              <a:gdLst/>
              <a:ahLst/>
              <a:cxnLst/>
              <a:rect l="l" t="t" r="r" b="b"/>
              <a:pathLst>
                <a:path w="6247" h="9500" extrusionOk="0">
                  <a:moveTo>
                    <a:pt x="2886" y="1"/>
                  </a:moveTo>
                  <a:cubicBezTo>
                    <a:pt x="2366" y="1"/>
                    <a:pt x="1857" y="163"/>
                    <a:pt x="1429" y="462"/>
                  </a:cubicBezTo>
                  <a:lnTo>
                    <a:pt x="1443" y="491"/>
                  </a:lnTo>
                  <a:cubicBezTo>
                    <a:pt x="653" y="1007"/>
                    <a:pt x="51" y="2694"/>
                    <a:pt x="26" y="4710"/>
                  </a:cubicBezTo>
                  <a:cubicBezTo>
                    <a:pt x="1" y="6647"/>
                    <a:pt x="502" y="8302"/>
                    <a:pt x="1230" y="8901"/>
                  </a:cubicBezTo>
                  <a:lnTo>
                    <a:pt x="1209" y="8929"/>
                  </a:lnTo>
                  <a:cubicBezTo>
                    <a:pt x="1667" y="9286"/>
                    <a:pt x="2200" y="9492"/>
                    <a:pt x="2770" y="9499"/>
                  </a:cubicBezTo>
                  <a:cubicBezTo>
                    <a:pt x="2781" y="9499"/>
                    <a:pt x="2792" y="9499"/>
                    <a:pt x="2803" y="9499"/>
                  </a:cubicBezTo>
                  <a:cubicBezTo>
                    <a:pt x="4645" y="9499"/>
                    <a:pt x="6164" y="7406"/>
                    <a:pt x="6210" y="4797"/>
                  </a:cubicBezTo>
                  <a:cubicBezTo>
                    <a:pt x="6246" y="2175"/>
                    <a:pt x="4764" y="29"/>
                    <a:pt x="2903" y="1"/>
                  </a:cubicBezTo>
                  <a:cubicBezTo>
                    <a:pt x="2898" y="1"/>
                    <a:pt x="2892" y="1"/>
                    <a:pt x="28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18"/>
            <p:cNvSpPr/>
            <p:nvPr/>
          </p:nvSpPr>
          <p:spPr>
            <a:xfrm rot="1102292">
              <a:off x="2432377" y="2292258"/>
              <a:ext cx="62456" cy="144856"/>
            </a:xfrm>
            <a:custGeom>
              <a:avLst/>
              <a:gdLst/>
              <a:ahLst/>
              <a:cxnLst/>
              <a:rect l="l" t="t" r="r" b="b"/>
              <a:pathLst>
                <a:path w="3802" h="8818" extrusionOk="0">
                  <a:moveTo>
                    <a:pt x="1962" y="0"/>
                  </a:moveTo>
                  <a:cubicBezTo>
                    <a:pt x="1778" y="4"/>
                    <a:pt x="1598" y="61"/>
                    <a:pt x="1447" y="166"/>
                  </a:cubicBezTo>
                  <a:cubicBezTo>
                    <a:pt x="657" y="682"/>
                    <a:pt x="55" y="2369"/>
                    <a:pt x="26" y="4385"/>
                  </a:cubicBezTo>
                  <a:cubicBezTo>
                    <a:pt x="1" y="6322"/>
                    <a:pt x="502" y="7977"/>
                    <a:pt x="1234" y="8576"/>
                  </a:cubicBezTo>
                  <a:cubicBezTo>
                    <a:pt x="1421" y="8727"/>
                    <a:pt x="1623" y="8814"/>
                    <a:pt x="1829" y="8817"/>
                  </a:cubicBezTo>
                  <a:cubicBezTo>
                    <a:pt x="1833" y="8817"/>
                    <a:pt x="1836" y="8817"/>
                    <a:pt x="1840" y="8817"/>
                  </a:cubicBezTo>
                  <a:cubicBezTo>
                    <a:pt x="2870" y="8817"/>
                    <a:pt x="3733" y="6865"/>
                    <a:pt x="3769" y="4439"/>
                  </a:cubicBezTo>
                  <a:cubicBezTo>
                    <a:pt x="3801" y="2005"/>
                    <a:pt x="2994" y="18"/>
                    <a:pt x="1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007164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3" name="Google Shape;413;p19"/>
          <p:cNvGrpSpPr/>
          <p:nvPr/>
        </p:nvGrpSpPr>
        <p:grpSpPr>
          <a:xfrm>
            <a:off x="10914447" y="5232527"/>
            <a:ext cx="1099600" cy="1420012"/>
            <a:chOff x="8185835" y="3924395"/>
            <a:chExt cx="824700" cy="1065009"/>
          </a:xfrm>
        </p:grpSpPr>
        <p:sp>
          <p:nvSpPr>
            <p:cNvPr id="414" name="Google Shape;414;p19"/>
            <p:cNvSpPr/>
            <p:nvPr/>
          </p:nvSpPr>
          <p:spPr>
            <a:xfrm>
              <a:off x="8185835" y="48470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8796787" y="48292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8474438" y="46342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8886635" y="42255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8660235" y="39243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19" name="Google Shape;419;p19"/>
            <p:cNvCxnSpPr>
              <a:stCxn id="418" idx="5"/>
              <a:endCxn id="417" idx="1"/>
            </p:cNvCxnSpPr>
            <p:nvPr/>
          </p:nvCxnSpPr>
          <p:spPr>
            <a:xfrm>
              <a:off x="8765990" y="4030663"/>
              <a:ext cx="138900" cy="21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19"/>
            <p:cNvCxnSpPr>
              <a:stCxn id="416" idx="7"/>
              <a:endCxn id="417" idx="3"/>
            </p:cNvCxnSpPr>
            <p:nvPr/>
          </p:nvCxnSpPr>
          <p:spPr>
            <a:xfrm rot="10800000" flipH="1">
              <a:off x="8559708" y="4331820"/>
              <a:ext cx="345000" cy="31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19"/>
            <p:cNvCxnSpPr>
              <a:stCxn id="415" idx="0"/>
              <a:endCxn id="417" idx="4"/>
            </p:cNvCxnSpPr>
            <p:nvPr/>
          </p:nvCxnSpPr>
          <p:spPr>
            <a:xfrm rot="10800000" flipH="1">
              <a:off x="8876587" y="4350104"/>
              <a:ext cx="72000" cy="479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2" name="Google Shape;422;p19"/>
            <p:cNvCxnSpPr>
              <a:stCxn id="415" idx="2"/>
              <a:endCxn id="414" idx="6"/>
            </p:cNvCxnSpPr>
            <p:nvPr/>
          </p:nvCxnSpPr>
          <p:spPr>
            <a:xfrm rot="10800000">
              <a:off x="8309587" y="4909304"/>
              <a:ext cx="487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3" name="Google Shape;423;p19"/>
          <p:cNvGrpSpPr/>
          <p:nvPr/>
        </p:nvGrpSpPr>
        <p:grpSpPr>
          <a:xfrm rot="-5040343">
            <a:off x="11075039" y="4685795"/>
            <a:ext cx="1188669" cy="594644"/>
            <a:chOff x="6086682" y="1657156"/>
            <a:chExt cx="1017475" cy="509002"/>
          </a:xfrm>
        </p:grpSpPr>
        <p:sp>
          <p:nvSpPr>
            <p:cNvPr id="424" name="Google Shape;424;p19"/>
            <p:cNvSpPr/>
            <p:nvPr/>
          </p:nvSpPr>
          <p:spPr>
            <a:xfrm>
              <a:off x="7038826" y="1923197"/>
              <a:ext cx="64048" cy="53988"/>
            </a:xfrm>
            <a:custGeom>
              <a:avLst/>
              <a:gdLst/>
              <a:ahLst/>
              <a:cxnLst/>
              <a:rect l="l" t="t" r="r" b="b"/>
              <a:pathLst>
                <a:path w="3177" h="2678" extrusionOk="0">
                  <a:moveTo>
                    <a:pt x="3103" y="1"/>
                  </a:moveTo>
                  <a:lnTo>
                    <a:pt x="0" y="1337"/>
                  </a:lnTo>
                  <a:lnTo>
                    <a:pt x="3103" y="2678"/>
                  </a:lnTo>
                  <a:cubicBezTo>
                    <a:pt x="3177" y="1199"/>
                    <a:pt x="3103" y="1"/>
                    <a:pt x="3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25" name="Google Shape;425;p19"/>
            <p:cNvGrpSpPr/>
            <p:nvPr/>
          </p:nvGrpSpPr>
          <p:grpSpPr>
            <a:xfrm>
              <a:off x="6086682" y="1657156"/>
              <a:ext cx="1017475" cy="509002"/>
              <a:chOff x="6086682" y="1657156"/>
              <a:chExt cx="1017475" cy="509002"/>
            </a:xfrm>
          </p:grpSpPr>
          <p:sp>
            <p:nvSpPr>
              <p:cNvPr id="426" name="Google Shape;426;p19"/>
              <p:cNvSpPr/>
              <p:nvPr/>
            </p:nvSpPr>
            <p:spPr>
              <a:xfrm>
                <a:off x="6088234" y="1818139"/>
                <a:ext cx="53323" cy="59311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2942" extrusionOk="0">
                    <a:moveTo>
                      <a:pt x="49" y="1"/>
                    </a:moveTo>
                    <a:cubicBezTo>
                      <a:pt x="1" y="979"/>
                      <a:pt x="1" y="1958"/>
                      <a:pt x="49" y="2941"/>
                    </a:cubicBezTo>
                    <a:lnTo>
                      <a:pt x="2645" y="1861"/>
                    </a:lnTo>
                    <a:lnTo>
                      <a:pt x="4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6086682" y="1708989"/>
                <a:ext cx="1017475" cy="457168"/>
              </a:xfrm>
              <a:custGeom>
                <a:avLst/>
                <a:gdLst/>
                <a:ahLst/>
                <a:cxnLst/>
                <a:rect l="l" t="t" r="r" b="b"/>
                <a:pathLst>
                  <a:path w="50470" h="22677" extrusionOk="0">
                    <a:moveTo>
                      <a:pt x="18072" y="0"/>
                    </a:moveTo>
                    <a:cubicBezTo>
                      <a:pt x="17710" y="0"/>
                      <a:pt x="17347" y="57"/>
                      <a:pt x="16999" y="171"/>
                    </a:cubicBezTo>
                    <a:cubicBezTo>
                      <a:pt x="9408" y="2669"/>
                      <a:pt x="2978" y="6056"/>
                      <a:pt x="488" y="7445"/>
                    </a:cubicBezTo>
                    <a:cubicBezTo>
                      <a:pt x="0" y="7718"/>
                      <a:pt x="8" y="8416"/>
                      <a:pt x="500" y="8680"/>
                    </a:cubicBezTo>
                    <a:cubicBezTo>
                      <a:pt x="12576" y="15127"/>
                      <a:pt x="26598" y="20748"/>
                      <a:pt x="30924" y="22438"/>
                    </a:cubicBezTo>
                    <a:cubicBezTo>
                      <a:pt x="31332" y="22597"/>
                      <a:pt x="31761" y="22676"/>
                      <a:pt x="32191" y="22676"/>
                    </a:cubicBezTo>
                    <a:cubicBezTo>
                      <a:pt x="32672" y="22676"/>
                      <a:pt x="33152" y="22577"/>
                      <a:pt x="33600" y="22377"/>
                    </a:cubicBezTo>
                    <a:cubicBezTo>
                      <a:pt x="40136" y="19501"/>
                      <a:pt x="47301" y="15427"/>
                      <a:pt x="49990" y="13867"/>
                    </a:cubicBezTo>
                    <a:cubicBezTo>
                      <a:pt x="50470" y="13587"/>
                      <a:pt x="50453" y="12884"/>
                      <a:pt x="49958" y="12633"/>
                    </a:cubicBezTo>
                    <a:cubicBezTo>
                      <a:pt x="40579" y="7848"/>
                      <a:pt x="23689" y="1779"/>
                      <a:pt x="19225" y="199"/>
                    </a:cubicBezTo>
                    <a:cubicBezTo>
                      <a:pt x="18853" y="66"/>
                      <a:pt x="18462" y="0"/>
                      <a:pt x="180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6086682" y="1657156"/>
                <a:ext cx="1017475" cy="457168"/>
              </a:xfrm>
              <a:custGeom>
                <a:avLst/>
                <a:gdLst/>
                <a:ahLst/>
                <a:cxnLst/>
                <a:rect l="l" t="t" r="r" b="b"/>
                <a:pathLst>
                  <a:path w="50470" h="22677" extrusionOk="0">
                    <a:moveTo>
                      <a:pt x="18072" y="0"/>
                    </a:moveTo>
                    <a:cubicBezTo>
                      <a:pt x="17710" y="0"/>
                      <a:pt x="17347" y="57"/>
                      <a:pt x="16999" y="170"/>
                    </a:cubicBezTo>
                    <a:cubicBezTo>
                      <a:pt x="9408" y="2668"/>
                      <a:pt x="2978" y="6056"/>
                      <a:pt x="488" y="7445"/>
                    </a:cubicBezTo>
                    <a:cubicBezTo>
                      <a:pt x="0" y="7717"/>
                      <a:pt x="8" y="8416"/>
                      <a:pt x="500" y="8680"/>
                    </a:cubicBezTo>
                    <a:cubicBezTo>
                      <a:pt x="12576" y="15126"/>
                      <a:pt x="26598" y="20752"/>
                      <a:pt x="30924" y="22438"/>
                    </a:cubicBezTo>
                    <a:cubicBezTo>
                      <a:pt x="31332" y="22597"/>
                      <a:pt x="31761" y="22676"/>
                      <a:pt x="32191" y="22676"/>
                    </a:cubicBezTo>
                    <a:cubicBezTo>
                      <a:pt x="32672" y="22676"/>
                      <a:pt x="33152" y="22576"/>
                      <a:pt x="33600" y="22377"/>
                    </a:cubicBezTo>
                    <a:cubicBezTo>
                      <a:pt x="40136" y="19501"/>
                      <a:pt x="47301" y="15427"/>
                      <a:pt x="49990" y="13867"/>
                    </a:cubicBezTo>
                    <a:cubicBezTo>
                      <a:pt x="50470" y="13587"/>
                      <a:pt x="50453" y="12884"/>
                      <a:pt x="49958" y="12632"/>
                    </a:cubicBezTo>
                    <a:cubicBezTo>
                      <a:pt x="40579" y="7847"/>
                      <a:pt x="23689" y="1779"/>
                      <a:pt x="19225" y="199"/>
                    </a:cubicBezTo>
                    <a:cubicBezTo>
                      <a:pt x="18853" y="66"/>
                      <a:pt x="18462" y="0"/>
                      <a:pt x="180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6139583" y="1675502"/>
                <a:ext cx="862707" cy="374049"/>
              </a:xfrm>
              <a:custGeom>
                <a:avLst/>
                <a:gdLst/>
                <a:ahLst/>
                <a:cxnLst/>
                <a:rect l="l" t="t" r="r" b="b"/>
                <a:pathLst>
                  <a:path w="42793" h="18554" extrusionOk="0">
                    <a:moveTo>
                      <a:pt x="15310" y="1"/>
                    </a:moveTo>
                    <a:cubicBezTo>
                      <a:pt x="15007" y="1"/>
                      <a:pt x="14703" y="47"/>
                      <a:pt x="14408" y="138"/>
                    </a:cubicBezTo>
                    <a:cubicBezTo>
                      <a:pt x="7974" y="2181"/>
                      <a:pt x="2523" y="4955"/>
                      <a:pt x="407" y="6088"/>
                    </a:cubicBezTo>
                    <a:cubicBezTo>
                      <a:pt x="0" y="6308"/>
                      <a:pt x="8" y="6893"/>
                      <a:pt x="419" y="7104"/>
                    </a:cubicBezTo>
                    <a:cubicBezTo>
                      <a:pt x="630" y="7214"/>
                      <a:pt x="837" y="7319"/>
                      <a:pt x="1052" y="7425"/>
                    </a:cubicBezTo>
                    <a:cubicBezTo>
                      <a:pt x="2332" y="8079"/>
                      <a:pt x="3636" y="8725"/>
                      <a:pt x="4944" y="9346"/>
                    </a:cubicBezTo>
                    <a:cubicBezTo>
                      <a:pt x="6272" y="9984"/>
                      <a:pt x="7604" y="10601"/>
                      <a:pt x="8920" y="11198"/>
                    </a:cubicBezTo>
                    <a:cubicBezTo>
                      <a:pt x="11422" y="12332"/>
                      <a:pt x="13868" y="13392"/>
                      <a:pt x="16118" y="14326"/>
                    </a:cubicBezTo>
                    <a:cubicBezTo>
                      <a:pt x="17044" y="14720"/>
                      <a:pt x="17938" y="15090"/>
                      <a:pt x="18787" y="15435"/>
                    </a:cubicBezTo>
                    <a:cubicBezTo>
                      <a:pt x="22117" y="16796"/>
                      <a:pt x="24790" y="17823"/>
                      <a:pt x="26212" y="18364"/>
                    </a:cubicBezTo>
                    <a:cubicBezTo>
                      <a:pt x="26555" y="18491"/>
                      <a:pt x="26915" y="18554"/>
                      <a:pt x="27275" y="18554"/>
                    </a:cubicBezTo>
                    <a:cubicBezTo>
                      <a:pt x="27686" y="18554"/>
                      <a:pt x="28097" y="18471"/>
                      <a:pt x="28482" y="18307"/>
                    </a:cubicBezTo>
                    <a:cubicBezTo>
                      <a:pt x="30538" y="17437"/>
                      <a:pt x="32678" y="16426"/>
                      <a:pt x="34661" y="15435"/>
                    </a:cubicBezTo>
                    <a:cubicBezTo>
                      <a:pt x="35412" y="15061"/>
                      <a:pt x="36143" y="14692"/>
                      <a:pt x="36842" y="14330"/>
                    </a:cubicBezTo>
                    <a:cubicBezTo>
                      <a:pt x="39259" y="13079"/>
                      <a:pt x="41269" y="11970"/>
                      <a:pt x="42382" y="11349"/>
                    </a:cubicBezTo>
                    <a:cubicBezTo>
                      <a:pt x="42793" y="11125"/>
                      <a:pt x="42776" y="10528"/>
                      <a:pt x="42354" y="10329"/>
                    </a:cubicBezTo>
                    <a:cubicBezTo>
                      <a:pt x="42175" y="10240"/>
                      <a:pt x="41996" y="10154"/>
                      <a:pt x="41814" y="10065"/>
                    </a:cubicBezTo>
                    <a:cubicBezTo>
                      <a:pt x="40550" y="9460"/>
                      <a:pt x="39141" y="8826"/>
                      <a:pt x="37654" y="8193"/>
                    </a:cubicBezTo>
                    <a:cubicBezTo>
                      <a:pt x="35741" y="7368"/>
                      <a:pt x="33698" y="6543"/>
                      <a:pt x="31647" y="5743"/>
                    </a:cubicBezTo>
                    <a:lnTo>
                      <a:pt x="31639" y="5743"/>
                    </a:lnTo>
                    <a:cubicBezTo>
                      <a:pt x="30022" y="5114"/>
                      <a:pt x="28393" y="4500"/>
                      <a:pt x="26837" y="3915"/>
                    </a:cubicBezTo>
                    <a:lnTo>
                      <a:pt x="26829" y="3915"/>
                    </a:lnTo>
                    <a:cubicBezTo>
                      <a:pt x="22162" y="2189"/>
                      <a:pt x="18076" y="771"/>
                      <a:pt x="16293" y="166"/>
                    </a:cubicBezTo>
                    <a:cubicBezTo>
                      <a:pt x="15974" y="56"/>
                      <a:pt x="15642" y="1"/>
                      <a:pt x="153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6141781" y="1754592"/>
                <a:ext cx="635806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31538" h="3502" extrusionOk="0">
                    <a:moveTo>
                      <a:pt x="26724" y="0"/>
                    </a:moveTo>
                    <a:cubicBezTo>
                      <a:pt x="19828" y="564"/>
                      <a:pt x="4290" y="1801"/>
                      <a:pt x="1556" y="1801"/>
                    </a:cubicBezTo>
                    <a:cubicBezTo>
                      <a:pt x="1334" y="1801"/>
                      <a:pt x="1196" y="1793"/>
                      <a:pt x="1155" y="1776"/>
                    </a:cubicBezTo>
                    <a:lnTo>
                      <a:pt x="1" y="2641"/>
                    </a:lnTo>
                    <a:lnTo>
                      <a:pt x="943" y="3502"/>
                    </a:lnTo>
                    <a:lnTo>
                      <a:pt x="31534" y="1828"/>
                    </a:lnTo>
                    <a:lnTo>
                      <a:pt x="31538" y="1828"/>
                    </a:lnTo>
                    <a:lnTo>
                      <a:pt x="26728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6239237" y="1840820"/>
                <a:ext cx="743319" cy="60540"/>
              </a:xfrm>
              <a:custGeom>
                <a:avLst/>
                <a:gdLst/>
                <a:ahLst/>
                <a:cxnLst/>
                <a:rect l="l" t="t" r="r" b="b"/>
                <a:pathLst>
                  <a:path w="36871" h="3003" extrusionOk="0">
                    <a:moveTo>
                      <a:pt x="32711" y="1"/>
                    </a:moveTo>
                    <a:lnTo>
                      <a:pt x="1" y="1150"/>
                    </a:lnTo>
                    <a:cubicBezTo>
                      <a:pt x="1329" y="1792"/>
                      <a:pt x="2661" y="2409"/>
                      <a:pt x="3981" y="3002"/>
                    </a:cubicBezTo>
                    <a:lnTo>
                      <a:pt x="36871" y="1873"/>
                    </a:lnTo>
                    <a:lnTo>
                      <a:pt x="32711" y="1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6464512" y="1964405"/>
                <a:ext cx="417816" cy="22357"/>
              </a:xfrm>
              <a:custGeom>
                <a:avLst/>
                <a:gdLst/>
                <a:ahLst/>
                <a:cxnLst/>
                <a:rect l="l" t="t" r="r" b="b"/>
                <a:pathLst>
                  <a:path w="20725" h="1109" extrusionOk="0">
                    <a:moveTo>
                      <a:pt x="1" y="0"/>
                    </a:moveTo>
                    <a:lnTo>
                      <a:pt x="2670" y="1109"/>
                    </a:lnTo>
                    <a:lnTo>
                      <a:pt x="18544" y="1109"/>
                    </a:lnTo>
                    <a:lnTo>
                      <a:pt x="19100" y="825"/>
                    </a:lnTo>
                    <a:lnTo>
                      <a:pt x="20725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6883307" y="1982913"/>
                <a:ext cx="40723" cy="27861"/>
              </a:xfrm>
              <a:custGeom>
                <a:avLst/>
                <a:gdLst/>
                <a:ahLst/>
                <a:cxnLst/>
                <a:rect l="l" t="t" r="r" b="b"/>
                <a:pathLst>
                  <a:path w="2020" h="1382" extrusionOk="0">
                    <a:moveTo>
                      <a:pt x="1012" y="0"/>
                    </a:moveTo>
                    <a:cubicBezTo>
                      <a:pt x="451" y="0"/>
                      <a:pt x="1" y="309"/>
                      <a:pt x="1" y="691"/>
                    </a:cubicBezTo>
                    <a:cubicBezTo>
                      <a:pt x="1" y="1072"/>
                      <a:pt x="451" y="1381"/>
                      <a:pt x="1012" y="1381"/>
                    </a:cubicBezTo>
                    <a:cubicBezTo>
                      <a:pt x="1569" y="1381"/>
                      <a:pt x="2019" y="1072"/>
                      <a:pt x="2019" y="691"/>
                    </a:cubicBezTo>
                    <a:cubicBezTo>
                      <a:pt x="2019" y="309"/>
                      <a:pt x="1569" y="0"/>
                      <a:pt x="10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34" name="Google Shape;434;p19"/>
          <p:cNvGrpSpPr/>
          <p:nvPr/>
        </p:nvGrpSpPr>
        <p:grpSpPr>
          <a:xfrm>
            <a:off x="468285" y="4313093"/>
            <a:ext cx="479132" cy="2204779"/>
            <a:chOff x="351213" y="3234820"/>
            <a:chExt cx="359349" cy="1653584"/>
          </a:xfrm>
        </p:grpSpPr>
        <p:sp>
          <p:nvSpPr>
            <p:cNvPr id="435" name="Google Shape;435;p19"/>
            <p:cNvSpPr/>
            <p:nvPr/>
          </p:nvSpPr>
          <p:spPr>
            <a:xfrm>
              <a:off x="568810" y="32348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413987" y="34754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584313" y="38061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550962" y="47282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351213" y="43340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40" name="Google Shape;440;p19"/>
            <p:cNvCxnSpPr>
              <a:stCxn id="436" idx="4"/>
              <a:endCxn id="437" idx="1"/>
            </p:cNvCxnSpPr>
            <p:nvPr/>
          </p:nvCxnSpPr>
          <p:spPr>
            <a:xfrm>
              <a:off x="493787" y="3635654"/>
              <a:ext cx="105300" cy="18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441;p19"/>
            <p:cNvCxnSpPr>
              <a:stCxn id="435" idx="3"/>
              <a:endCxn id="436" idx="0"/>
            </p:cNvCxnSpPr>
            <p:nvPr/>
          </p:nvCxnSpPr>
          <p:spPr>
            <a:xfrm flipH="1">
              <a:off x="493654" y="3341088"/>
              <a:ext cx="93300" cy="13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442;p19"/>
            <p:cNvCxnSpPr>
              <a:stCxn id="439" idx="0"/>
              <a:endCxn id="436" idx="3"/>
            </p:cNvCxnSpPr>
            <p:nvPr/>
          </p:nvCxnSpPr>
          <p:spPr>
            <a:xfrm rot="10800000" flipH="1">
              <a:off x="401163" y="3612246"/>
              <a:ext cx="36300" cy="72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p19"/>
            <p:cNvCxnSpPr>
              <a:stCxn id="439" idx="4"/>
              <a:endCxn id="438" idx="1"/>
            </p:cNvCxnSpPr>
            <p:nvPr/>
          </p:nvCxnSpPr>
          <p:spPr>
            <a:xfrm>
              <a:off x="401163" y="4434246"/>
              <a:ext cx="173100" cy="317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4" name="Google Shape;444;p19"/>
          <p:cNvGrpSpPr/>
          <p:nvPr/>
        </p:nvGrpSpPr>
        <p:grpSpPr>
          <a:xfrm>
            <a:off x="759216" y="5937907"/>
            <a:ext cx="877963" cy="683771"/>
            <a:chOff x="7432381" y="878104"/>
            <a:chExt cx="1041062" cy="810795"/>
          </a:xfrm>
        </p:grpSpPr>
        <p:sp>
          <p:nvSpPr>
            <p:cNvPr id="445" name="Google Shape;445;p19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429495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0"/>
          <p:cNvSpPr txBox="1">
            <a:spLocks noGrp="1"/>
          </p:cNvSpPr>
          <p:nvPr>
            <p:ph type="title"/>
          </p:nvPr>
        </p:nvSpPr>
        <p:spPr>
          <a:xfrm>
            <a:off x="951000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0"/>
          <p:cNvSpPr txBox="1">
            <a:spLocks noGrp="1"/>
          </p:cNvSpPr>
          <p:nvPr>
            <p:ph type="subTitle" idx="1"/>
          </p:nvPr>
        </p:nvSpPr>
        <p:spPr>
          <a:xfrm>
            <a:off x="950951" y="3295367"/>
            <a:ext cx="4193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9" name="Google Shape;469;p20"/>
          <p:cNvGrpSpPr/>
          <p:nvPr/>
        </p:nvGrpSpPr>
        <p:grpSpPr>
          <a:xfrm>
            <a:off x="602583" y="5099894"/>
            <a:ext cx="2541501" cy="1551679"/>
            <a:chOff x="459487" y="3779570"/>
            <a:chExt cx="1906126" cy="1163759"/>
          </a:xfrm>
        </p:grpSpPr>
        <p:sp>
          <p:nvSpPr>
            <p:cNvPr id="470" name="Google Shape;470;p20"/>
            <p:cNvSpPr/>
            <p:nvPr/>
          </p:nvSpPr>
          <p:spPr>
            <a:xfrm>
              <a:off x="698110" y="47976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459487" y="43756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1153263" y="48131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1477960" y="46039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1745812" y="47831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2265713" y="46829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574210" y="37795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77" name="Google Shape;477;p20"/>
            <p:cNvCxnSpPr>
              <a:stCxn id="476" idx="4"/>
              <a:endCxn id="471" idx="0"/>
            </p:cNvCxnSpPr>
            <p:nvPr/>
          </p:nvCxnSpPr>
          <p:spPr>
            <a:xfrm flipH="1">
              <a:off x="539260" y="3904070"/>
              <a:ext cx="96900" cy="471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20"/>
            <p:cNvCxnSpPr>
              <a:stCxn id="471" idx="5"/>
              <a:endCxn id="470" idx="1"/>
            </p:cNvCxnSpPr>
            <p:nvPr/>
          </p:nvCxnSpPr>
          <p:spPr>
            <a:xfrm>
              <a:off x="595714" y="4512418"/>
              <a:ext cx="120600" cy="303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20"/>
            <p:cNvCxnSpPr>
              <a:stCxn id="471" idx="6"/>
              <a:endCxn id="472" idx="1"/>
            </p:cNvCxnSpPr>
            <p:nvPr/>
          </p:nvCxnSpPr>
          <p:spPr>
            <a:xfrm>
              <a:off x="619087" y="4455779"/>
              <a:ext cx="548700" cy="37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0" name="Google Shape;480;p20"/>
            <p:cNvCxnSpPr>
              <a:stCxn id="472" idx="7"/>
              <a:endCxn id="473" idx="2"/>
            </p:cNvCxnSpPr>
            <p:nvPr/>
          </p:nvCxnSpPr>
          <p:spPr>
            <a:xfrm rot="10800000" flipH="1">
              <a:off x="1238533" y="4666095"/>
              <a:ext cx="239400" cy="161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20"/>
            <p:cNvCxnSpPr>
              <a:stCxn id="472" idx="6"/>
              <a:endCxn id="474" idx="2"/>
            </p:cNvCxnSpPr>
            <p:nvPr/>
          </p:nvCxnSpPr>
          <p:spPr>
            <a:xfrm>
              <a:off x="1253163" y="4863221"/>
              <a:ext cx="492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20"/>
            <p:cNvCxnSpPr>
              <a:stCxn id="474" idx="6"/>
              <a:endCxn id="475" idx="2"/>
            </p:cNvCxnSpPr>
            <p:nvPr/>
          </p:nvCxnSpPr>
          <p:spPr>
            <a:xfrm rot="10800000" flipH="1">
              <a:off x="1905412" y="4733029"/>
              <a:ext cx="360300" cy="13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3" name="Google Shape;483;p20"/>
          <p:cNvGrpSpPr/>
          <p:nvPr/>
        </p:nvGrpSpPr>
        <p:grpSpPr>
          <a:xfrm>
            <a:off x="9243151" y="5891461"/>
            <a:ext cx="2803896" cy="838468"/>
            <a:chOff x="6894563" y="4393520"/>
            <a:chExt cx="2102922" cy="628851"/>
          </a:xfrm>
        </p:grpSpPr>
        <p:sp>
          <p:nvSpPr>
            <p:cNvPr id="484" name="Google Shape;484;p20"/>
            <p:cNvSpPr/>
            <p:nvPr/>
          </p:nvSpPr>
          <p:spPr>
            <a:xfrm>
              <a:off x="8777387" y="48131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8430738" y="49221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8873585" y="43935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7811212" y="46533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894563" y="47480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7166088" y="45916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90" name="Google Shape;490;p20"/>
            <p:cNvCxnSpPr>
              <a:stCxn id="487" idx="2"/>
              <a:endCxn id="488" idx="5"/>
            </p:cNvCxnSpPr>
            <p:nvPr/>
          </p:nvCxnSpPr>
          <p:spPr>
            <a:xfrm flipH="1">
              <a:off x="6979912" y="4733429"/>
              <a:ext cx="831300" cy="1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20"/>
            <p:cNvCxnSpPr>
              <a:stCxn id="488" idx="7"/>
              <a:endCxn id="489" idx="2"/>
            </p:cNvCxnSpPr>
            <p:nvPr/>
          </p:nvCxnSpPr>
          <p:spPr>
            <a:xfrm rot="10800000" flipH="1">
              <a:off x="6979833" y="4641795"/>
              <a:ext cx="186300" cy="120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20"/>
            <p:cNvCxnSpPr>
              <a:stCxn id="487" idx="6"/>
              <a:endCxn id="485" idx="2"/>
            </p:cNvCxnSpPr>
            <p:nvPr/>
          </p:nvCxnSpPr>
          <p:spPr>
            <a:xfrm>
              <a:off x="7970812" y="4733429"/>
              <a:ext cx="459900" cy="238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3" name="Google Shape;493;p20"/>
            <p:cNvCxnSpPr>
              <a:stCxn id="485" idx="6"/>
              <a:endCxn id="484" idx="2"/>
            </p:cNvCxnSpPr>
            <p:nvPr/>
          </p:nvCxnSpPr>
          <p:spPr>
            <a:xfrm rot="10800000" flipH="1">
              <a:off x="8530638" y="4893371"/>
              <a:ext cx="246600" cy="78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4" name="Google Shape;494;p20"/>
            <p:cNvCxnSpPr>
              <a:stCxn id="485" idx="7"/>
              <a:endCxn id="486" idx="3"/>
            </p:cNvCxnSpPr>
            <p:nvPr/>
          </p:nvCxnSpPr>
          <p:spPr>
            <a:xfrm rot="10800000" flipH="1">
              <a:off x="8516008" y="4499745"/>
              <a:ext cx="375600" cy="43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207208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1"/>
          <p:cNvSpPr txBox="1">
            <a:spLocks noGrp="1"/>
          </p:cNvSpPr>
          <p:nvPr>
            <p:ph type="subTitle" idx="1"/>
          </p:nvPr>
        </p:nvSpPr>
        <p:spPr>
          <a:xfrm>
            <a:off x="6754567" y="3203533"/>
            <a:ext cx="44864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99" name="Google Shape;499;p21"/>
          <p:cNvGrpSpPr/>
          <p:nvPr/>
        </p:nvGrpSpPr>
        <p:grpSpPr>
          <a:xfrm>
            <a:off x="8752283" y="4269129"/>
            <a:ext cx="3156635" cy="2413644"/>
            <a:chOff x="6636012" y="3171621"/>
            <a:chExt cx="2367476" cy="1810233"/>
          </a:xfrm>
        </p:grpSpPr>
        <p:sp>
          <p:nvSpPr>
            <p:cNvPr id="500" name="Google Shape;500;p21"/>
            <p:cNvSpPr/>
            <p:nvPr/>
          </p:nvSpPr>
          <p:spPr>
            <a:xfrm>
              <a:off x="8586810" y="38682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710712" y="48216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870288" y="43270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142010" y="47802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7389012" y="47624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8826138" y="31716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8430735" y="44794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636012" y="48216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8903588" y="367235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6963935" y="45417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10" name="Google Shape;510;p21"/>
            <p:cNvCxnSpPr>
              <a:stCxn id="507" idx="7"/>
              <a:endCxn id="509" idx="3"/>
            </p:cNvCxnSpPr>
            <p:nvPr/>
          </p:nvCxnSpPr>
          <p:spPr>
            <a:xfrm rot="10800000" flipH="1">
              <a:off x="6772239" y="4648015"/>
              <a:ext cx="209700" cy="19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21"/>
            <p:cNvCxnSpPr>
              <a:stCxn id="509" idx="6"/>
              <a:endCxn id="504" idx="1"/>
            </p:cNvCxnSpPr>
            <p:nvPr/>
          </p:nvCxnSpPr>
          <p:spPr>
            <a:xfrm>
              <a:off x="7087835" y="4603995"/>
              <a:ext cx="324600" cy="18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21"/>
            <p:cNvCxnSpPr>
              <a:stCxn id="504" idx="6"/>
              <a:endCxn id="503" idx="2"/>
            </p:cNvCxnSpPr>
            <p:nvPr/>
          </p:nvCxnSpPr>
          <p:spPr>
            <a:xfrm>
              <a:off x="7548612" y="4842504"/>
              <a:ext cx="5934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21"/>
            <p:cNvCxnSpPr>
              <a:stCxn id="503" idx="7"/>
              <a:endCxn id="506" idx="3"/>
            </p:cNvCxnSpPr>
            <p:nvPr/>
          </p:nvCxnSpPr>
          <p:spPr>
            <a:xfrm rot="10800000" flipH="1">
              <a:off x="8247765" y="4585778"/>
              <a:ext cx="201000" cy="212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21"/>
            <p:cNvCxnSpPr>
              <a:stCxn id="506" idx="5"/>
              <a:endCxn id="501" idx="1"/>
            </p:cNvCxnSpPr>
            <p:nvPr/>
          </p:nvCxnSpPr>
          <p:spPr>
            <a:xfrm>
              <a:off x="8536490" y="4585763"/>
              <a:ext cx="197700" cy="25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21"/>
            <p:cNvCxnSpPr>
              <a:stCxn id="506" idx="6"/>
              <a:endCxn id="502" idx="3"/>
            </p:cNvCxnSpPr>
            <p:nvPr/>
          </p:nvCxnSpPr>
          <p:spPr>
            <a:xfrm rot="10800000" flipH="1">
              <a:off x="8554635" y="4412445"/>
              <a:ext cx="330300" cy="129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21"/>
            <p:cNvCxnSpPr>
              <a:stCxn id="506" idx="0"/>
              <a:endCxn id="500" idx="3"/>
            </p:cNvCxnSpPr>
            <p:nvPr/>
          </p:nvCxnSpPr>
          <p:spPr>
            <a:xfrm rot="10800000" flipH="1">
              <a:off x="8492685" y="3974595"/>
              <a:ext cx="112200" cy="504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21"/>
            <p:cNvCxnSpPr>
              <a:stCxn id="500" idx="7"/>
              <a:endCxn id="508" idx="3"/>
            </p:cNvCxnSpPr>
            <p:nvPr/>
          </p:nvCxnSpPr>
          <p:spPr>
            <a:xfrm rot="10800000" flipH="1">
              <a:off x="8692565" y="3757828"/>
              <a:ext cx="225600" cy="12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21"/>
            <p:cNvCxnSpPr>
              <a:stCxn id="508" idx="0"/>
              <a:endCxn id="505" idx="4"/>
            </p:cNvCxnSpPr>
            <p:nvPr/>
          </p:nvCxnSpPr>
          <p:spPr>
            <a:xfrm rot="10800000">
              <a:off x="8876138" y="3271859"/>
              <a:ext cx="77400" cy="400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006440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2"/>
          <p:cNvSpPr txBox="1">
            <a:spLocks noGrp="1"/>
          </p:cNvSpPr>
          <p:nvPr>
            <p:ph type="subTitle" idx="1"/>
          </p:nvPr>
        </p:nvSpPr>
        <p:spPr>
          <a:xfrm>
            <a:off x="1989333" y="4946600"/>
            <a:ext cx="6346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2"/>
          <p:cNvSpPr txBox="1">
            <a:spLocks noGrp="1"/>
          </p:cNvSpPr>
          <p:nvPr>
            <p:ph type="subTitle" idx="2"/>
          </p:nvPr>
        </p:nvSpPr>
        <p:spPr>
          <a:xfrm>
            <a:off x="1989333" y="3032267"/>
            <a:ext cx="6346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2"/>
          <p:cNvSpPr txBox="1">
            <a:spLocks noGrp="1"/>
          </p:cNvSpPr>
          <p:nvPr>
            <p:ph type="subTitle" idx="3"/>
          </p:nvPr>
        </p:nvSpPr>
        <p:spPr>
          <a:xfrm>
            <a:off x="1989333" y="2520967"/>
            <a:ext cx="6346400" cy="6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4" name="Google Shape;524;p22"/>
          <p:cNvSpPr txBox="1">
            <a:spLocks noGrp="1"/>
          </p:cNvSpPr>
          <p:nvPr>
            <p:ph type="subTitle" idx="4"/>
          </p:nvPr>
        </p:nvSpPr>
        <p:spPr>
          <a:xfrm>
            <a:off x="1989333" y="4435300"/>
            <a:ext cx="6346400" cy="6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053583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23"/>
          <p:cNvSpPr txBox="1">
            <a:spLocks noGrp="1"/>
          </p:cNvSpPr>
          <p:nvPr>
            <p:ph type="subTitle" idx="1"/>
          </p:nvPr>
        </p:nvSpPr>
        <p:spPr>
          <a:xfrm>
            <a:off x="6364401" y="3812700"/>
            <a:ext cx="4867600" cy="2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23"/>
          <p:cNvSpPr txBox="1">
            <a:spLocks noGrp="1"/>
          </p:cNvSpPr>
          <p:nvPr>
            <p:ph type="subTitle" idx="2"/>
          </p:nvPr>
        </p:nvSpPr>
        <p:spPr>
          <a:xfrm>
            <a:off x="960000" y="3812700"/>
            <a:ext cx="4867600" cy="2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23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465948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4987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34" name="Google Shape;534;p24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24"/>
          <p:cNvSpPr txBox="1">
            <a:spLocks noGrp="1"/>
          </p:cNvSpPr>
          <p:nvPr>
            <p:ph type="body" idx="2"/>
          </p:nvPr>
        </p:nvSpPr>
        <p:spPr>
          <a:xfrm>
            <a:off x="6253833" y="1621000"/>
            <a:ext cx="4987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36" name="Google Shape;536;p24"/>
          <p:cNvGrpSpPr/>
          <p:nvPr/>
        </p:nvGrpSpPr>
        <p:grpSpPr>
          <a:xfrm>
            <a:off x="10276151" y="187572"/>
            <a:ext cx="1812267" cy="854389"/>
            <a:chOff x="7707113" y="140679"/>
            <a:chExt cx="1359200" cy="640792"/>
          </a:xfrm>
        </p:grpSpPr>
        <p:sp>
          <p:nvSpPr>
            <p:cNvPr id="537" name="Google Shape;537;p24"/>
            <p:cNvSpPr/>
            <p:nvPr/>
          </p:nvSpPr>
          <p:spPr>
            <a:xfrm>
              <a:off x="8854535" y="1585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8417037" y="1406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8041163" y="300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8966413" y="6812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7707113" y="1467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42" name="Google Shape;542;p24"/>
            <p:cNvCxnSpPr>
              <a:stCxn id="539" idx="7"/>
              <a:endCxn id="538" idx="2"/>
            </p:cNvCxnSpPr>
            <p:nvPr/>
          </p:nvCxnSpPr>
          <p:spPr>
            <a:xfrm rot="10800000" flipH="1">
              <a:off x="8126433" y="220745"/>
              <a:ext cx="290700" cy="94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24"/>
            <p:cNvCxnSpPr>
              <a:stCxn id="538" idx="6"/>
              <a:endCxn id="537" idx="2"/>
            </p:cNvCxnSpPr>
            <p:nvPr/>
          </p:nvCxnSpPr>
          <p:spPr>
            <a:xfrm>
              <a:off x="8576637" y="220779"/>
              <a:ext cx="277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24"/>
            <p:cNvCxnSpPr>
              <a:stCxn id="538" idx="5"/>
              <a:endCxn id="540" idx="1"/>
            </p:cNvCxnSpPr>
            <p:nvPr/>
          </p:nvCxnSpPr>
          <p:spPr>
            <a:xfrm>
              <a:off x="8553264" y="277418"/>
              <a:ext cx="427800" cy="41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24"/>
            <p:cNvCxnSpPr>
              <a:stCxn id="539" idx="1"/>
              <a:endCxn id="541" idx="6"/>
            </p:cNvCxnSpPr>
            <p:nvPr/>
          </p:nvCxnSpPr>
          <p:spPr>
            <a:xfrm rot="10800000">
              <a:off x="7807093" y="197045"/>
              <a:ext cx="248700" cy="11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46" name="Google Shape;546;p24"/>
          <p:cNvGrpSpPr/>
          <p:nvPr/>
        </p:nvGrpSpPr>
        <p:grpSpPr>
          <a:xfrm>
            <a:off x="9431914" y="5752294"/>
            <a:ext cx="2593567" cy="957745"/>
            <a:chOff x="7073935" y="4314220"/>
            <a:chExt cx="1945175" cy="718309"/>
          </a:xfrm>
        </p:grpSpPr>
        <p:sp>
          <p:nvSpPr>
            <p:cNvPr id="547" name="Google Shape;547;p24"/>
            <p:cNvSpPr/>
            <p:nvPr/>
          </p:nvSpPr>
          <p:spPr>
            <a:xfrm>
              <a:off x="8895210" y="43142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8505687" y="48723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8795163" y="47703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7073935" y="489018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8074437" y="47403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7529088" y="49056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53" name="Google Shape;553;p24"/>
            <p:cNvCxnSpPr>
              <a:stCxn id="550" idx="6"/>
              <a:endCxn id="552" idx="2"/>
            </p:cNvCxnSpPr>
            <p:nvPr/>
          </p:nvCxnSpPr>
          <p:spPr>
            <a:xfrm>
              <a:off x="7197835" y="4952433"/>
              <a:ext cx="331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24"/>
            <p:cNvCxnSpPr>
              <a:stCxn id="552" idx="6"/>
              <a:endCxn id="551" idx="2"/>
            </p:cNvCxnSpPr>
            <p:nvPr/>
          </p:nvCxnSpPr>
          <p:spPr>
            <a:xfrm rot="10800000" flipH="1">
              <a:off x="7628988" y="4820434"/>
              <a:ext cx="4455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24"/>
            <p:cNvCxnSpPr>
              <a:stCxn id="551" idx="6"/>
              <a:endCxn id="548" idx="2"/>
            </p:cNvCxnSpPr>
            <p:nvPr/>
          </p:nvCxnSpPr>
          <p:spPr>
            <a:xfrm>
              <a:off x="8234037" y="4820417"/>
              <a:ext cx="271800" cy="13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24"/>
            <p:cNvCxnSpPr>
              <a:stCxn id="551" idx="7"/>
              <a:endCxn id="547" idx="2"/>
            </p:cNvCxnSpPr>
            <p:nvPr/>
          </p:nvCxnSpPr>
          <p:spPr>
            <a:xfrm rot="10800000" flipH="1">
              <a:off x="8210664" y="4376477"/>
              <a:ext cx="684600" cy="387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24"/>
            <p:cNvCxnSpPr>
              <a:stCxn id="548" idx="6"/>
              <a:endCxn id="549" idx="3"/>
            </p:cNvCxnSpPr>
            <p:nvPr/>
          </p:nvCxnSpPr>
          <p:spPr>
            <a:xfrm rot="10800000" flipH="1">
              <a:off x="8665287" y="4855829"/>
              <a:ext cx="144600" cy="96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735317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25"/>
          <p:cNvSpPr txBox="1">
            <a:spLocks noGrp="1"/>
          </p:cNvSpPr>
          <p:nvPr>
            <p:ph type="subTitle" idx="1"/>
          </p:nvPr>
        </p:nvSpPr>
        <p:spPr>
          <a:xfrm>
            <a:off x="969033" y="3541533"/>
            <a:ext cx="2900400" cy="12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5"/>
          <p:cNvSpPr txBox="1">
            <a:spLocks noGrp="1"/>
          </p:cNvSpPr>
          <p:nvPr>
            <p:ph type="subTitle" idx="2"/>
          </p:nvPr>
        </p:nvSpPr>
        <p:spPr>
          <a:xfrm>
            <a:off x="4456149" y="3541533"/>
            <a:ext cx="2900400" cy="12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25"/>
          <p:cNvSpPr txBox="1">
            <a:spLocks noGrp="1"/>
          </p:cNvSpPr>
          <p:nvPr>
            <p:ph type="subTitle" idx="3"/>
          </p:nvPr>
        </p:nvSpPr>
        <p:spPr>
          <a:xfrm>
            <a:off x="7943267" y="3541533"/>
            <a:ext cx="2900400" cy="12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25"/>
          <p:cNvSpPr txBox="1">
            <a:spLocks noGrp="1"/>
          </p:cNvSpPr>
          <p:nvPr>
            <p:ph type="subTitle" idx="4"/>
          </p:nvPr>
        </p:nvSpPr>
        <p:spPr>
          <a:xfrm>
            <a:off x="969033" y="3024896"/>
            <a:ext cx="29004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" name="Google Shape;564;p25"/>
          <p:cNvSpPr txBox="1">
            <a:spLocks noGrp="1"/>
          </p:cNvSpPr>
          <p:nvPr>
            <p:ph type="subTitle" idx="5"/>
          </p:nvPr>
        </p:nvSpPr>
        <p:spPr>
          <a:xfrm>
            <a:off x="4456151" y="3024896"/>
            <a:ext cx="29004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5" name="Google Shape;565;p25"/>
          <p:cNvSpPr txBox="1">
            <a:spLocks noGrp="1"/>
          </p:cNvSpPr>
          <p:nvPr>
            <p:ph type="subTitle" idx="6"/>
          </p:nvPr>
        </p:nvSpPr>
        <p:spPr>
          <a:xfrm>
            <a:off x="7943267" y="3024896"/>
            <a:ext cx="29004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6" name="Google Shape;566;p25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7" name="Google Shape;567;p25"/>
          <p:cNvGrpSpPr/>
          <p:nvPr/>
        </p:nvGrpSpPr>
        <p:grpSpPr>
          <a:xfrm>
            <a:off x="495049" y="3811995"/>
            <a:ext cx="11484568" cy="2921867"/>
            <a:chOff x="371287" y="2858996"/>
            <a:chExt cx="8613426" cy="2191400"/>
          </a:xfrm>
        </p:grpSpPr>
        <p:grpSp>
          <p:nvGrpSpPr>
            <p:cNvPr id="568" name="Google Shape;568;p25"/>
            <p:cNvGrpSpPr/>
            <p:nvPr/>
          </p:nvGrpSpPr>
          <p:grpSpPr>
            <a:xfrm>
              <a:off x="371287" y="4254796"/>
              <a:ext cx="2257323" cy="761574"/>
              <a:chOff x="371287" y="4254796"/>
              <a:chExt cx="2257323" cy="761574"/>
            </a:xfrm>
          </p:grpSpPr>
          <p:sp>
            <p:nvSpPr>
              <p:cNvPr id="569" name="Google Shape;569;p25"/>
              <p:cNvSpPr/>
              <p:nvPr/>
            </p:nvSpPr>
            <p:spPr>
              <a:xfrm>
                <a:off x="1163085" y="489187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371287" y="47402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1" name="Google Shape;571;p25"/>
              <p:cNvSpPr/>
              <p:nvPr/>
            </p:nvSpPr>
            <p:spPr>
              <a:xfrm>
                <a:off x="401113" y="42547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2" name="Google Shape;572;p25"/>
              <p:cNvSpPr/>
              <p:nvPr/>
            </p:nvSpPr>
            <p:spPr>
              <a:xfrm>
                <a:off x="765085" y="4519145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3" name="Google Shape;573;p25"/>
              <p:cNvSpPr/>
              <p:nvPr/>
            </p:nvSpPr>
            <p:spPr>
              <a:xfrm>
                <a:off x="2103213" y="473824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4" name="Google Shape;574;p25"/>
              <p:cNvSpPr/>
              <p:nvPr/>
            </p:nvSpPr>
            <p:spPr>
              <a:xfrm>
                <a:off x="2504710" y="479002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75" name="Google Shape;575;p25"/>
              <p:cNvCxnSpPr>
                <a:stCxn id="571" idx="4"/>
                <a:endCxn id="570" idx="0"/>
              </p:cNvCxnSpPr>
              <p:nvPr/>
            </p:nvCxnSpPr>
            <p:spPr>
              <a:xfrm>
                <a:off x="451063" y="4354996"/>
                <a:ext cx="0" cy="38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25"/>
              <p:cNvCxnSpPr>
                <a:stCxn id="570" idx="6"/>
                <a:endCxn id="572" idx="3"/>
              </p:cNvCxnSpPr>
              <p:nvPr/>
            </p:nvCxnSpPr>
            <p:spPr>
              <a:xfrm rot="10800000" flipH="1">
                <a:off x="530887" y="4625304"/>
                <a:ext cx="252300" cy="19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25"/>
              <p:cNvCxnSpPr>
                <a:stCxn id="570" idx="5"/>
                <a:endCxn id="569" idx="2"/>
              </p:cNvCxnSpPr>
              <p:nvPr/>
            </p:nvCxnSpPr>
            <p:spPr>
              <a:xfrm>
                <a:off x="507514" y="4876943"/>
                <a:ext cx="655500" cy="77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8" name="Google Shape;578;p25"/>
              <p:cNvCxnSpPr>
                <a:stCxn id="569" idx="6"/>
                <a:endCxn id="573" idx="2"/>
              </p:cNvCxnSpPr>
              <p:nvPr/>
            </p:nvCxnSpPr>
            <p:spPr>
              <a:xfrm rot="10800000" flipH="1">
                <a:off x="1286985" y="4788220"/>
                <a:ext cx="816300" cy="16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9" name="Google Shape;579;p25"/>
              <p:cNvCxnSpPr>
                <a:stCxn id="573" idx="6"/>
                <a:endCxn id="574" idx="2"/>
              </p:cNvCxnSpPr>
              <p:nvPr/>
            </p:nvCxnSpPr>
            <p:spPr>
              <a:xfrm>
                <a:off x="2203113" y="4788346"/>
                <a:ext cx="301500" cy="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80" name="Google Shape;580;p25"/>
            <p:cNvGrpSpPr/>
            <p:nvPr/>
          </p:nvGrpSpPr>
          <p:grpSpPr>
            <a:xfrm>
              <a:off x="7655737" y="2858996"/>
              <a:ext cx="1328976" cy="2191400"/>
              <a:chOff x="7662387" y="2812821"/>
              <a:chExt cx="1328976" cy="2191400"/>
            </a:xfrm>
          </p:grpSpPr>
          <p:sp>
            <p:nvSpPr>
              <p:cNvPr id="581" name="Google Shape;581;p25"/>
              <p:cNvSpPr/>
              <p:nvPr/>
            </p:nvSpPr>
            <p:spPr>
              <a:xfrm>
                <a:off x="8805687" y="47402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8823535" y="4142645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25"/>
              <p:cNvSpPr/>
              <p:nvPr/>
            </p:nvSpPr>
            <p:spPr>
              <a:xfrm>
                <a:off x="7662387" y="4555492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25"/>
              <p:cNvSpPr/>
              <p:nvPr/>
            </p:nvSpPr>
            <p:spPr>
              <a:xfrm>
                <a:off x="8324088" y="49040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25"/>
              <p:cNvSpPr/>
              <p:nvPr/>
            </p:nvSpPr>
            <p:spPr>
              <a:xfrm>
                <a:off x="8480737" y="31773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6" name="Google Shape;586;p25"/>
              <p:cNvSpPr/>
              <p:nvPr/>
            </p:nvSpPr>
            <p:spPr>
              <a:xfrm>
                <a:off x="8891463" y="35693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87" name="Google Shape;587;p25"/>
              <p:cNvCxnSpPr>
                <a:stCxn id="585" idx="5"/>
                <a:endCxn id="586" idx="1"/>
              </p:cNvCxnSpPr>
              <p:nvPr/>
            </p:nvCxnSpPr>
            <p:spPr>
              <a:xfrm>
                <a:off x="8616964" y="3314043"/>
                <a:ext cx="289200" cy="27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8" name="Google Shape;588;p25"/>
              <p:cNvCxnSpPr>
                <a:stCxn id="586" idx="4"/>
                <a:endCxn id="582" idx="0"/>
              </p:cNvCxnSpPr>
              <p:nvPr/>
            </p:nvCxnSpPr>
            <p:spPr>
              <a:xfrm flipH="1">
                <a:off x="8885613" y="3669596"/>
                <a:ext cx="55800" cy="473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589;p25"/>
              <p:cNvCxnSpPr>
                <a:stCxn id="584" idx="6"/>
                <a:endCxn id="581" idx="2"/>
              </p:cNvCxnSpPr>
              <p:nvPr/>
            </p:nvCxnSpPr>
            <p:spPr>
              <a:xfrm rot="10800000" flipH="1">
                <a:off x="8423988" y="4820321"/>
                <a:ext cx="381600" cy="13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590;p25"/>
              <p:cNvCxnSpPr>
                <a:stCxn id="582" idx="3"/>
                <a:endCxn id="584" idx="7"/>
              </p:cNvCxnSpPr>
              <p:nvPr/>
            </p:nvCxnSpPr>
            <p:spPr>
              <a:xfrm flipH="1">
                <a:off x="8409379" y="4248913"/>
                <a:ext cx="432300" cy="66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591;p25"/>
              <p:cNvCxnSpPr>
                <a:stCxn id="584" idx="2"/>
                <a:endCxn id="583" idx="6"/>
              </p:cNvCxnSpPr>
              <p:nvPr/>
            </p:nvCxnSpPr>
            <p:spPr>
              <a:xfrm rot="10800000">
                <a:off x="7821888" y="4635521"/>
                <a:ext cx="502200" cy="318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92" name="Google Shape;592;p25"/>
              <p:cNvSpPr/>
              <p:nvPr/>
            </p:nvSpPr>
            <p:spPr>
              <a:xfrm>
                <a:off x="8835513" y="28128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93" name="Google Shape;593;p25"/>
              <p:cNvCxnSpPr>
                <a:stCxn id="586" idx="0"/>
                <a:endCxn id="592" idx="4"/>
              </p:cNvCxnSpPr>
              <p:nvPr/>
            </p:nvCxnSpPr>
            <p:spPr>
              <a:xfrm rot="10800000">
                <a:off x="8885613" y="2912996"/>
                <a:ext cx="55800" cy="656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94" name="Google Shape;594;p25"/>
            <p:cNvSpPr/>
            <p:nvPr/>
          </p:nvSpPr>
          <p:spPr>
            <a:xfrm>
              <a:off x="5209787" y="47900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5"/>
            <p:cNvSpPr/>
            <p:nvPr/>
          </p:nvSpPr>
          <p:spPr>
            <a:xfrm>
              <a:off x="6057985" y="46926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5530472" y="4225308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7020960" y="44262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3685012" y="45239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4057285" y="42435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2455722" y="431393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2902063" y="44384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02" name="Google Shape;602;p25"/>
            <p:cNvCxnSpPr>
              <a:stCxn id="574" idx="0"/>
              <a:endCxn id="600" idx="4"/>
            </p:cNvCxnSpPr>
            <p:nvPr/>
          </p:nvCxnSpPr>
          <p:spPr>
            <a:xfrm rot="10800000">
              <a:off x="2517760" y="4438420"/>
              <a:ext cx="48900" cy="351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25"/>
            <p:cNvCxnSpPr>
              <a:stCxn id="574" idx="7"/>
              <a:endCxn id="601" idx="3"/>
            </p:cNvCxnSpPr>
            <p:nvPr/>
          </p:nvCxnSpPr>
          <p:spPr>
            <a:xfrm rot="10800000" flipH="1">
              <a:off x="2610465" y="4523853"/>
              <a:ext cx="306300" cy="28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25"/>
            <p:cNvCxnSpPr>
              <a:stCxn id="601" idx="6"/>
              <a:endCxn id="598" idx="2"/>
            </p:cNvCxnSpPr>
            <p:nvPr/>
          </p:nvCxnSpPr>
          <p:spPr>
            <a:xfrm>
              <a:off x="3001963" y="4488521"/>
              <a:ext cx="683100" cy="115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Google Shape;605;p25"/>
            <p:cNvCxnSpPr>
              <a:stCxn id="598" idx="6"/>
              <a:endCxn id="594" idx="2"/>
            </p:cNvCxnSpPr>
            <p:nvPr/>
          </p:nvCxnSpPr>
          <p:spPr>
            <a:xfrm>
              <a:off x="3844612" y="4604004"/>
              <a:ext cx="1365300" cy="26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25"/>
            <p:cNvCxnSpPr>
              <a:stCxn id="599" idx="3"/>
              <a:endCxn id="598" idx="7"/>
            </p:cNvCxnSpPr>
            <p:nvPr/>
          </p:nvCxnSpPr>
          <p:spPr>
            <a:xfrm flipH="1">
              <a:off x="3821329" y="4349788"/>
              <a:ext cx="254100" cy="19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25"/>
            <p:cNvCxnSpPr>
              <a:stCxn id="594" idx="7"/>
              <a:endCxn id="596" idx="3"/>
            </p:cNvCxnSpPr>
            <p:nvPr/>
          </p:nvCxnSpPr>
          <p:spPr>
            <a:xfrm rot="10800000" flipH="1">
              <a:off x="5346014" y="4331690"/>
              <a:ext cx="202500" cy="48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25"/>
            <p:cNvCxnSpPr>
              <a:stCxn id="594" idx="6"/>
              <a:endCxn id="595" idx="2"/>
            </p:cNvCxnSpPr>
            <p:nvPr/>
          </p:nvCxnSpPr>
          <p:spPr>
            <a:xfrm rot="10800000" flipH="1">
              <a:off x="5369387" y="4754929"/>
              <a:ext cx="688500" cy="11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25"/>
            <p:cNvCxnSpPr>
              <a:stCxn id="596" idx="6"/>
              <a:endCxn id="597" idx="2"/>
            </p:cNvCxnSpPr>
            <p:nvPr/>
          </p:nvCxnSpPr>
          <p:spPr>
            <a:xfrm>
              <a:off x="5654372" y="4287558"/>
              <a:ext cx="1366500" cy="201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25"/>
            <p:cNvCxnSpPr>
              <a:stCxn id="597" idx="6"/>
              <a:endCxn id="583" idx="1"/>
            </p:cNvCxnSpPr>
            <p:nvPr/>
          </p:nvCxnSpPr>
          <p:spPr>
            <a:xfrm>
              <a:off x="7144860" y="4488520"/>
              <a:ext cx="534300" cy="136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1" name="Google Shape;611;p25"/>
            <p:cNvSpPr/>
            <p:nvPr/>
          </p:nvSpPr>
          <p:spPr>
            <a:xfrm>
              <a:off x="7073010" y="47502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12" name="Google Shape;612;p25"/>
            <p:cNvCxnSpPr>
              <a:stCxn id="597" idx="4"/>
              <a:endCxn id="611" idx="0"/>
            </p:cNvCxnSpPr>
            <p:nvPr/>
          </p:nvCxnSpPr>
          <p:spPr>
            <a:xfrm>
              <a:off x="7082910" y="4550770"/>
              <a:ext cx="52200" cy="19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13" name="Google Shape;613;p25"/>
          <p:cNvGrpSpPr/>
          <p:nvPr/>
        </p:nvGrpSpPr>
        <p:grpSpPr>
          <a:xfrm>
            <a:off x="1802026" y="5570261"/>
            <a:ext cx="1234423" cy="961279"/>
            <a:chOff x="7432381" y="878104"/>
            <a:chExt cx="1041062" cy="810795"/>
          </a:xfrm>
        </p:grpSpPr>
        <p:sp>
          <p:nvSpPr>
            <p:cNvPr id="614" name="Google Shape;614;p25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34" name="Google Shape;634;p25"/>
          <p:cNvGrpSpPr/>
          <p:nvPr/>
        </p:nvGrpSpPr>
        <p:grpSpPr>
          <a:xfrm>
            <a:off x="10525782" y="5295640"/>
            <a:ext cx="923535" cy="961309"/>
            <a:chOff x="6225649" y="692968"/>
            <a:chExt cx="692651" cy="720982"/>
          </a:xfrm>
        </p:grpSpPr>
        <p:sp>
          <p:nvSpPr>
            <p:cNvPr id="635" name="Google Shape;635;p25"/>
            <p:cNvSpPr/>
            <p:nvPr/>
          </p:nvSpPr>
          <p:spPr>
            <a:xfrm>
              <a:off x="6518159" y="785969"/>
              <a:ext cx="387354" cy="608933"/>
            </a:xfrm>
            <a:custGeom>
              <a:avLst/>
              <a:gdLst/>
              <a:ahLst/>
              <a:cxnLst/>
              <a:rect l="l" t="t" r="r" b="b"/>
              <a:pathLst>
                <a:path w="19214" h="30205" extrusionOk="0">
                  <a:moveTo>
                    <a:pt x="11247" y="0"/>
                  </a:moveTo>
                  <a:cubicBezTo>
                    <a:pt x="9308" y="0"/>
                    <a:pt x="7560" y="565"/>
                    <a:pt x="6784" y="1455"/>
                  </a:cubicBezTo>
                  <a:cubicBezTo>
                    <a:pt x="6784" y="1455"/>
                    <a:pt x="10533" y="2650"/>
                    <a:pt x="10192" y="10639"/>
                  </a:cubicBezTo>
                  <a:cubicBezTo>
                    <a:pt x="9876" y="17954"/>
                    <a:pt x="6533" y="26236"/>
                    <a:pt x="1450" y="26236"/>
                  </a:cubicBezTo>
                  <a:cubicBezTo>
                    <a:pt x="982" y="26236"/>
                    <a:pt x="498" y="26166"/>
                    <a:pt x="1" y="26018"/>
                  </a:cubicBezTo>
                  <a:lnTo>
                    <a:pt x="1" y="26018"/>
                  </a:lnTo>
                  <a:cubicBezTo>
                    <a:pt x="1" y="26018"/>
                    <a:pt x="2389" y="30205"/>
                    <a:pt x="6789" y="30205"/>
                  </a:cubicBezTo>
                  <a:cubicBezTo>
                    <a:pt x="7566" y="30205"/>
                    <a:pt x="8406" y="30074"/>
                    <a:pt x="9306" y="29767"/>
                  </a:cubicBezTo>
                  <a:cubicBezTo>
                    <a:pt x="15286" y="27728"/>
                    <a:pt x="19213" y="16785"/>
                    <a:pt x="18734" y="6378"/>
                  </a:cubicBezTo>
                  <a:cubicBezTo>
                    <a:pt x="18734" y="6378"/>
                    <a:pt x="18693" y="2735"/>
                    <a:pt x="15570" y="1037"/>
                  </a:cubicBezTo>
                  <a:cubicBezTo>
                    <a:pt x="14238" y="313"/>
                    <a:pt x="12690" y="0"/>
                    <a:pt x="1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6327359" y="692968"/>
              <a:ext cx="568895" cy="224220"/>
            </a:xfrm>
            <a:custGeom>
              <a:avLst/>
              <a:gdLst/>
              <a:ahLst/>
              <a:cxnLst/>
              <a:rect l="l" t="t" r="r" b="b"/>
              <a:pathLst>
                <a:path w="28219" h="11122" extrusionOk="0">
                  <a:moveTo>
                    <a:pt x="14171" y="1"/>
                  </a:moveTo>
                  <a:cubicBezTo>
                    <a:pt x="8861" y="1"/>
                    <a:pt x="5388" y="2090"/>
                    <a:pt x="3213" y="4273"/>
                  </a:cubicBezTo>
                  <a:cubicBezTo>
                    <a:pt x="3136" y="4350"/>
                    <a:pt x="3059" y="4431"/>
                    <a:pt x="2982" y="4509"/>
                  </a:cubicBezTo>
                  <a:cubicBezTo>
                    <a:pt x="2689" y="4813"/>
                    <a:pt x="2409" y="5134"/>
                    <a:pt x="2145" y="5467"/>
                  </a:cubicBezTo>
                  <a:cubicBezTo>
                    <a:pt x="2141" y="5475"/>
                    <a:pt x="2129" y="5487"/>
                    <a:pt x="2117" y="5496"/>
                  </a:cubicBezTo>
                  <a:cubicBezTo>
                    <a:pt x="829" y="7116"/>
                    <a:pt x="216" y="8575"/>
                    <a:pt x="53" y="9009"/>
                  </a:cubicBezTo>
                  <a:cubicBezTo>
                    <a:pt x="17" y="9090"/>
                    <a:pt x="0" y="9139"/>
                    <a:pt x="0" y="9139"/>
                  </a:cubicBezTo>
                  <a:lnTo>
                    <a:pt x="1824" y="9046"/>
                  </a:lnTo>
                  <a:lnTo>
                    <a:pt x="2238" y="9021"/>
                  </a:lnTo>
                  <a:lnTo>
                    <a:pt x="3518" y="8956"/>
                  </a:lnTo>
                  <a:lnTo>
                    <a:pt x="4724" y="8895"/>
                  </a:lnTo>
                  <a:lnTo>
                    <a:pt x="5752" y="8847"/>
                  </a:lnTo>
                  <a:lnTo>
                    <a:pt x="12649" y="8497"/>
                  </a:lnTo>
                  <a:lnTo>
                    <a:pt x="14891" y="8384"/>
                  </a:lnTo>
                  <a:cubicBezTo>
                    <a:pt x="14948" y="8225"/>
                    <a:pt x="15017" y="8071"/>
                    <a:pt x="15098" y="7925"/>
                  </a:cubicBezTo>
                  <a:cubicBezTo>
                    <a:pt x="15456" y="7258"/>
                    <a:pt x="15951" y="6674"/>
                    <a:pt x="16544" y="6206"/>
                  </a:cubicBezTo>
                  <a:cubicBezTo>
                    <a:pt x="17398" y="5549"/>
                    <a:pt x="18640" y="4997"/>
                    <a:pt x="20416" y="4997"/>
                  </a:cubicBezTo>
                  <a:cubicBezTo>
                    <a:pt x="20922" y="4997"/>
                    <a:pt x="21472" y="5042"/>
                    <a:pt x="22069" y="5142"/>
                  </a:cubicBezTo>
                  <a:cubicBezTo>
                    <a:pt x="27101" y="5995"/>
                    <a:pt x="28040" y="9960"/>
                    <a:pt x="28194" y="10955"/>
                  </a:cubicBezTo>
                  <a:cubicBezTo>
                    <a:pt x="28194" y="10967"/>
                    <a:pt x="28194" y="10983"/>
                    <a:pt x="28198" y="10995"/>
                  </a:cubicBezTo>
                  <a:cubicBezTo>
                    <a:pt x="28206" y="11048"/>
                    <a:pt x="28214" y="11089"/>
                    <a:pt x="28218" y="11121"/>
                  </a:cubicBezTo>
                  <a:cubicBezTo>
                    <a:pt x="28214" y="11077"/>
                    <a:pt x="28210" y="11004"/>
                    <a:pt x="28194" y="10902"/>
                  </a:cubicBezTo>
                  <a:cubicBezTo>
                    <a:pt x="28198" y="10898"/>
                    <a:pt x="28198" y="10890"/>
                    <a:pt x="28194" y="10886"/>
                  </a:cubicBezTo>
                  <a:cubicBezTo>
                    <a:pt x="28121" y="10276"/>
                    <a:pt x="27999" y="9675"/>
                    <a:pt x="27828" y="9086"/>
                  </a:cubicBezTo>
                  <a:lnTo>
                    <a:pt x="27820" y="9050"/>
                  </a:lnTo>
                  <a:cubicBezTo>
                    <a:pt x="27292" y="7210"/>
                    <a:pt x="26090" y="4549"/>
                    <a:pt x="23360" y="2587"/>
                  </a:cubicBezTo>
                  <a:cubicBezTo>
                    <a:pt x="21407" y="1186"/>
                    <a:pt x="18673" y="146"/>
                    <a:pt x="14851" y="12"/>
                  </a:cubicBezTo>
                  <a:cubicBezTo>
                    <a:pt x="14621" y="4"/>
                    <a:pt x="14394" y="1"/>
                    <a:pt x="1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6266091" y="778772"/>
              <a:ext cx="377536" cy="473075"/>
            </a:xfrm>
            <a:custGeom>
              <a:avLst/>
              <a:gdLst/>
              <a:ahLst/>
              <a:cxnLst/>
              <a:rect l="l" t="t" r="r" b="b"/>
              <a:pathLst>
                <a:path w="18727" h="23466" extrusionOk="0">
                  <a:moveTo>
                    <a:pt x="6577" y="1"/>
                  </a:moveTo>
                  <a:cubicBezTo>
                    <a:pt x="6469" y="1"/>
                    <a:pt x="6361" y="6"/>
                    <a:pt x="6252" y="17"/>
                  </a:cubicBezTo>
                  <a:cubicBezTo>
                    <a:pt x="6057" y="29"/>
                    <a:pt x="5862" y="62"/>
                    <a:pt x="5667" y="114"/>
                  </a:cubicBezTo>
                  <a:lnTo>
                    <a:pt x="5663" y="114"/>
                  </a:lnTo>
                  <a:cubicBezTo>
                    <a:pt x="5655" y="119"/>
                    <a:pt x="5651" y="119"/>
                    <a:pt x="5647" y="119"/>
                  </a:cubicBezTo>
                  <a:cubicBezTo>
                    <a:pt x="5452" y="184"/>
                    <a:pt x="5269" y="248"/>
                    <a:pt x="5099" y="318"/>
                  </a:cubicBezTo>
                  <a:cubicBezTo>
                    <a:pt x="5086" y="318"/>
                    <a:pt x="5074" y="322"/>
                    <a:pt x="5062" y="330"/>
                  </a:cubicBezTo>
                  <a:cubicBezTo>
                    <a:pt x="4575" y="553"/>
                    <a:pt x="4148" y="882"/>
                    <a:pt x="3811" y="1296"/>
                  </a:cubicBezTo>
                  <a:cubicBezTo>
                    <a:pt x="3681" y="1447"/>
                    <a:pt x="3567" y="1609"/>
                    <a:pt x="3474" y="1780"/>
                  </a:cubicBezTo>
                  <a:cubicBezTo>
                    <a:pt x="3356" y="1975"/>
                    <a:pt x="3263" y="2178"/>
                    <a:pt x="3194" y="2389"/>
                  </a:cubicBezTo>
                  <a:cubicBezTo>
                    <a:pt x="2893" y="3246"/>
                    <a:pt x="2617" y="4107"/>
                    <a:pt x="2373" y="4956"/>
                  </a:cubicBezTo>
                  <a:cubicBezTo>
                    <a:pt x="2203" y="5529"/>
                    <a:pt x="2048" y="6094"/>
                    <a:pt x="1906" y="6650"/>
                  </a:cubicBezTo>
                  <a:cubicBezTo>
                    <a:pt x="1756" y="7231"/>
                    <a:pt x="1618" y="7804"/>
                    <a:pt x="1488" y="8364"/>
                  </a:cubicBezTo>
                  <a:cubicBezTo>
                    <a:pt x="1240" y="9449"/>
                    <a:pt x="1029" y="10497"/>
                    <a:pt x="858" y="11496"/>
                  </a:cubicBezTo>
                  <a:cubicBezTo>
                    <a:pt x="627" y="12796"/>
                    <a:pt x="452" y="14010"/>
                    <a:pt x="318" y="15103"/>
                  </a:cubicBezTo>
                  <a:cubicBezTo>
                    <a:pt x="216" y="15936"/>
                    <a:pt x="139" y="16703"/>
                    <a:pt x="86" y="17378"/>
                  </a:cubicBezTo>
                  <a:cubicBezTo>
                    <a:pt x="58" y="17678"/>
                    <a:pt x="33" y="17958"/>
                    <a:pt x="17" y="18222"/>
                  </a:cubicBezTo>
                  <a:cubicBezTo>
                    <a:pt x="1" y="18466"/>
                    <a:pt x="9" y="18714"/>
                    <a:pt x="46" y="18958"/>
                  </a:cubicBezTo>
                  <a:cubicBezTo>
                    <a:pt x="224" y="20298"/>
                    <a:pt x="1155" y="21415"/>
                    <a:pt x="2434" y="21838"/>
                  </a:cubicBezTo>
                  <a:cubicBezTo>
                    <a:pt x="5651" y="22898"/>
                    <a:pt x="9526" y="23308"/>
                    <a:pt x="12081" y="23462"/>
                  </a:cubicBezTo>
                  <a:cubicBezTo>
                    <a:pt x="12103" y="23464"/>
                    <a:pt x="12126" y="23465"/>
                    <a:pt x="12148" y="23465"/>
                  </a:cubicBezTo>
                  <a:cubicBezTo>
                    <a:pt x="12169" y="23465"/>
                    <a:pt x="12191" y="23464"/>
                    <a:pt x="12211" y="23462"/>
                  </a:cubicBezTo>
                  <a:cubicBezTo>
                    <a:pt x="12253" y="23464"/>
                    <a:pt x="12294" y="23465"/>
                    <a:pt x="12336" y="23465"/>
                  </a:cubicBezTo>
                  <a:cubicBezTo>
                    <a:pt x="12596" y="23465"/>
                    <a:pt x="12857" y="23432"/>
                    <a:pt x="13109" y="23373"/>
                  </a:cubicBezTo>
                  <a:cubicBezTo>
                    <a:pt x="13653" y="23251"/>
                    <a:pt x="14161" y="23003"/>
                    <a:pt x="14591" y="22646"/>
                  </a:cubicBezTo>
                  <a:cubicBezTo>
                    <a:pt x="14648" y="22597"/>
                    <a:pt x="14709" y="22548"/>
                    <a:pt x="14762" y="22492"/>
                  </a:cubicBezTo>
                  <a:cubicBezTo>
                    <a:pt x="15221" y="22061"/>
                    <a:pt x="15554" y="21517"/>
                    <a:pt x="15733" y="20911"/>
                  </a:cubicBezTo>
                  <a:cubicBezTo>
                    <a:pt x="16224" y="19205"/>
                    <a:pt x="16659" y="17382"/>
                    <a:pt x="17037" y="15570"/>
                  </a:cubicBezTo>
                  <a:cubicBezTo>
                    <a:pt x="17215" y="14725"/>
                    <a:pt x="17374" y="13888"/>
                    <a:pt x="17524" y="13064"/>
                  </a:cubicBezTo>
                  <a:cubicBezTo>
                    <a:pt x="17630" y="12503"/>
                    <a:pt x="17723" y="11943"/>
                    <a:pt x="17817" y="11407"/>
                  </a:cubicBezTo>
                  <a:cubicBezTo>
                    <a:pt x="18174" y="9302"/>
                    <a:pt x="18442" y="7393"/>
                    <a:pt x="18625" y="5964"/>
                  </a:cubicBezTo>
                  <a:cubicBezTo>
                    <a:pt x="18726" y="5163"/>
                    <a:pt x="18556" y="4355"/>
                    <a:pt x="18137" y="3669"/>
                  </a:cubicBezTo>
                  <a:cubicBezTo>
                    <a:pt x="17727" y="2994"/>
                    <a:pt x="17110" y="2474"/>
                    <a:pt x="16379" y="2186"/>
                  </a:cubicBezTo>
                  <a:cubicBezTo>
                    <a:pt x="12329" y="598"/>
                    <a:pt x="8933" y="119"/>
                    <a:pt x="6740" y="5"/>
                  </a:cubicBezTo>
                  <a:cubicBezTo>
                    <a:pt x="6686" y="2"/>
                    <a:pt x="6631" y="1"/>
                    <a:pt x="6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6285264" y="1228518"/>
              <a:ext cx="425598" cy="185432"/>
            </a:xfrm>
            <a:custGeom>
              <a:avLst/>
              <a:gdLst/>
              <a:ahLst/>
              <a:cxnLst/>
              <a:rect l="l" t="t" r="r" b="b"/>
              <a:pathLst>
                <a:path w="21111" h="9198" extrusionOk="0">
                  <a:moveTo>
                    <a:pt x="0" y="1"/>
                  </a:moveTo>
                  <a:cubicBezTo>
                    <a:pt x="208" y="3445"/>
                    <a:pt x="3031" y="7670"/>
                    <a:pt x="9509" y="8856"/>
                  </a:cubicBezTo>
                  <a:cubicBezTo>
                    <a:pt x="10760" y="9082"/>
                    <a:pt x="12030" y="9197"/>
                    <a:pt x="13301" y="9197"/>
                  </a:cubicBezTo>
                  <a:cubicBezTo>
                    <a:pt x="13693" y="9197"/>
                    <a:pt x="14085" y="9186"/>
                    <a:pt x="14477" y="9164"/>
                  </a:cubicBezTo>
                  <a:cubicBezTo>
                    <a:pt x="18417" y="8957"/>
                    <a:pt x="21110" y="7751"/>
                    <a:pt x="21110" y="7751"/>
                  </a:cubicBezTo>
                  <a:lnTo>
                    <a:pt x="21110" y="7751"/>
                  </a:lnTo>
                  <a:cubicBezTo>
                    <a:pt x="21110" y="7751"/>
                    <a:pt x="20538" y="7941"/>
                    <a:pt x="19530" y="7941"/>
                  </a:cubicBezTo>
                  <a:cubicBezTo>
                    <a:pt x="18405" y="7941"/>
                    <a:pt x="16736" y="7704"/>
                    <a:pt x="14713" y="6699"/>
                  </a:cubicBezTo>
                  <a:cubicBezTo>
                    <a:pt x="12787" y="5748"/>
                    <a:pt x="12036" y="4351"/>
                    <a:pt x="11772" y="3197"/>
                  </a:cubicBezTo>
                  <a:cubicBezTo>
                    <a:pt x="11500" y="2052"/>
                    <a:pt x="11707" y="1146"/>
                    <a:pt x="11707" y="1146"/>
                  </a:cubicBezTo>
                  <a:lnTo>
                    <a:pt x="11707" y="1146"/>
                  </a:lnTo>
                  <a:cubicBezTo>
                    <a:pt x="10790" y="1439"/>
                    <a:pt x="9729" y="1554"/>
                    <a:pt x="8629" y="1554"/>
                  </a:cubicBezTo>
                  <a:cubicBezTo>
                    <a:pt x="4586" y="155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6308106" y="780989"/>
              <a:ext cx="98038" cy="43183"/>
            </a:xfrm>
            <a:custGeom>
              <a:avLst/>
              <a:gdLst/>
              <a:ahLst/>
              <a:cxnLst/>
              <a:rect l="l" t="t" r="r" b="b"/>
              <a:pathLst>
                <a:path w="4863" h="2142" extrusionOk="0">
                  <a:moveTo>
                    <a:pt x="3579" y="0"/>
                  </a:moveTo>
                  <a:cubicBezTo>
                    <a:pt x="3575" y="4"/>
                    <a:pt x="3567" y="4"/>
                    <a:pt x="3563" y="9"/>
                  </a:cubicBezTo>
                  <a:cubicBezTo>
                    <a:pt x="3368" y="69"/>
                    <a:pt x="3185" y="138"/>
                    <a:pt x="3015" y="203"/>
                  </a:cubicBezTo>
                  <a:cubicBezTo>
                    <a:pt x="3002" y="208"/>
                    <a:pt x="2990" y="212"/>
                    <a:pt x="2978" y="220"/>
                  </a:cubicBezTo>
                  <a:cubicBezTo>
                    <a:pt x="521" y="1146"/>
                    <a:pt x="54" y="2015"/>
                    <a:pt x="9" y="2129"/>
                  </a:cubicBezTo>
                  <a:cubicBezTo>
                    <a:pt x="1" y="2133"/>
                    <a:pt x="1" y="2133"/>
                    <a:pt x="1" y="2141"/>
                  </a:cubicBezTo>
                  <a:lnTo>
                    <a:pt x="1386" y="1678"/>
                  </a:lnTo>
                  <a:lnTo>
                    <a:pt x="3019" y="1130"/>
                  </a:lnTo>
                  <a:lnTo>
                    <a:pt x="3100" y="1101"/>
                  </a:lnTo>
                  <a:lnTo>
                    <a:pt x="4863" y="508"/>
                  </a:lnTo>
                  <a:lnTo>
                    <a:pt x="3941" y="14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6496869" y="1232207"/>
              <a:ext cx="66931" cy="40723"/>
            </a:xfrm>
            <a:custGeom>
              <a:avLst/>
              <a:gdLst/>
              <a:ahLst/>
              <a:cxnLst/>
              <a:rect l="l" t="t" r="r" b="b"/>
              <a:pathLst>
                <a:path w="3320" h="2020" extrusionOk="0">
                  <a:moveTo>
                    <a:pt x="3319" y="1"/>
                  </a:moveTo>
                  <a:lnTo>
                    <a:pt x="1390" y="122"/>
                  </a:lnTo>
                  <a:lnTo>
                    <a:pt x="0" y="2019"/>
                  </a:lnTo>
                  <a:cubicBezTo>
                    <a:pt x="0" y="2019"/>
                    <a:pt x="1288" y="1889"/>
                    <a:pt x="33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6225649" y="803166"/>
              <a:ext cx="377516" cy="473316"/>
            </a:xfrm>
            <a:custGeom>
              <a:avLst/>
              <a:gdLst/>
              <a:ahLst/>
              <a:cxnLst/>
              <a:rect l="l" t="t" r="r" b="b"/>
              <a:pathLst>
                <a:path w="18726" h="23478" extrusionOk="0">
                  <a:moveTo>
                    <a:pt x="6607" y="1"/>
                  </a:moveTo>
                  <a:cubicBezTo>
                    <a:pt x="6341" y="1"/>
                    <a:pt x="6076" y="31"/>
                    <a:pt x="5817" y="91"/>
                  </a:cubicBezTo>
                  <a:cubicBezTo>
                    <a:pt x="5167" y="233"/>
                    <a:pt x="4570" y="562"/>
                    <a:pt x="4099" y="1029"/>
                  </a:cubicBezTo>
                  <a:cubicBezTo>
                    <a:pt x="4091" y="1033"/>
                    <a:pt x="4091" y="1033"/>
                    <a:pt x="4091" y="1041"/>
                  </a:cubicBezTo>
                  <a:cubicBezTo>
                    <a:pt x="3709" y="1419"/>
                    <a:pt x="3416" y="1882"/>
                    <a:pt x="3238" y="2394"/>
                  </a:cubicBezTo>
                  <a:cubicBezTo>
                    <a:pt x="3018" y="3019"/>
                    <a:pt x="2811" y="3649"/>
                    <a:pt x="2624" y="4274"/>
                  </a:cubicBezTo>
                  <a:cubicBezTo>
                    <a:pt x="2446" y="4851"/>
                    <a:pt x="2283" y="5416"/>
                    <a:pt x="2125" y="5980"/>
                  </a:cubicBezTo>
                  <a:cubicBezTo>
                    <a:pt x="2080" y="6135"/>
                    <a:pt x="2044" y="6281"/>
                    <a:pt x="2007" y="6435"/>
                  </a:cubicBezTo>
                  <a:cubicBezTo>
                    <a:pt x="1601" y="7967"/>
                    <a:pt x="1280" y="9441"/>
                    <a:pt x="1020" y="10838"/>
                  </a:cubicBezTo>
                  <a:cubicBezTo>
                    <a:pt x="776" y="12134"/>
                    <a:pt x="589" y="13349"/>
                    <a:pt x="447" y="14458"/>
                  </a:cubicBezTo>
                  <a:cubicBezTo>
                    <a:pt x="338" y="15278"/>
                    <a:pt x="252" y="16042"/>
                    <a:pt x="191" y="16736"/>
                  </a:cubicBezTo>
                  <a:cubicBezTo>
                    <a:pt x="130" y="17281"/>
                    <a:pt x="94" y="17780"/>
                    <a:pt x="61" y="18227"/>
                  </a:cubicBezTo>
                  <a:cubicBezTo>
                    <a:pt x="61" y="18268"/>
                    <a:pt x="61" y="18308"/>
                    <a:pt x="61" y="18345"/>
                  </a:cubicBezTo>
                  <a:cubicBezTo>
                    <a:pt x="0" y="19921"/>
                    <a:pt x="987" y="21347"/>
                    <a:pt x="2482" y="21842"/>
                  </a:cubicBezTo>
                  <a:cubicBezTo>
                    <a:pt x="2677" y="21907"/>
                    <a:pt x="2876" y="21972"/>
                    <a:pt x="3079" y="22025"/>
                  </a:cubicBezTo>
                  <a:cubicBezTo>
                    <a:pt x="6170" y="22947"/>
                    <a:pt x="9733" y="23321"/>
                    <a:pt x="12133" y="23471"/>
                  </a:cubicBezTo>
                  <a:cubicBezTo>
                    <a:pt x="12204" y="23475"/>
                    <a:pt x="12274" y="23477"/>
                    <a:pt x="12344" y="23477"/>
                  </a:cubicBezTo>
                  <a:cubicBezTo>
                    <a:pt x="13165" y="23477"/>
                    <a:pt x="13963" y="23195"/>
                    <a:pt x="14603" y="22675"/>
                  </a:cubicBezTo>
                  <a:cubicBezTo>
                    <a:pt x="14790" y="22524"/>
                    <a:pt x="14964" y="22350"/>
                    <a:pt x="15115" y="22163"/>
                  </a:cubicBezTo>
                  <a:cubicBezTo>
                    <a:pt x="15318" y="21919"/>
                    <a:pt x="15484" y="21647"/>
                    <a:pt x="15610" y="21355"/>
                  </a:cubicBezTo>
                  <a:cubicBezTo>
                    <a:pt x="15679" y="21212"/>
                    <a:pt x="15736" y="21062"/>
                    <a:pt x="15777" y="20912"/>
                  </a:cubicBezTo>
                  <a:cubicBezTo>
                    <a:pt x="16500" y="18422"/>
                    <a:pt x="17097" y="15672"/>
                    <a:pt x="17568" y="13089"/>
                  </a:cubicBezTo>
                  <a:lnTo>
                    <a:pt x="17848" y="11496"/>
                  </a:lnTo>
                  <a:cubicBezTo>
                    <a:pt x="17893" y="11232"/>
                    <a:pt x="17934" y="10972"/>
                    <a:pt x="17978" y="10716"/>
                  </a:cubicBezTo>
                  <a:cubicBezTo>
                    <a:pt x="18068" y="10168"/>
                    <a:pt x="18153" y="9628"/>
                    <a:pt x="18230" y="9116"/>
                  </a:cubicBezTo>
                  <a:lnTo>
                    <a:pt x="18230" y="9108"/>
                  </a:lnTo>
                  <a:cubicBezTo>
                    <a:pt x="18413" y="7922"/>
                    <a:pt x="18559" y="6850"/>
                    <a:pt x="18673" y="5960"/>
                  </a:cubicBezTo>
                  <a:cubicBezTo>
                    <a:pt x="18685" y="5838"/>
                    <a:pt x="18697" y="5716"/>
                    <a:pt x="18697" y="5594"/>
                  </a:cubicBezTo>
                  <a:cubicBezTo>
                    <a:pt x="18726" y="4640"/>
                    <a:pt x="18360" y="3714"/>
                    <a:pt x="17694" y="3031"/>
                  </a:cubicBezTo>
                  <a:cubicBezTo>
                    <a:pt x="17337" y="2662"/>
                    <a:pt x="16906" y="2373"/>
                    <a:pt x="16423" y="2191"/>
                  </a:cubicBezTo>
                  <a:cubicBezTo>
                    <a:pt x="16175" y="2093"/>
                    <a:pt x="15931" y="1996"/>
                    <a:pt x="15688" y="1910"/>
                  </a:cubicBezTo>
                  <a:cubicBezTo>
                    <a:pt x="14839" y="1597"/>
                    <a:pt x="14026" y="1338"/>
                    <a:pt x="13250" y="1118"/>
                  </a:cubicBezTo>
                  <a:cubicBezTo>
                    <a:pt x="10801" y="420"/>
                    <a:pt x="8717" y="135"/>
                    <a:pt x="7162" y="30"/>
                  </a:cubicBezTo>
                  <a:lnTo>
                    <a:pt x="7109" y="30"/>
                  </a:lnTo>
                  <a:cubicBezTo>
                    <a:pt x="6999" y="17"/>
                    <a:pt x="6889" y="9"/>
                    <a:pt x="6784" y="5"/>
                  </a:cubicBezTo>
                  <a:cubicBezTo>
                    <a:pt x="6725" y="2"/>
                    <a:pt x="6666" y="1"/>
                    <a:pt x="6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6268470" y="825706"/>
              <a:ext cx="273450" cy="98038"/>
            </a:xfrm>
            <a:custGeom>
              <a:avLst/>
              <a:gdLst/>
              <a:ahLst/>
              <a:cxnLst/>
              <a:rect l="l" t="t" r="r" b="b"/>
              <a:pathLst>
                <a:path w="13564" h="4863" extrusionOk="0">
                  <a:moveTo>
                    <a:pt x="11126" y="0"/>
                  </a:moveTo>
                  <a:lnTo>
                    <a:pt x="5310" y="1727"/>
                  </a:lnTo>
                  <a:lnTo>
                    <a:pt x="4879" y="1856"/>
                  </a:lnTo>
                  <a:lnTo>
                    <a:pt x="4855" y="1861"/>
                  </a:lnTo>
                  <a:lnTo>
                    <a:pt x="4103" y="2088"/>
                  </a:lnTo>
                  <a:lnTo>
                    <a:pt x="2974" y="2425"/>
                  </a:lnTo>
                  <a:lnTo>
                    <a:pt x="2255" y="2632"/>
                  </a:lnTo>
                  <a:lnTo>
                    <a:pt x="500" y="3156"/>
                  </a:lnTo>
                  <a:cubicBezTo>
                    <a:pt x="322" y="3733"/>
                    <a:pt x="159" y="4302"/>
                    <a:pt x="1" y="4862"/>
                  </a:cubicBezTo>
                  <a:lnTo>
                    <a:pt x="1784" y="4326"/>
                  </a:lnTo>
                  <a:lnTo>
                    <a:pt x="4526" y="3506"/>
                  </a:lnTo>
                  <a:lnTo>
                    <a:pt x="4964" y="3376"/>
                  </a:lnTo>
                  <a:lnTo>
                    <a:pt x="7154" y="2722"/>
                  </a:lnTo>
                  <a:lnTo>
                    <a:pt x="7592" y="2588"/>
                  </a:lnTo>
                  <a:lnTo>
                    <a:pt x="8673" y="2263"/>
                  </a:lnTo>
                  <a:lnTo>
                    <a:pt x="13564" y="796"/>
                  </a:lnTo>
                  <a:cubicBezTo>
                    <a:pt x="12715" y="484"/>
                    <a:pt x="11902" y="220"/>
                    <a:pt x="11126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6226879" y="1034934"/>
              <a:ext cx="358606" cy="138076"/>
            </a:xfrm>
            <a:custGeom>
              <a:avLst/>
              <a:gdLst/>
              <a:ahLst/>
              <a:cxnLst/>
              <a:rect l="l" t="t" r="r" b="b"/>
              <a:pathLst>
                <a:path w="17788" h="6849" extrusionOk="0">
                  <a:moveTo>
                    <a:pt x="17787" y="0"/>
                  </a:moveTo>
                  <a:lnTo>
                    <a:pt x="130" y="5240"/>
                  </a:lnTo>
                  <a:lnTo>
                    <a:pt x="0" y="6849"/>
                  </a:lnTo>
                  <a:lnTo>
                    <a:pt x="0" y="6849"/>
                  </a:lnTo>
                  <a:lnTo>
                    <a:pt x="17503" y="15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6234661" y="915945"/>
              <a:ext cx="367940" cy="178698"/>
            </a:xfrm>
            <a:custGeom>
              <a:avLst/>
              <a:gdLst/>
              <a:ahLst/>
              <a:cxnLst/>
              <a:rect l="l" t="t" r="r" b="b"/>
              <a:pathLst>
                <a:path w="18251" h="8864" extrusionOk="0">
                  <a:moveTo>
                    <a:pt x="18250" y="0"/>
                  </a:moveTo>
                  <a:lnTo>
                    <a:pt x="573" y="5244"/>
                  </a:lnTo>
                  <a:cubicBezTo>
                    <a:pt x="329" y="6540"/>
                    <a:pt x="142" y="7759"/>
                    <a:pt x="0" y="8864"/>
                  </a:cubicBezTo>
                  <a:lnTo>
                    <a:pt x="17783" y="3522"/>
                  </a:lnTo>
                  <a:lnTo>
                    <a:pt x="17783" y="3518"/>
                  </a:lnTo>
                  <a:cubicBezTo>
                    <a:pt x="17966" y="2328"/>
                    <a:pt x="18112" y="1256"/>
                    <a:pt x="18226" y="370"/>
                  </a:cubicBezTo>
                  <a:cubicBezTo>
                    <a:pt x="18238" y="248"/>
                    <a:pt x="18246" y="126"/>
                    <a:pt x="18250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6306150" y="934493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6" y="0"/>
                  </a:moveTo>
                  <a:cubicBezTo>
                    <a:pt x="1121" y="0"/>
                    <a:pt x="788" y="184"/>
                    <a:pt x="675" y="470"/>
                  </a:cubicBezTo>
                  <a:cubicBezTo>
                    <a:pt x="142" y="1814"/>
                    <a:pt x="25" y="3134"/>
                    <a:pt x="8" y="3853"/>
                  </a:cubicBezTo>
                  <a:cubicBezTo>
                    <a:pt x="0" y="4198"/>
                    <a:pt x="301" y="4540"/>
                    <a:pt x="744" y="4670"/>
                  </a:cubicBezTo>
                  <a:cubicBezTo>
                    <a:pt x="1666" y="4946"/>
                    <a:pt x="2770" y="5092"/>
                    <a:pt x="3494" y="5161"/>
                  </a:cubicBezTo>
                  <a:cubicBezTo>
                    <a:pt x="3537" y="5165"/>
                    <a:pt x="3580" y="5167"/>
                    <a:pt x="3622" y="5167"/>
                  </a:cubicBezTo>
                  <a:cubicBezTo>
                    <a:pt x="4038" y="5167"/>
                    <a:pt x="4389" y="4971"/>
                    <a:pt x="4489" y="4661"/>
                  </a:cubicBezTo>
                  <a:cubicBezTo>
                    <a:pt x="4834" y="3569"/>
                    <a:pt x="5013" y="2216"/>
                    <a:pt x="5090" y="1465"/>
                  </a:cubicBezTo>
                  <a:cubicBezTo>
                    <a:pt x="5126" y="1120"/>
                    <a:pt x="4838" y="770"/>
                    <a:pt x="4399" y="616"/>
                  </a:cubicBezTo>
                  <a:cubicBezTo>
                    <a:pt x="3510" y="303"/>
                    <a:pt x="2584" y="96"/>
                    <a:pt x="1645" y="7"/>
                  </a:cubicBezTo>
                  <a:cubicBezTo>
                    <a:pt x="1602" y="2"/>
                    <a:pt x="1558" y="0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6433968" y="958747"/>
              <a:ext cx="103380" cy="104247"/>
            </a:xfrm>
            <a:custGeom>
              <a:avLst/>
              <a:gdLst/>
              <a:ahLst/>
              <a:cxnLst/>
              <a:rect l="l" t="t" r="r" b="b"/>
              <a:pathLst>
                <a:path w="5128" h="5171" extrusionOk="0">
                  <a:moveTo>
                    <a:pt x="1527" y="0"/>
                  </a:moveTo>
                  <a:cubicBezTo>
                    <a:pt x="1130" y="0"/>
                    <a:pt x="790" y="185"/>
                    <a:pt x="675" y="473"/>
                  </a:cubicBezTo>
                  <a:cubicBezTo>
                    <a:pt x="143" y="1813"/>
                    <a:pt x="29" y="3138"/>
                    <a:pt x="9" y="3852"/>
                  </a:cubicBezTo>
                  <a:cubicBezTo>
                    <a:pt x="1" y="4202"/>
                    <a:pt x="306" y="4539"/>
                    <a:pt x="744" y="4673"/>
                  </a:cubicBezTo>
                  <a:cubicBezTo>
                    <a:pt x="1670" y="4949"/>
                    <a:pt x="2771" y="5091"/>
                    <a:pt x="3498" y="5164"/>
                  </a:cubicBezTo>
                  <a:cubicBezTo>
                    <a:pt x="3541" y="5169"/>
                    <a:pt x="3583" y="5171"/>
                    <a:pt x="3625" y="5171"/>
                  </a:cubicBezTo>
                  <a:cubicBezTo>
                    <a:pt x="4041" y="5171"/>
                    <a:pt x="4390" y="4971"/>
                    <a:pt x="4489" y="4665"/>
                  </a:cubicBezTo>
                  <a:cubicBezTo>
                    <a:pt x="4839" y="3572"/>
                    <a:pt x="5013" y="2220"/>
                    <a:pt x="5090" y="1468"/>
                  </a:cubicBezTo>
                  <a:cubicBezTo>
                    <a:pt x="5127" y="1119"/>
                    <a:pt x="4843" y="774"/>
                    <a:pt x="4400" y="619"/>
                  </a:cubicBezTo>
                  <a:cubicBezTo>
                    <a:pt x="3510" y="306"/>
                    <a:pt x="2584" y="99"/>
                    <a:pt x="1646" y="6"/>
                  </a:cubicBezTo>
                  <a:cubicBezTo>
                    <a:pt x="1606" y="2"/>
                    <a:pt x="1566" y="0"/>
                    <a:pt x="1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6284276" y="1065518"/>
              <a:ext cx="103360" cy="104207"/>
            </a:xfrm>
            <a:custGeom>
              <a:avLst/>
              <a:gdLst/>
              <a:ahLst/>
              <a:cxnLst/>
              <a:rect l="l" t="t" r="r" b="b"/>
              <a:pathLst>
                <a:path w="5127" h="5169" extrusionOk="0">
                  <a:moveTo>
                    <a:pt x="1516" y="0"/>
                  </a:moveTo>
                  <a:cubicBezTo>
                    <a:pt x="1121" y="0"/>
                    <a:pt x="789" y="184"/>
                    <a:pt x="675" y="470"/>
                  </a:cubicBezTo>
                  <a:cubicBezTo>
                    <a:pt x="143" y="1814"/>
                    <a:pt x="29" y="3134"/>
                    <a:pt x="9" y="3853"/>
                  </a:cubicBezTo>
                  <a:cubicBezTo>
                    <a:pt x="1" y="4203"/>
                    <a:pt x="301" y="4540"/>
                    <a:pt x="748" y="4670"/>
                  </a:cubicBezTo>
                  <a:cubicBezTo>
                    <a:pt x="1670" y="4946"/>
                    <a:pt x="2771" y="5092"/>
                    <a:pt x="3498" y="5161"/>
                  </a:cubicBezTo>
                  <a:cubicBezTo>
                    <a:pt x="3544" y="5166"/>
                    <a:pt x="3589" y="5168"/>
                    <a:pt x="3634" y="5168"/>
                  </a:cubicBezTo>
                  <a:cubicBezTo>
                    <a:pt x="4047" y="5168"/>
                    <a:pt x="4394" y="4969"/>
                    <a:pt x="4489" y="4662"/>
                  </a:cubicBezTo>
                  <a:cubicBezTo>
                    <a:pt x="4838" y="3569"/>
                    <a:pt x="5017" y="2216"/>
                    <a:pt x="5090" y="1469"/>
                  </a:cubicBezTo>
                  <a:cubicBezTo>
                    <a:pt x="5127" y="1120"/>
                    <a:pt x="4843" y="770"/>
                    <a:pt x="4404" y="616"/>
                  </a:cubicBezTo>
                  <a:cubicBezTo>
                    <a:pt x="3510" y="303"/>
                    <a:pt x="2584" y="100"/>
                    <a:pt x="1646" y="7"/>
                  </a:cubicBezTo>
                  <a:cubicBezTo>
                    <a:pt x="1602" y="2"/>
                    <a:pt x="1559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6412114" y="1089832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7" y="1"/>
                  </a:moveTo>
                  <a:cubicBezTo>
                    <a:pt x="1125" y="1"/>
                    <a:pt x="792" y="184"/>
                    <a:pt x="679" y="470"/>
                  </a:cubicBezTo>
                  <a:cubicBezTo>
                    <a:pt x="143" y="1815"/>
                    <a:pt x="29" y="3135"/>
                    <a:pt x="8" y="3854"/>
                  </a:cubicBezTo>
                  <a:cubicBezTo>
                    <a:pt x="0" y="4199"/>
                    <a:pt x="305" y="4540"/>
                    <a:pt x="748" y="4670"/>
                  </a:cubicBezTo>
                  <a:cubicBezTo>
                    <a:pt x="1670" y="4946"/>
                    <a:pt x="2771" y="5092"/>
                    <a:pt x="3498" y="5162"/>
                  </a:cubicBezTo>
                  <a:cubicBezTo>
                    <a:pt x="3541" y="5166"/>
                    <a:pt x="3584" y="5168"/>
                    <a:pt x="3626" y="5168"/>
                  </a:cubicBezTo>
                  <a:cubicBezTo>
                    <a:pt x="4043" y="5168"/>
                    <a:pt x="4393" y="4972"/>
                    <a:pt x="4489" y="4662"/>
                  </a:cubicBezTo>
                  <a:cubicBezTo>
                    <a:pt x="4838" y="3569"/>
                    <a:pt x="5017" y="2217"/>
                    <a:pt x="5090" y="1465"/>
                  </a:cubicBezTo>
                  <a:cubicBezTo>
                    <a:pt x="5127" y="1120"/>
                    <a:pt x="4842" y="771"/>
                    <a:pt x="4403" y="616"/>
                  </a:cubicBezTo>
                  <a:cubicBezTo>
                    <a:pt x="3510" y="304"/>
                    <a:pt x="2584" y="100"/>
                    <a:pt x="1645" y="7"/>
                  </a:cubicBezTo>
                  <a:cubicBezTo>
                    <a:pt x="1602" y="3"/>
                    <a:pt x="1559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6578439" y="1034511"/>
              <a:ext cx="35965" cy="59069"/>
            </a:xfrm>
            <a:custGeom>
              <a:avLst/>
              <a:gdLst/>
              <a:ahLst/>
              <a:cxnLst/>
              <a:rect l="l" t="t" r="r" b="b"/>
              <a:pathLst>
                <a:path w="1784" h="2930" extrusionOk="0">
                  <a:moveTo>
                    <a:pt x="1119" y="1"/>
                  </a:moveTo>
                  <a:cubicBezTo>
                    <a:pt x="738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5" y="2922"/>
                  </a:cubicBezTo>
                  <a:cubicBezTo>
                    <a:pt x="610" y="2927"/>
                    <a:pt x="635" y="2929"/>
                    <a:pt x="661" y="2929"/>
                  </a:cubicBezTo>
                  <a:cubicBezTo>
                    <a:pt x="1040" y="2929"/>
                    <a:pt x="1457" y="2372"/>
                    <a:pt x="1613" y="1618"/>
                  </a:cubicBezTo>
                  <a:cubicBezTo>
                    <a:pt x="1783" y="813"/>
                    <a:pt x="1596" y="90"/>
                    <a:pt x="1198" y="9"/>
                  </a:cubicBezTo>
                  <a:cubicBezTo>
                    <a:pt x="1172" y="4"/>
                    <a:pt x="1146" y="1"/>
                    <a:pt x="11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6673657" y="1296137"/>
              <a:ext cx="27216" cy="22922"/>
            </a:xfrm>
            <a:custGeom>
              <a:avLst/>
              <a:gdLst/>
              <a:ahLst/>
              <a:cxnLst/>
              <a:rect l="l" t="t" r="r" b="b"/>
              <a:pathLst>
                <a:path w="1350" h="1137" extrusionOk="0">
                  <a:moveTo>
                    <a:pt x="723" y="1"/>
                  </a:moveTo>
                  <a:cubicBezTo>
                    <a:pt x="292" y="1"/>
                    <a:pt x="0" y="493"/>
                    <a:pt x="253" y="879"/>
                  </a:cubicBezTo>
                  <a:cubicBezTo>
                    <a:pt x="369" y="1055"/>
                    <a:pt x="549" y="1136"/>
                    <a:pt x="727" y="1136"/>
                  </a:cubicBezTo>
                  <a:cubicBezTo>
                    <a:pt x="978" y="1136"/>
                    <a:pt x="1225" y="974"/>
                    <a:pt x="1285" y="684"/>
                  </a:cubicBezTo>
                  <a:cubicBezTo>
                    <a:pt x="1350" y="380"/>
                    <a:pt x="1155" y="79"/>
                    <a:pt x="846" y="14"/>
                  </a:cubicBezTo>
                  <a:cubicBezTo>
                    <a:pt x="804" y="5"/>
                    <a:pt x="76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6732526" y="1214849"/>
              <a:ext cx="27236" cy="22922"/>
            </a:xfrm>
            <a:custGeom>
              <a:avLst/>
              <a:gdLst/>
              <a:ahLst/>
              <a:cxnLst/>
              <a:rect l="l" t="t" r="r" b="b"/>
              <a:pathLst>
                <a:path w="1351" h="1137" extrusionOk="0">
                  <a:moveTo>
                    <a:pt x="726" y="0"/>
                  </a:moveTo>
                  <a:cubicBezTo>
                    <a:pt x="294" y="0"/>
                    <a:pt x="0" y="490"/>
                    <a:pt x="253" y="878"/>
                  </a:cubicBezTo>
                  <a:cubicBezTo>
                    <a:pt x="368" y="1055"/>
                    <a:pt x="547" y="1137"/>
                    <a:pt x="725" y="1137"/>
                  </a:cubicBezTo>
                  <a:cubicBezTo>
                    <a:pt x="976" y="1137"/>
                    <a:pt x="1223" y="974"/>
                    <a:pt x="1285" y="687"/>
                  </a:cubicBezTo>
                  <a:cubicBezTo>
                    <a:pt x="1350" y="378"/>
                    <a:pt x="1151" y="78"/>
                    <a:pt x="847" y="13"/>
                  </a:cubicBezTo>
                  <a:cubicBezTo>
                    <a:pt x="806" y="4"/>
                    <a:pt x="765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6763795" y="1121404"/>
              <a:ext cx="27236" cy="22962"/>
            </a:xfrm>
            <a:custGeom>
              <a:avLst/>
              <a:gdLst/>
              <a:ahLst/>
              <a:cxnLst/>
              <a:rect l="l" t="t" r="r" b="b"/>
              <a:pathLst>
                <a:path w="1351" h="1139" extrusionOk="0">
                  <a:moveTo>
                    <a:pt x="727" y="1"/>
                  </a:moveTo>
                  <a:cubicBezTo>
                    <a:pt x="294" y="1"/>
                    <a:pt x="1" y="491"/>
                    <a:pt x="254" y="878"/>
                  </a:cubicBezTo>
                  <a:cubicBezTo>
                    <a:pt x="369" y="1056"/>
                    <a:pt x="549" y="1138"/>
                    <a:pt x="727" y="1138"/>
                  </a:cubicBezTo>
                  <a:cubicBezTo>
                    <a:pt x="977" y="1138"/>
                    <a:pt x="1224" y="976"/>
                    <a:pt x="1286" y="687"/>
                  </a:cubicBezTo>
                  <a:cubicBezTo>
                    <a:pt x="1351" y="379"/>
                    <a:pt x="1152" y="78"/>
                    <a:pt x="847" y="13"/>
                  </a:cubicBezTo>
                  <a:cubicBezTo>
                    <a:pt x="806" y="5"/>
                    <a:pt x="766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6782484" y="1032535"/>
              <a:ext cx="27135" cy="22902"/>
            </a:xfrm>
            <a:custGeom>
              <a:avLst/>
              <a:gdLst/>
              <a:ahLst/>
              <a:cxnLst/>
              <a:rect l="l" t="t" r="r" b="b"/>
              <a:pathLst>
                <a:path w="1346" h="1136" extrusionOk="0">
                  <a:moveTo>
                    <a:pt x="722" y="0"/>
                  </a:moveTo>
                  <a:cubicBezTo>
                    <a:pt x="292" y="0"/>
                    <a:pt x="1" y="489"/>
                    <a:pt x="253" y="879"/>
                  </a:cubicBezTo>
                  <a:cubicBezTo>
                    <a:pt x="368" y="1054"/>
                    <a:pt x="547" y="1136"/>
                    <a:pt x="725" y="1136"/>
                  </a:cubicBezTo>
                  <a:cubicBezTo>
                    <a:pt x="975" y="1136"/>
                    <a:pt x="1223" y="974"/>
                    <a:pt x="1285" y="684"/>
                  </a:cubicBezTo>
                  <a:cubicBezTo>
                    <a:pt x="1346" y="375"/>
                    <a:pt x="1151" y="75"/>
                    <a:pt x="846" y="14"/>
                  </a:cubicBezTo>
                  <a:cubicBezTo>
                    <a:pt x="804" y="5"/>
                    <a:pt x="762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6699382" y="921349"/>
              <a:ext cx="218917" cy="84813"/>
            </a:xfrm>
            <a:custGeom>
              <a:avLst/>
              <a:gdLst/>
              <a:ahLst/>
              <a:cxnLst/>
              <a:rect l="l" t="t" r="r" b="b"/>
              <a:pathLst>
                <a:path w="10859" h="4207" extrusionOk="0">
                  <a:moveTo>
                    <a:pt x="1185" y="0"/>
                  </a:moveTo>
                  <a:cubicBezTo>
                    <a:pt x="655" y="0"/>
                    <a:pt x="194" y="381"/>
                    <a:pt x="98" y="910"/>
                  </a:cubicBezTo>
                  <a:cubicBezTo>
                    <a:pt x="1" y="1410"/>
                    <a:pt x="25" y="1926"/>
                    <a:pt x="167" y="2413"/>
                  </a:cubicBezTo>
                  <a:cubicBezTo>
                    <a:pt x="289" y="2795"/>
                    <a:pt x="618" y="3079"/>
                    <a:pt x="1016" y="3148"/>
                  </a:cubicBezTo>
                  <a:cubicBezTo>
                    <a:pt x="3157" y="3526"/>
                    <a:pt x="7747" y="4022"/>
                    <a:pt x="9485" y="4201"/>
                  </a:cubicBezTo>
                  <a:cubicBezTo>
                    <a:pt x="9524" y="4205"/>
                    <a:pt x="9562" y="4207"/>
                    <a:pt x="9600" y="4207"/>
                  </a:cubicBezTo>
                  <a:cubicBezTo>
                    <a:pt x="10052" y="4207"/>
                    <a:pt x="10462" y="3924"/>
                    <a:pt x="10627" y="3494"/>
                  </a:cubicBezTo>
                  <a:cubicBezTo>
                    <a:pt x="10793" y="3035"/>
                    <a:pt x="10858" y="2543"/>
                    <a:pt x="10821" y="2052"/>
                  </a:cubicBezTo>
                  <a:cubicBezTo>
                    <a:pt x="10777" y="1556"/>
                    <a:pt x="10407" y="1154"/>
                    <a:pt x="9916" y="1073"/>
                  </a:cubicBezTo>
                  <a:cubicBezTo>
                    <a:pt x="6914" y="545"/>
                    <a:pt x="2994" y="159"/>
                    <a:pt x="1280" y="5"/>
                  </a:cubicBezTo>
                  <a:cubicBezTo>
                    <a:pt x="1248" y="2"/>
                    <a:pt x="1217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6588922" y="1036729"/>
              <a:ext cx="35965" cy="59049"/>
            </a:xfrm>
            <a:custGeom>
              <a:avLst/>
              <a:gdLst/>
              <a:ahLst/>
              <a:cxnLst/>
              <a:rect l="l" t="t" r="r" b="b"/>
              <a:pathLst>
                <a:path w="1784" h="2929" extrusionOk="0">
                  <a:moveTo>
                    <a:pt x="1120" y="1"/>
                  </a:moveTo>
                  <a:cubicBezTo>
                    <a:pt x="741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9" y="2921"/>
                  </a:cubicBezTo>
                  <a:cubicBezTo>
                    <a:pt x="614" y="2926"/>
                    <a:pt x="639" y="2929"/>
                    <a:pt x="664" y="2929"/>
                  </a:cubicBezTo>
                  <a:cubicBezTo>
                    <a:pt x="1043" y="2929"/>
                    <a:pt x="1456" y="2367"/>
                    <a:pt x="1613" y="1613"/>
                  </a:cubicBezTo>
                  <a:cubicBezTo>
                    <a:pt x="1783" y="813"/>
                    <a:pt x="1596" y="94"/>
                    <a:pt x="1198" y="9"/>
                  </a:cubicBezTo>
                  <a:cubicBezTo>
                    <a:pt x="1172" y="3"/>
                    <a:pt x="1146" y="1"/>
                    <a:pt x="1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6" name="Google Shape;656;p25"/>
          <p:cNvGrpSpPr/>
          <p:nvPr/>
        </p:nvGrpSpPr>
        <p:grpSpPr>
          <a:xfrm>
            <a:off x="8543098" y="6011332"/>
            <a:ext cx="384143" cy="323699"/>
            <a:chOff x="7220211" y="1901524"/>
            <a:chExt cx="288107" cy="242774"/>
          </a:xfrm>
        </p:grpSpPr>
        <p:sp>
          <p:nvSpPr>
            <p:cNvPr id="657" name="Google Shape;657;p25"/>
            <p:cNvSpPr/>
            <p:nvPr/>
          </p:nvSpPr>
          <p:spPr>
            <a:xfrm>
              <a:off x="7311518" y="2086398"/>
              <a:ext cx="64290" cy="57900"/>
            </a:xfrm>
            <a:custGeom>
              <a:avLst/>
              <a:gdLst/>
              <a:ahLst/>
              <a:cxnLst/>
              <a:rect l="l" t="t" r="r" b="b"/>
              <a:pathLst>
                <a:path w="3189" h="2872" extrusionOk="0">
                  <a:moveTo>
                    <a:pt x="1596" y="0"/>
                  </a:moveTo>
                  <a:cubicBezTo>
                    <a:pt x="1205" y="0"/>
                    <a:pt x="815" y="159"/>
                    <a:pt x="532" y="473"/>
                  </a:cubicBezTo>
                  <a:cubicBezTo>
                    <a:pt x="0" y="1057"/>
                    <a:pt x="45" y="1963"/>
                    <a:pt x="630" y="2499"/>
                  </a:cubicBezTo>
                  <a:cubicBezTo>
                    <a:pt x="904" y="2749"/>
                    <a:pt x="1249" y="2871"/>
                    <a:pt x="1593" y="2871"/>
                  </a:cubicBezTo>
                  <a:cubicBezTo>
                    <a:pt x="1984" y="2871"/>
                    <a:pt x="2374" y="2713"/>
                    <a:pt x="2657" y="2402"/>
                  </a:cubicBezTo>
                  <a:cubicBezTo>
                    <a:pt x="3189" y="1813"/>
                    <a:pt x="3144" y="907"/>
                    <a:pt x="2559" y="375"/>
                  </a:cubicBezTo>
                  <a:cubicBezTo>
                    <a:pt x="2285" y="124"/>
                    <a:pt x="1940" y="0"/>
                    <a:pt x="1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7273112" y="2029585"/>
              <a:ext cx="151099" cy="64149"/>
            </a:xfrm>
            <a:custGeom>
              <a:avLst/>
              <a:gdLst/>
              <a:ahLst/>
              <a:cxnLst/>
              <a:rect l="l" t="t" r="r" b="b"/>
              <a:pathLst>
                <a:path w="7495" h="3182" extrusionOk="0">
                  <a:moveTo>
                    <a:pt x="3479" y="1"/>
                  </a:moveTo>
                  <a:cubicBezTo>
                    <a:pt x="1063" y="1"/>
                    <a:pt x="198" y="1554"/>
                    <a:pt x="163" y="1621"/>
                  </a:cubicBezTo>
                  <a:cubicBezTo>
                    <a:pt x="0" y="1922"/>
                    <a:pt x="110" y="2299"/>
                    <a:pt x="407" y="2462"/>
                  </a:cubicBezTo>
                  <a:cubicBezTo>
                    <a:pt x="503" y="2515"/>
                    <a:pt x="608" y="2541"/>
                    <a:pt x="712" y="2541"/>
                  </a:cubicBezTo>
                  <a:cubicBezTo>
                    <a:pt x="931" y="2541"/>
                    <a:pt x="1144" y="2428"/>
                    <a:pt x="1260" y="2226"/>
                  </a:cubicBezTo>
                  <a:cubicBezTo>
                    <a:pt x="1287" y="2187"/>
                    <a:pt x="1848" y="1257"/>
                    <a:pt x="3484" y="1257"/>
                  </a:cubicBezTo>
                  <a:cubicBezTo>
                    <a:pt x="3537" y="1257"/>
                    <a:pt x="3592" y="1258"/>
                    <a:pt x="3648" y="1260"/>
                  </a:cubicBezTo>
                  <a:cubicBezTo>
                    <a:pt x="5581" y="1325"/>
                    <a:pt x="6183" y="2726"/>
                    <a:pt x="6203" y="2783"/>
                  </a:cubicBezTo>
                  <a:cubicBezTo>
                    <a:pt x="6297" y="3027"/>
                    <a:pt x="6532" y="3181"/>
                    <a:pt x="6787" y="3181"/>
                  </a:cubicBezTo>
                  <a:cubicBezTo>
                    <a:pt x="6829" y="3181"/>
                    <a:pt x="6871" y="3177"/>
                    <a:pt x="6914" y="3169"/>
                  </a:cubicBezTo>
                  <a:cubicBezTo>
                    <a:pt x="6946" y="3161"/>
                    <a:pt x="6983" y="3148"/>
                    <a:pt x="7015" y="3136"/>
                  </a:cubicBezTo>
                  <a:cubicBezTo>
                    <a:pt x="7336" y="3010"/>
                    <a:pt x="7495" y="2649"/>
                    <a:pt x="7369" y="2324"/>
                  </a:cubicBezTo>
                  <a:cubicBezTo>
                    <a:pt x="7336" y="2234"/>
                    <a:pt x="6471" y="102"/>
                    <a:pt x="3689" y="4"/>
                  </a:cubicBezTo>
                  <a:cubicBezTo>
                    <a:pt x="3617" y="2"/>
                    <a:pt x="3547" y="1"/>
                    <a:pt x="3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7247387" y="1966643"/>
              <a:ext cx="225469" cy="87615"/>
            </a:xfrm>
            <a:custGeom>
              <a:avLst/>
              <a:gdLst/>
              <a:ahLst/>
              <a:cxnLst/>
              <a:rect l="l" t="t" r="r" b="b"/>
              <a:pathLst>
                <a:path w="11184" h="4346" extrusionOk="0">
                  <a:moveTo>
                    <a:pt x="5159" y="1"/>
                  </a:moveTo>
                  <a:cubicBezTo>
                    <a:pt x="1509" y="1"/>
                    <a:pt x="223" y="2305"/>
                    <a:pt x="167" y="2403"/>
                  </a:cubicBezTo>
                  <a:cubicBezTo>
                    <a:pt x="1" y="2708"/>
                    <a:pt x="115" y="3090"/>
                    <a:pt x="419" y="3256"/>
                  </a:cubicBezTo>
                  <a:cubicBezTo>
                    <a:pt x="515" y="3308"/>
                    <a:pt x="617" y="3333"/>
                    <a:pt x="718" y="3333"/>
                  </a:cubicBezTo>
                  <a:cubicBezTo>
                    <a:pt x="939" y="3333"/>
                    <a:pt x="1154" y="3214"/>
                    <a:pt x="1268" y="3005"/>
                  </a:cubicBezTo>
                  <a:cubicBezTo>
                    <a:pt x="1312" y="2934"/>
                    <a:pt x="2292" y="1253"/>
                    <a:pt x="5169" y="1253"/>
                  </a:cubicBezTo>
                  <a:cubicBezTo>
                    <a:pt x="5258" y="1253"/>
                    <a:pt x="5348" y="1255"/>
                    <a:pt x="5440" y="1258"/>
                  </a:cubicBezTo>
                  <a:cubicBezTo>
                    <a:pt x="8815" y="1376"/>
                    <a:pt x="9847" y="3845"/>
                    <a:pt x="9888" y="3947"/>
                  </a:cubicBezTo>
                  <a:cubicBezTo>
                    <a:pt x="9982" y="4191"/>
                    <a:pt x="10217" y="4346"/>
                    <a:pt x="10472" y="4346"/>
                  </a:cubicBezTo>
                  <a:cubicBezTo>
                    <a:pt x="10514" y="4346"/>
                    <a:pt x="10556" y="4341"/>
                    <a:pt x="10598" y="4333"/>
                  </a:cubicBezTo>
                  <a:cubicBezTo>
                    <a:pt x="10635" y="4325"/>
                    <a:pt x="10667" y="4317"/>
                    <a:pt x="10700" y="4304"/>
                  </a:cubicBezTo>
                  <a:cubicBezTo>
                    <a:pt x="11025" y="4174"/>
                    <a:pt x="11183" y="3813"/>
                    <a:pt x="11057" y="3492"/>
                  </a:cubicBezTo>
                  <a:cubicBezTo>
                    <a:pt x="11005" y="3358"/>
                    <a:pt x="9705" y="153"/>
                    <a:pt x="5484" y="7"/>
                  </a:cubicBezTo>
                  <a:cubicBezTo>
                    <a:pt x="5374" y="3"/>
                    <a:pt x="5266" y="1"/>
                    <a:pt x="5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7220211" y="1901524"/>
              <a:ext cx="288107" cy="107533"/>
            </a:xfrm>
            <a:custGeom>
              <a:avLst/>
              <a:gdLst/>
              <a:ahLst/>
              <a:cxnLst/>
              <a:rect l="l" t="t" r="r" b="b"/>
              <a:pathLst>
                <a:path w="14291" h="5334" extrusionOk="0">
                  <a:moveTo>
                    <a:pt x="6590" y="1"/>
                  </a:moveTo>
                  <a:cubicBezTo>
                    <a:pt x="1881" y="1"/>
                    <a:pt x="238" y="2940"/>
                    <a:pt x="167" y="3070"/>
                  </a:cubicBezTo>
                  <a:cubicBezTo>
                    <a:pt x="0" y="3371"/>
                    <a:pt x="114" y="3753"/>
                    <a:pt x="419" y="3919"/>
                  </a:cubicBezTo>
                  <a:cubicBezTo>
                    <a:pt x="514" y="3971"/>
                    <a:pt x="617" y="3996"/>
                    <a:pt x="718" y="3996"/>
                  </a:cubicBezTo>
                  <a:cubicBezTo>
                    <a:pt x="941" y="3996"/>
                    <a:pt x="1156" y="3877"/>
                    <a:pt x="1268" y="3667"/>
                  </a:cubicBezTo>
                  <a:cubicBezTo>
                    <a:pt x="1327" y="3569"/>
                    <a:pt x="2665" y="1256"/>
                    <a:pt x="6592" y="1256"/>
                  </a:cubicBezTo>
                  <a:cubicBezTo>
                    <a:pt x="6709" y="1256"/>
                    <a:pt x="6828" y="1259"/>
                    <a:pt x="6950" y="1263"/>
                  </a:cubicBezTo>
                  <a:cubicBezTo>
                    <a:pt x="11540" y="1425"/>
                    <a:pt x="12938" y="4793"/>
                    <a:pt x="12994" y="4935"/>
                  </a:cubicBezTo>
                  <a:cubicBezTo>
                    <a:pt x="13089" y="5179"/>
                    <a:pt x="13324" y="5333"/>
                    <a:pt x="13579" y="5333"/>
                  </a:cubicBezTo>
                  <a:cubicBezTo>
                    <a:pt x="13621" y="5333"/>
                    <a:pt x="13663" y="5329"/>
                    <a:pt x="13705" y="5321"/>
                  </a:cubicBezTo>
                  <a:cubicBezTo>
                    <a:pt x="13742" y="5313"/>
                    <a:pt x="13774" y="5304"/>
                    <a:pt x="13807" y="5288"/>
                  </a:cubicBezTo>
                  <a:cubicBezTo>
                    <a:pt x="14132" y="5162"/>
                    <a:pt x="14290" y="4801"/>
                    <a:pt x="14164" y="4476"/>
                  </a:cubicBezTo>
                  <a:cubicBezTo>
                    <a:pt x="14095" y="4305"/>
                    <a:pt x="12434" y="199"/>
                    <a:pt x="6995" y="8"/>
                  </a:cubicBezTo>
                  <a:cubicBezTo>
                    <a:pt x="6858" y="3"/>
                    <a:pt x="6723" y="1"/>
                    <a:pt x="6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5983337" y="5570269"/>
            <a:ext cx="1096564" cy="961275"/>
            <a:chOff x="7245674" y="2087184"/>
            <a:chExt cx="1016340" cy="890949"/>
          </a:xfrm>
        </p:grpSpPr>
        <p:sp>
          <p:nvSpPr>
            <p:cNvPr id="662" name="Google Shape;662;p25"/>
            <p:cNvSpPr/>
            <p:nvPr/>
          </p:nvSpPr>
          <p:spPr>
            <a:xfrm>
              <a:off x="7597852" y="2543321"/>
              <a:ext cx="466946" cy="395499"/>
            </a:xfrm>
            <a:custGeom>
              <a:avLst/>
              <a:gdLst/>
              <a:ahLst/>
              <a:cxnLst/>
              <a:rect l="l" t="t" r="r" b="b"/>
              <a:pathLst>
                <a:path w="23162" h="19618" extrusionOk="0">
                  <a:moveTo>
                    <a:pt x="13823" y="1"/>
                  </a:moveTo>
                  <a:cubicBezTo>
                    <a:pt x="11183" y="1"/>
                    <a:pt x="8312" y="1035"/>
                    <a:pt x="5890" y="3082"/>
                  </a:cubicBezTo>
                  <a:cubicBezTo>
                    <a:pt x="1231" y="7026"/>
                    <a:pt x="0" y="13232"/>
                    <a:pt x="3144" y="16949"/>
                  </a:cubicBezTo>
                  <a:cubicBezTo>
                    <a:pt x="4653" y="18733"/>
                    <a:pt x="6897" y="19618"/>
                    <a:pt x="9339" y="19618"/>
                  </a:cubicBezTo>
                  <a:cubicBezTo>
                    <a:pt x="11978" y="19618"/>
                    <a:pt x="14849" y="18584"/>
                    <a:pt x="17271" y="16535"/>
                  </a:cubicBezTo>
                  <a:cubicBezTo>
                    <a:pt x="21930" y="12591"/>
                    <a:pt x="23161" y="6384"/>
                    <a:pt x="20017" y="2671"/>
                  </a:cubicBezTo>
                  <a:cubicBezTo>
                    <a:pt x="18509" y="886"/>
                    <a:pt x="16265" y="1"/>
                    <a:pt x="138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5"/>
            <p:cNvSpPr/>
            <p:nvPr/>
          </p:nvSpPr>
          <p:spPr>
            <a:xfrm>
              <a:off x="7618396" y="2556869"/>
              <a:ext cx="436484" cy="403603"/>
            </a:xfrm>
            <a:custGeom>
              <a:avLst/>
              <a:gdLst/>
              <a:ahLst/>
              <a:cxnLst/>
              <a:rect l="l" t="t" r="r" b="b"/>
              <a:pathLst>
                <a:path w="21651" h="20020" extrusionOk="0">
                  <a:moveTo>
                    <a:pt x="15598" y="1"/>
                  </a:moveTo>
                  <a:cubicBezTo>
                    <a:pt x="13783" y="1"/>
                    <a:pt x="9020" y="469"/>
                    <a:pt x="5038" y="4952"/>
                  </a:cubicBezTo>
                  <a:cubicBezTo>
                    <a:pt x="1" y="10615"/>
                    <a:pt x="2487" y="16671"/>
                    <a:pt x="2487" y="16671"/>
                  </a:cubicBezTo>
                  <a:cubicBezTo>
                    <a:pt x="2487" y="16671"/>
                    <a:pt x="4550" y="19141"/>
                    <a:pt x="7495" y="19990"/>
                  </a:cubicBezTo>
                  <a:cubicBezTo>
                    <a:pt x="7565" y="20010"/>
                    <a:pt x="7640" y="20020"/>
                    <a:pt x="7719" y="20020"/>
                  </a:cubicBezTo>
                  <a:cubicBezTo>
                    <a:pt x="10968" y="20020"/>
                    <a:pt x="21651" y="3441"/>
                    <a:pt x="21651" y="3441"/>
                  </a:cubicBezTo>
                  <a:cubicBezTo>
                    <a:pt x="21651" y="3441"/>
                    <a:pt x="18767" y="1232"/>
                    <a:pt x="16350" y="34"/>
                  </a:cubicBezTo>
                  <a:cubicBezTo>
                    <a:pt x="16350" y="34"/>
                    <a:pt x="16076" y="1"/>
                    <a:pt x="155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25"/>
            <p:cNvSpPr/>
            <p:nvPr/>
          </p:nvSpPr>
          <p:spPr>
            <a:xfrm>
              <a:off x="7443268" y="2087628"/>
              <a:ext cx="560226" cy="260528"/>
            </a:xfrm>
            <a:custGeom>
              <a:avLst/>
              <a:gdLst/>
              <a:ahLst/>
              <a:cxnLst/>
              <a:rect l="l" t="t" r="r" b="b"/>
              <a:pathLst>
                <a:path w="27789" h="12923" extrusionOk="0">
                  <a:moveTo>
                    <a:pt x="20590" y="1"/>
                  </a:moveTo>
                  <a:cubicBezTo>
                    <a:pt x="5972" y="1"/>
                    <a:pt x="1" y="12922"/>
                    <a:pt x="1" y="12922"/>
                  </a:cubicBezTo>
                  <a:lnTo>
                    <a:pt x="5554" y="12922"/>
                  </a:lnTo>
                  <a:cubicBezTo>
                    <a:pt x="10023" y="5126"/>
                    <a:pt x="15409" y="3125"/>
                    <a:pt x="19760" y="3125"/>
                  </a:cubicBezTo>
                  <a:cubicBezTo>
                    <a:pt x="24350" y="3125"/>
                    <a:pt x="27789" y="5351"/>
                    <a:pt x="27789" y="5351"/>
                  </a:cubicBezTo>
                  <a:cubicBezTo>
                    <a:pt x="27472" y="521"/>
                    <a:pt x="20741" y="1"/>
                    <a:pt x="20741" y="1"/>
                  </a:cubicBezTo>
                  <a:cubicBezTo>
                    <a:pt x="20691" y="1"/>
                    <a:pt x="20640" y="1"/>
                    <a:pt x="20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25"/>
            <p:cNvSpPr/>
            <p:nvPr/>
          </p:nvSpPr>
          <p:spPr>
            <a:xfrm>
              <a:off x="7245674" y="2277018"/>
              <a:ext cx="362215" cy="425880"/>
            </a:xfrm>
            <a:custGeom>
              <a:avLst/>
              <a:gdLst/>
              <a:ahLst/>
              <a:cxnLst/>
              <a:rect l="l" t="t" r="r" b="b"/>
              <a:pathLst>
                <a:path w="17967" h="21125" extrusionOk="0">
                  <a:moveTo>
                    <a:pt x="11843" y="1"/>
                  </a:moveTo>
                  <a:cubicBezTo>
                    <a:pt x="8648" y="1"/>
                    <a:pt x="4899" y="2956"/>
                    <a:pt x="2694" y="7529"/>
                  </a:cubicBezTo>
                  <a:cubicBezTo>
                    <a:pt x="1" y="13114"/>
                    <a:pt x="630" y="19000"/>
                    <a:pt x="4107" y="20678"/>
                  </a:cubicBezTo>
                  <a:cubicBezTo>
                    <a:pt x="4735" y="20980"/>
                    <a:pt x="5414" y="21124"/>
                    <a:pt x="6119" y="21124"/>
                  </a:cubicBezTo>
                  <a:cubicBezTo>
                    <a:pt x="9314" y="21124"/>
                    <a:pt x="13067" y="18168"/>
                    <a:pt x="15273" y="13594"/>
                  </a:cubicBezTo>
                  <a:cubicBezTo>
                    <a:pt x="17966" y="8008"/>
                    <a:pt x="17333" y="2123"/>
                    <a:pt x="13860" y="449"/>
                  </a:cubicBezTo>
                  <a:cubicBezTo>
                    <a:pt x="13230" y="145"/>
                    <a:pt x="12550" y="1"/>
                    <a:pt x="118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25"/>
            <p:cNvSpPr/>
            <p:nvPr/>
          </p:nvSpPr>
          <p:spPr>
            <a:xfrm>
              <a:off x="7282689" y="2294820"/>
              <a:ext cx="362134" cy="425880"/>
            </a:xfrm>
            <a:custGeom>
              <a:avLst/>
              <a:gdLst/>
              <a:ahLst/>
              <a:cxnLst/>
              <a:rect l="l" t="t" r="r" b="b"/>
              <a:pathLst>
                <a:path w="17963" h="21125" extrusionOk="0">
                  <a:moveTo>
                    <a:pt x="11846" y="1"/>
                  </a:moveTo>
                  <a:cubicBezTo>
                    <a:pt x="8651" y="1"/>
                    <a:pt x="4900" y="2957"/>
                    <a:pt x="2694" y="7532"/>
                  </a:cubicBezTo>
                  <a:cubicBezTo>
                    <a:pt x="1" y="13117"/>
                    <a:pt x="630" y="19003"/>
                    <a:pt x="4107" y="20676"/>
                  </a:cubicBezTo>
                  <a:cubicBezTo>
                    <a:pt x="4736" y="20980"/>
                    <a:pt x="5416" y="21125"/>
                    <a:pt x="6123" y="21125"/>
                  </a:cubicBezTo>
                  <a:cubicBezTo>
                    <a:pt x="9316" y="21125"/>
                    <a:pt x="13068" y="18169"/>
                    <a:pt x="15269" y="13596"/>
                  </a:cubicBezTo>
                  <a:cubicBezTo>
                    <a:pt x="17962" y="8011"/>
                    <a:pt x="17333" y="2125"/>
                    <a:pt x="13860" y="448"/>
                  </a:cubicBezTo>
                  <a:cubicBezTo>
                    <a:pt x="13231" y="145"/>
                    <a:pt x="12552" y="1"/>
                    <a:pt x="1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25"/>
            <p:cNvSpPr/>
            <p:nvPr/>
          </p:nvSpPr>
          <p:spPr>
            <a:xfrm>
              <a:off x="7660894" y="2582675"/>
              <a:ext cx="466946" cy="395459"/>
            </a:xfrm>
            <a:custGeom>
              <a:avLst/>
              <a:gdLst/>
              <a:ahLst/>
              <a:cxnLst/>
              <a:rect l="l" t="t" r="r" b="b"/>
              <a:pathLst>
                <a:path w="23162" h="19616" extrusionOk="0">
                  <a:moveTo>
                    <a:pt x="13822" y="1"/>
                  </a:moveTo>
                  <a:cubicBezTo>
                    <a:pt x="11182" y="1"/>
                    <a:pt x="8311" y="1035"/>
                    <a:pt x="5891" y="3084"/>
                  </a:cubicBezTo>
                  <a:cubicBezTo>
                    <a:pt x="1232" y="7024"/>
                    <a:pt x="1" y="13234"/>
                    <a:pt x="3141" y="16947"/>
                  </a:cubicBezTo>
                  <a:cubicBezTo>
                    <a:pt x="4651" y="18731"/>
                    <a:pt x="6896" y="19615"/>
                    <a:pt x="9339" y="19615"/>
                  </a:cubicBezTo>
                  <a:cubicBezTo>
                    <a:pt x="11979" y="19615"/>
                    <a:pt x="14850" y="18581"/>
                    <a:pt x="17272" y="16533"/>
                  </a:cubicBezTo>
                  <a:cubicBezTo>
                    <a:pt x="21931" y="12592"/>
                    <a:pt x="23162" y="6386"/>
                    <a:pt x="20018" y="2669"/>
                  </a:cubicBezTo>
                  <a:cubicBezTo>
                    <a:pt x="18509" y="885"/>
                    <a:pt x="16264" y="1"/>
                    <a:pt x="138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25"/>
            <p:cNvSpPr/>
            <p:nvPr/>
          </p:nvSpPr>
          <p:spPr>
            <a:xfrm>
              <a:off x="7334683" y="2327662"/>
              <a:ext cx="362215" cy="425840"/>
            </a:xfrm>
            <a:custGeom>
              <a:avLst/>
              <a:gdLst/>
              <a:ahLst/>
              <a:cxnLst/>
              <a:rect l="l" t="t" r="r" b="b"/>
              <a:pathLst>
                <a:path w="17967" h="21123" extrusionOk="0">
                  <a:moveTo>
                    <a:pt x="11847" y="0"/>
                  </a:moveTo>
                  <a:cubicBezTo>
                    <a:pt x="8652" y="0"/>
                    <a:pt x="4899" y="2953"/>
                    <a:pt x="2694" y="7527"/>
                  </a:cubicBezTo>
                  <a:cubicBezTo>
                    <a:pt x="1" y="13117"/>
                    <a:pt x="635" y="19002"/>
                    <a:pt x="4107" y="20676"/>
                  </a:cubicBezTo>
                  <a:cubicBezTo>
                    <a:pt x="4736" y="20979"/>
                    <a:pt x="5415" y="21123"/>
                    <a:pt x="6121" y="21123"/>
                  </a:cubicBezTo>
                  <a:cubicBezTo>
                    <a:pt x="9318" y="21123"/>
                    <a:pt x="13071" y="18167"/>
                    <a:pt x="15274" y="13592"/>
                  </a:cubicBezTo>
                  <a:cubicBezTo>
                    <a:pt x="17967" y="8007"/>
                    <a:pt x="17333" y="2121"/>
                    <a:pt x="13860" y="448"/>
                  </a:cubicBezTo>
                  <a:cubicBezTo>
                    <a:pt x="13231" y="145"/>
                    <a:pt x="12553" y="0"/>
                    <a:pt x="11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7428957" y="2438477"/>
              <a:ext cx="173658" cy="204184"/>
            </a:xfrm>
            <a:custGeom>
              <a:avLst/>
              <a:gdLst/>
              <a:ahLst/>
              <a:cxnLst/>
              <a:rect l="l" t="t" r="r" b="b"/>
              <a:pathLst>
                <a:path w="6683" h="7857" extrusionOk="0">
                  <a:moveTo>
                    <a:pt x="4407" y="0"/>
                  </a:moveTo>
                  <a:cubicBezTo>
                    <a:pt x="3219" y="0"/>
                    <a:pt x="1823" y="1099"/>
                    <a:pt x="1004" y="2803"/>
                  </a:cubicBezTo>
                  <a:cubicBezTo>
                    <a:pt x="1" y="4878"/>
                    <a:pt x="236" y="7068"/>
                    <a:pt x="1528" y="7689"/>
                  </a:cubicBezTo>
                  <a:cubicBezTo>
                    <a:pt x="1763" y="7803"/>
                    <a:pt x="2016" y="7857"/>
                    <a:pt x="2280" y="7857"/>
                  </a:cubicBezTo>
                  <a:cubicBezTo>
                    <a:pt x="3467" y="7857"/>
                    <a:pt x="4862" y="6759"/>
                    <a:pt x="5679" y="5057"/>
                  </a:cubicBezTo>
                  <a:cubicBezTo>
                    <a:pt x="6683" y="2981"/>
                    <a:pt x="6447" y="788"/>
                    <a:pt x="5155" y="166"/>
                  </a:cubicBezTo>
                  <a:cubicBezTo>
                    <a:pt x="4922" y="54"/>
                    <a:pt x="4670" y="0"/>
                    <a:pt x="44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5"/>
            <p:cNvSpPr/>
            <p:nvPr/>
          </p:nvSpPr>
          <p:spPr>
            <a:xfrm>
              <a:off x="7741443" y="2087184"/>
              <a:ext cx="520572" cy="668022"/>
            </a:xfrm>
            <a:custGeom>
              <a:avLst/>
              <a:gdLst/>
              <a:ahLst/>
              <a:cxnLst/>
              <a:rect l="l" t="t" r="r" b="b"/>
              <a:pathLst>
                <a:path w="25822" h="33136" extrusionOk="0">
                  <a:moveTo>
                    <a:pt x="5763" y="1"/>
                  </a:moveTo>
                  <a:cubicBezTo>
                    <a:pt x="2471" y="1"/>
                    <a:pt x="0" y="921"/>
                    <a:pt x="0" y="921"/>
                  </a:cubicBezTo>
                  <a:cubicBezTo>
                    <a:pt x="1152" y="714"/>
                    <a:pt x="2240" y="615"/>
                    <a:pt x="3266" y="615"/>
                  </a:cubicBezTo>
                  <a:cubicBezTo>
                    <a:pt x="11885" y="615"/>
                    <a:pt x="16058" y="7597"/>
                    <a:pt x="15558" y="15881"/>
                  </a:cubicBezTo>
                  <a:cubicBezTo>
                    <a:pt x="14997" y="25150"/>
                    <a:pt x="9152" y="28554"/>
                    <a:pt x="9152" y="28554"/>
                  </a:cubicBezTo>
                  <a:cubicBezTo>
                    <a:pt x="10976" y="31324"/>
                    <a:pt x="10911" y="33136"/>
                    <a:pt x="10911" y="33136"/>
                  </a:cubicBezTo>
                  <a:cubicBezTo>
                    <a:pt x="10911" y="33136"/>
                    <a:pt x="25822" y="23765"/>
                    <a:pt x="19408" y="9297"/>
                  </a:cubicBezTo>
                  <a:cubicBezTo>
                    <a:pt x="16013" y="1640"/>
                    <a:pt x="10157" y="1"/>
                    <a:pt x="57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71" name="Google Shape;671;p25"/>
          <p:cNvGrpSpPr/>
          <p:nvPr/>
        </p:nvGrpSpPr>
        <p:grpSpPr>
          <a:xfrm>
            <a:off x="4451633" y="5464151"/>
            <a:ext cx="348800" cy="470067"/>
            <a:chOff x="5658788" y="2331488"/>
            <a:chExt cx="261600" cy="352550"/>
          </a:xfrm>
        </p:grpSpPr>
        <p:sp>
          <p:nvSpPr>
            <p:cNvPr id="672" name="Google Shape;672;p25"/>
            <p:cNvSpPr/>
            <p:nvPr/>
          </p:nvSpPr>
          <p:spPr>
            <a:xfrm>
              <a:off x="5714063" y="2331488"/>
              <a:ext cx="206325" cy="352550"/>
            </a:xfrm>
            <a:custGeom>
              <a:avLst/>
              <a:gdLst/>
              <a:ahLst/>
              <a:cxnLst/>
              <a:rect l="l" t="t" r="r" b="b"/>
              <a:pathLst>
                <a:path w="8253" h="14102" extrusionOk="0">
                  <a:moveTo>
                    <a:pt x="1412" y="1433"/>
                  </a:moveTo>
                  <a:lnTo>
                    <a:pt x="4256" y="2985"/>
                  </a:lnTo>
                  <a:lnTo>
                    <a:pt x="3224" y="5978"/>
                  </a:lnTo>
                  <a:lnTo>
                    <a:pt x="1412" y="1433"/>
                  </a:lnTo>
                  <a:close/>
                  <a:moveTo>
                    <a:pt x="3894" y="7652"/>
                  </a:moveTo>
                  <a:lnTo>
                    <a:pt x="7168" y="8460"/>
                  </a:lnTo>
                  <a:lnTo>
                    <a:pt x="5787" y="12392"/>
                  </a:lnTo>
                  <a:lnTo>
                    <a:pt x="3894" y="7652"/>
                  </a:lnTo>
                  <a:close/>
                  <a:moveTo>
                    <a:pt x="537" y="0"/>
                  </a:moveTo>
                  <a:cubicBezTo>
                    <a:pt x="246" y="0"/>
                    <a:pt x="0" y="301"/>
                    <a:pt x="125" y="612"/>
                  </a:cubicBezTo>
                  <a:lnTo>
                    <a:pt x="5397" y="13822"/>
                  </a:lnTo>
                  <a:cubicBezTo>
                    <a:pt x="5462" y="13992"/>
                    <a:pt x="5629" y="14102"/>
                    <a:pt x="5807" y="14102"/>
                  </a:cubicBezTo>
                  <a:lnTo>
                    <a:pt x="5820" y="14102"/>
                  </a:lnTo>
                  <a:cubicBezTo>
                    <a:pt x="6002" y="14098"/>
                    <a:pt x="6169" y="13980"/>
                    <a:pt x="6230" y="13805"/>
                  </a:cubicBezTo>
                  <a:lnTo>
                    <a:pt x="8167" y="8293"/>
                  </a:lnTo>
                  <a:cubicBezTo>
                    <a:pt x="8253" y="8042"/>
                    <a:pt x="8110" y="7774"/>
                    <a:pt x="7855" y="7713"/>
                  </a:cubicBezTo>
                  <a:lnTo>
                    <a:pt x="3906" y="6738"/>
                  </a:lnTo>
                  <a:lnTo>
                    <a:pt x="5218" y="2915"/>
                  </a:lnTo>
                  <a:cubicBezTo>
                    <a:pt x="5287" y="2712"/>
                    <a:pt x="5202" y="2485"/>
                    <a:pt x="5011" y="2379"/>
                  </a:cubicBezTo>
                  <a:lnTo>
                    <a:pt x="750" y="56"/>
                  </a:lnTo>
                  <a:cubicBezTo>
                    <a:pt x="680" y="17"/>
                    <a:pt x="607" y="0"/>
                    <a:pt x="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5"/>
            <p:cNvSpPr/>
            <p:nvPr/>
          </p:nvSpPr>
          <p:spPr>
            <a:xfrm>
              <a:off x="5658788" y="2445163"/>
              <a:ext cx="151025" cy="201525"/>
            </a:xfrm>
            <a:custGeom>
              <a:avLst/>
              <a:gdLst/>
              <a:ahLst/>
              <a:cxnLst/>
              <a:rect l="l" t="t" r="r" b="b"/>
              <a:pathLst>
                <a:path w="6041" h="8061" extrusionOk="0">
                  <a:moveTo>
                    <a:pt x="506" y="0"/>
                  </a:moveTo>
                  <a:cubicBezTo>
                    <a:pt x="331" y="0"/>
                    <a:pt x="164" y="105"/>
                    <a:pt x="94" y="278"/>
                  </a:cubicBezTo>
                  <a:cubicBezTo>
                    <a:pt x="0" y="505"/>
                    <a:pt x="110" y="765"/>
                    <a:pt x="337" y="858"/>
                  </a:cubicBezTo>
                  <a:lnTo>
                    <a:pt x="4939" y="2743"/>
                  </a:lnTo>
                  <a:lnTo>
                    <a:pt x="2827" y="7435"/>
                  </a:lnTo>
                  <a:cubicBezTo>
                    <a:pt x="2693" y="7727"/>
                    <a:pt x="2908" y="8060"/>
                    <a:pt x="3233" y="8060"/>
                  </a:cubicBezTo>
                  <a:cubicBezTo>
                    <a:pt x="3408" y="8060"/>
                    <a:pt x="3562" y="7959"/>
                    <a:pt x="3636" y="7800"/>
                  </a:cubicBezTo>
                  <a:lnTo>
                    <a:pt x="5939" y="2690"/>
                  </a:lnTo>
                  <a:cubicBezTo>
                    <a:pt x="6040" y="2459"/>
                    <a:pt x="5935" y="2191"/>
                    <a:pt x="5699" y="2093"/>
                  </a:cubicBezTo>
                  <a:lnTo>
                    <a:pt x="674" y="34"/>
                  </a:lnTo>
                  <a:cubicBezTo>
                    <a:pt x="619" y="11"/>
                    <a:pt x="562" y="0"/>
                    <a:pt x="5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88196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6"/>
          <p:cNvSpPr txBox="1">
            <a:spLocks noGrp="1"/>
          </p:cNvSpPr>
          <p:nvPr>
            <p:ph type="subTitle" idx="1"/>
          </p:nvPr>
        </p:nvSpPr>
        <p:spPr>
          <a:xfrm>
            <a:off x="8899432" y="2589800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6"/>
          <p:cNvSpPr txBox="1">
            <a:spLocks noGrp="1"/>
          </p:cNvSpPr>
          <p:nvPr>
            <p:ph type="subTitle" idx="2"/>
          </p:nvPr>
        </p:nvSpPr>
        <p:spPr>
          <a:xfrm>
            <a:off x="8899449" y="4916400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6"/>
          <p:cNvSpPr txBox="1">
            <a:spLocks noGrp="1"/>
          </p:cNvSpPr>
          <p:nvPr>
            <p:ph type="subTitle" idx="3"/>
          </p:nvPr>
        </p:nvSpPr>
        <p:spPr>
          <a:xfrm>
            <a:off x="1964167" y="2589800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6"/>
          <p:cNvSpPr txBox="1">
            <a:spLocks noGrp="1"/>
          </p:cNvSpPr>
          <p:nvPr>
            <p:ph type="subTitle" idx="4"/>
          </p:nvPr>
        </p:nvSpPr>
        <p:spPr>
          <a:xfrm>
            <a:off x="1964161" y="4916267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6"/>
          <p:cNvSpPr txBox="1">
            <a:spLocks noGrp="1"/>
          </p:cNvSpPr>
          <p:nvPr>
            <p:ph type="subTitle" idx="5"/>
          </p:nvPr>
        </p:nvSpPr>
        <p:spPr>
          <a:xfrm>
            <a:off x="8899433" y="2078633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6"/>
          <p:cNvSpPr txBox="1">
            <a:spLocks noGrp="1"/>
          </p:cNvSpPr>
          <p:nvPr>
            <p:ph type="subTitle" idx="6"/>
          </p:nvPr>
        </p:nvSpPr>
        <p:spPr>
          <a:xfrm>
            <a:off x="1964167" y="2078633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6"/>
          <p:cNvSpPr txBox="1">
            <a:spLocks noGrp="1"/>
          </p:cNvSpPr>
          <p:nvPr>
            <p:ph type="subTitle" idx="7"/>
          </p:nvPr>
        </p:nvSpPr>
        <p:spPr>
          <a:xfrm>
            <a:off x="8899445" y="4399467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6"/>
          <p:cNvSpPr txBox="1">
            <a:spLocks noGrp="1"/>
          </p:cNvSpPr>
          <p:nvPr>
            <p:ph type="subTitle" idx="8"/>
          </p:nvPr>
        </p:nvSpPr>
        <p:spPr>
          <a:xfrm>
            <a:off x="1964156" y="4399467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6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084519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27"/>
          <p:cNvSpPr txBox="1">
            <a:spLocks noGrp="1"/>
          </p:cNvSpPr>
          <p:nvPr>
            <p:ph type="subTitle" idx="1"/>
          </p:nvPr>
        </p:nvSpPr>
        <p:spPr>
          <a:xfrm>
            <a:off x="950967" y="3051401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8" name="Google Shape;688;p27"/>
          <p:cNvSpPr txBox="1">
            <a:spLocks noGrp="1"/>
          </p:cNvSpPr>
          <p:nvPr>
            <p:ph type="subTitle" idx="2"/>
          </p:nvPr>
        </p:nvSpPr>
        <p:spPr>
          <a:xfrm>
            <a:off x="3777017" y="3051401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9" name="Google Shape;689;p27"/>
          <p:cNvSpPr txBox="1">
            <a:spLocks noGrp="1"/>
          </p:cNvSpPr>
          <p:nvPr>
            <p:ph type="subTitle" idx="3"/>
          </p:nvPr>
        </p:nvSpPr>
        <p:spPr>
          <a:xfrm>
            <a:off x="950967" y="4887500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27"/>
          <p:cNvSpPr txBox="1">
            <a:spLocks noGrp="1"/>
          </p:cNvSpPr>
          <p:nvPr>
            <p:ph type="subTitle" idx="4"/>
          </p:nvPr>
        </p:nvSpPr>
        <p:spPr>
          <a:xfrm>
            <a:off x="3777033" y="4887500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27"/>
          <p:cNvSpPr txBox="1">
            <a:spLocks noGrp="1"/>
          </p:cNvSpPr>
          <p:nvPr>
            <p:ph type="subTitle" idx="5"/>
          </p:nvPr>
        </p:nvSpPr>
        <p:spPr>
          <a:xfrm>
            <a:off x="6603101" y="3051401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27"/>
          <p:cNvSpPr txBox="1">
            <a:spLocks noGrp="1"/>
          </p:cNvSpPr>
          <p:nvPr>
            <p:ph type="subTitle" idx="6"/>
          </p:nvPr>
        </p:nvSpPr>
        <p:spPr>
          <a:xfrm>
            <a:off x="6603101" y="4887500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27"/>
          <p:cNvSpPr txBox="1">
            <a:spLocks noGrp="1"/>
          </p:cNvSpPr>
          <p:nvPr>
            <p:ph type="subTitle" idx="7"/>
          </p:nvPr>
        </p:nvSpPr>
        <p:spPr>
          <a:xfrm>
            <a:off x="956051" y="2496200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subTitle" idx="8"/>
          </p:nvPr>
        </p:nvSpPr>
        <p:spPr>
          <a:xfrm>
            <a:off x="3782103" y="2496200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5" name="Google Shape;695;p27"/>
          <p:cNvSpPr txBox="1">
            <a:spLocks noGrp="1"/>
          </p:cNvSpPr>
          <p:nvPr>
            <p:ph type="subTitle" idx="9"/>
          </p:nvPr>
        </p:nvSpPr>
        <p:spPr>
          <a:xfrm>
            <a:off x="6608185" y="2496200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6" name="Google Shape;696;p27"/>
          <p:cNvSpPr txBox="1">
            <a:spLocks noGrp="1"/>
          </p:cNvSpPr>
          <p:nvPr>
            <p:ph type="subTitle" idx="13"/>
          </p:nvPr>
        </p:nvSpPr>
        <p:spPr>
          <a:xfrm>
            <a:off x="956051" y="4332267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7" name="Google Shape;697;p27"/>
          <p:cNvSpPr txBox="1">
            <a:spLocks noGrp="1"/>
          </p:cNvSpPr>
          <p:nvPr>
            <p:ph type="subTitle" idx="14"/>
          </p:nvPr>
        </p:nvSpPr>
        <p:spPr>
          <a:xfrm>
            <a:off x="3782103" y="4332267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8" name="Google Shape;698;p27"/>
          <p:cNvSpPr txBox="1">
            <a:spLocks noGrp="1"/>
          </p:cNvSpPr>
          <p:nvPr>
            <p:ph type="subTitle" idx="15"/>
          </p:nvPr>
        </p:nvSpPr>
        <p:spPr>
          <a:xfrm>
            <a:off x="6608185" y="4332267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665158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8"/>
          <p:cNvSpPr txBox="1">
            <a:spLocks noGrp="1"/>
          </p:cNvSpPr>
          <p:nvPr>
            <p:ph type="title" hasCustomPrompt="1"/>
          </p:nvPr>
        </p:nvSpPr>
        <p:spPr>
          <a:xfrm>
            <a:off x="1462967" y="911907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2" name="Google Shape;702;p28"/>
          <p:cNvSpPr txBox="1">
            <a:spLocks noGrp="1"/>
          </p:cNvSpPr>
          <p:nvPr>
            <p:ph type="subTitle" idx="1"/>
          </p:nvPr>
        </p:nvSpPr>
        <p:spPr>
          <a:xfrm>
            <a:off x="1462967" y="1830465"/>
            <a:ext cx="6262400" cy="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03" name="Google Shape;703;p28"/>
          <p:cNvSpPr txBox="1">
            <a:spLocks noGrp="1"/>
          </p:cNvSpPr>
          <p:nvPr>
            <p:ph type="title" idx="2" hasCustomPrompt="1"/>
          </p:nvPr>
        </p:nvSpPr>
        <p:spPr>
          <a:xfrm>
            <a:off x="1462967" y="2714915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4" name="Google Shape;704;p28"/>
          <p:cNvSpPr txBox="1">
            <a:spLocks noGrp="1"/>
          </p:cNvSpPr>
          <p:nvPr>
            <p:ph type="subTitle" idx="3"/>
          </p:nvPr>
        </p:nvSpPr>
        <p:spPr>
          <a:xfrm>
            <a:off x="1462967" y="3633469"/>
            <a:ext cx="6262400" cy="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05" name="Google Shape;705;p28"/>
          <p:cNvSpPr txBox="1">
            <a:spLocks noGrp="1"/>
          </p:cNvSpPr>
          <p:nvPr>
            <p:ph type="title" idx="4" hasCustomPrompt="1"/>
          </p:nvPr>
        </p:nvSpPr>
        <p:spPr>
          <a:xfrm>
            <a:off x="1462967" y="4517923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6" name="Google Shape;706;p28"/>
          <p:cNvSpPr txBox="1">
            <a:spLocks noGrp="1"/>
          </p:cNvSpPr>
          <p:nvPr>
            <p:ph type="subTitle" idx="5"/>
          </p:nvPr>
        </p:nvSpPr>
        <p:spPr>
          <a:xfrm>
            <a:off x="1462967" y="5436493"/>
            <a:ext cx="6262400" cy="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07" name="Google Shape;707;p28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499307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9"/>
          <p:cNvSpPr txBox="1">
            <a:spLocks noGrp="1"/>
          </p:cNvSpPr>
          <p:nvPr>
            <p:ph type="title" hasCustomPrompt="1"/>
          </p:nvPr>
        </p:nvSpPr>
        <p:spPr>
          <a:xfrm>
            <a:off x="1767533" y="2449567"/>
            <a:ext cx="1865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0" name="Google Shape;710;p29"/>
          <p:cNvSpPr txBox="1">
            <a:spLocks noGrp="1"/>
          </p:cNvSpPr>
          <p:nvPr>
            <p:ph type="subTitle" idx="1"/>
          </p:nvPr>
        </p:nvSpPr>
        <p:spPr>
          <a:xfrm>
            <a:off x="1251333" y="4593233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1" name="Google Shape;711;p29"/>
          <p:cNvSpPr txBox="1">
            <a:spLocks noGrp="1"/>
          </p:cNvSpPr>
          <p:nvPr>
            <p:ph type="subTitle" idx="2"/>
          </p:nvPr>
        </p:nvSpPr>
        <p:spPr>
          <a:xfrm>
            <a:off x="1251333" y="4032133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2" name="Google Shape;712;p29"/>
          <p:cNvSpPr txBox="1">
            <a:spLocks noGrp="1"/>
          </p:cNvSpPr>
          <p:nvPr>
            <p:ph type="title" idx="3" hasCustomPrompt="1"/>
          </p:nvPr>
        </p:nvSpPr>
        <p:spPr>
          <a:xfrm>
            <a:off x="5164133" y="2449567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29"/>
          <p:cNvSpPr txBox="1">
            <a:spLocks noGrp="1"/>
          </p:cNvSpPr>
          <p:nvPr>
            <p:ph type="subTitle" idx="4"/>
          </p:nvPr>
        </p:nvSpPr>
        <p:spPr>
          <a:xfrm>
            <a:off x="4647200" y="4593233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4" name="Google Shape;714;p29"/>
          <p:cNvSpPr txBox="1">
            <a:spLocks noGrp="1"/>
          </p:cNvSpPr>
          <p:nvPr>
            <p:ph type="subTitle" idx="5"/>
          </p:nvPr>
        </p:nvSpPr>
        <p:spPr>
          <a:xfrm>
            <a:off x="4647200" y="4032133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5" name="Google Shape;715;p29"/>
          <p:cNvSpPr txBox="1">
            <a:spLocks noGrp="1"/>
          </p:cNvSpPr>
          <p:nvPr>
            <p:ph type="title" idx="6" hasCustomPrompt="1"/>
          </p:nvPr>
        </p:nvSpPr>
        <p:spPr>
          <a:xfrm>
            <a:off x="8556900" y="2449567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9"/>
          <p:cNvSpPr txBox="1">
            <a:spLocks noGrp="1"/>
          </p:cNvSpPr>
          <p:nvPr>
            <p:ph type="subTitle" idx="7"/>
          </p:nvPr>
        </p:nvSpPr>
        <p:spPr>
          <a:xfrm>
            <a:off x="8043067" y="4593233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7" name="Google Shape;717;p29"/>
          <p:cNvSpPr txBox="1">
            <a:spLocks noGrp="1"/>
          </p:cNvSpPr>
          <p:nvPr>
            <p:ph type="subTitle" idx="8"/>
          </p:nvPr>
        </p:nvSpPr>
        <p:spPr>
          <a:xfrm>
            <a:off x="8043067" y="4032133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8" name="Google Shape;718;p29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29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0" name="Google Shape;720;p29"/>
          <p:cNvGrpSpPr/>
          <p:nvPr/>
        </p:nvGrpSpPr>
        <p:grpSpPr>
          <a:xfrm>
            <a:off x="601583" y="5707194"/>
            <a:ext cx="3911867" cy="978468"/>
            <a:chOff x="451187" y="4280395"/>
            <a:chExt cx="2933900" cy="733851"/>
          </a:xfrm>
        </p:grpSpPr>
        <p:sp>
          <p:nvSpPr>
            <p:cNvPr id="721" name="Google Shape;721;p29"/>
            <p:cNvSpPr/>
            <p:nvPr/>
          </p:nvSpPr>
          <p:spPr>
            <a:xfrm>
              <a:off x="589335" y="42803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451187" y="47267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1023413" y="46614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1649260" y="48208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225487" y="47089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2464688" y="49140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27" name="Google Shape;727;p29"/>
            <p:cNvCxnSpPr>
              <a:stCxn id="722" idx="0"/>
              <a:endCxn id="721" idx="3"/>
            </p:cNvCxnSpPr>
            <p:nvPr/>
          </p:nvCxnSpPr>
          <p:spPr>
            <a:xfrm rot="10800000" flipH="1">
              <a:off x="530987" y="4386579"/>
              <a:ext cx="76500" cy="34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29"/>
            <p:cNvCxnSpPr>
              <a:stCxn id="722" idx="6"/>
              <a:endCxn id="723" idx="2"/>
            </p:cNvCxnSpPr>
            <p:nvPr/>
          </p:nvCxnSpPr>
          <p:spPr>
            <a:xfrm rot="10800000" flipH="1">
              <a:off x="610787" y="4711479"/>
              <a:ext cx="412500" cy="9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9" name="Google Shape;729;p29"/>
            <p:cNvCxnSpPr>
              <a:stCxn id="723" idx="6"/>
              <a:endCxn id="724" idx="2"/>
            </p:cNvCxnSpPr>
            <p:nvPr/>
          </p:nvCxnSpPr>
          <p:spPr>
            <a:xfrm>
              <a:off x="1123313" y="4711546"/>
              <a:ext cx="525900" cy="171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29"/>
            <p:cNvCxnSpPr>
              <a:stCxn id="724" idx="5"/>
              <a:endCxn id="726" idx="2"/>
            </p:cNvCxnSpPr>
            <p:nvPr/>
          </p:nvCxnSpPr>
          <p:spPr>
            <a:xfrm>
              <a:off x="1755015" y="4927088"/>
              <a:ext cx="709800" cy="37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29"/>
            <p:cNvCxnSpPr>
              <a:stCxn id="724" idx="6"/>
              <a:endCxn id="725" idx="2"/>
            </p:cNvCxnSpPr>
            <p:nvPr/>
          </p:nvCxnSpPr>
          <p:spPr>
            <a:xfrm rot="10800000" flipH="1">
              <a:off x="1773160" y="4789170"/>
              <a:ext cx="1452300" cy="93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32" name="Google Shape;732;p29"/>
          <p:cNvGrpSpPr/>
          <p:nvPr/>
        </p:nvGrpSpPr>
        <p:grpSpPr>
          <a:xfrm>
            <a:off x="9491980" y="5257894"/>
            <a:ext cx="2487003" cy="1465285"/>
            <a:chOff x="7103360" y="3943420"/>
            <a:chExt cx="1865252" cy="1098964"/>
          </a:xfrm>
        </p:grpSpPr>
        <p:sp>
          <p:nvSpPr>
            <p:cNvPr id="733" name="Google Shape;733;p29"/>
            <p:cNvSpPr/>
            <p:nvPr/>
          </p:nvSpPr>
          <p:spPr>
            <a:xfrm>
              <a:off x="8752810" y="39434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8809012" y="47838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8330863" y="46714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7103360" y="4659358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7650737" y="47267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7331513" y="494218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39" name="Google Shape;739;p29"/>
            <p:cNvCxnSpPr>
              <a:stCxn id="738" idx="7"/>
              <a:endCxn id="737" idx="3"/>
            </p:cNvCxnSpPr>
            <p:nvPr/>
          </p:nvCxnSpPr>
          <p:spPr>
            <a:xfrm rot="10800000" flipH="1">
              <a:off x="7416783" y="4863558"/>
              <a:ext cx="257400" cy="9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>
              <a:stCxn id="736" idx="6"/>
              <a:endCxn id="737" idx="2"/>
            </p:cNvCxnSpPr>
            <p:nvPr/>
          </p:nvCxnSpPr>
          <p:spPr>
            <a:xfrm>
              <a:off x="7227260" y="4721608"/>
              <a:ext cx="423600" cy="8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29"/>
            <p:cNvCxnSpPr>
              <a:stCxn id="737" idx="6"/>
              <a:endCxn id="735" idx="2"/>
            </p:cNvCxnSpPr>
            <p:nvPr/>
          </p:nvCxnSpPr>
          <p:spPr>
            <a:xfrm rot="10800000" flipH="1">
              <a:off x="7810337" y="4721667"/>
              <a:ext cx="520500" cy="8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9"/>
            <p:cNvCxnSpPr>
              <a:stCxn id="733" idx="4"/>
              <a:endCxn id="734" idx="0"/>
            </p:cNvCxnSpPr>
            <p:nvPr/>
          </p:nvCxnSpPr>
          <p:spPr>
            <a:xfrm>
              <a:off x="8814760" y="4067920"/>
              <a:ext cx="74100" cy="7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9"/>
            <p:cNvCxnSpPr>
              <a:stCxn id="735" idx="6"/>
              <a:endCxn id="734" idx="2"/>
            </p:cNvCxnSpPr>
            <p:nvPr/>
          </p:nvCxnSpPr>
          <p:spPr>
            <a:xfrm>
              <a:off x="8430763" y="4721596"/>
              <a:ext cx="378300" cy="142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44" name="Google Shape;744;p29"/>
          <p:cNvGrpSpPr/>
          <p:nvPr/>
        </p:nvGrpSpPr>
        <p:grpSpPr>
          <a:xfrm>
            <a:off x="10771151" y="6138653"/>
            <a:ext cx="743448" cy="447124"/>
            <a:chOff x="8351038" y="3222477"/>
            <a:chExt cx="557586" cy="335343"/>
          </a:xfrm>
        </p:grpSpPr>
        <p:sp>
          <p:nvSpPr>
            <p:cNvPr id="745" name="Google Shape;745;p29"/>
            <p:cNvSpPr/>
            <p:nvPr/>
          </p:nvSpPr>
          <p:spPr>
            <a:xfrm>
              <a:off x="8352349" y="3390537"/>
              <a:ext cx="25402" cy="37195"/>
            </a:xfrm>
            <a:custGeom>
              <a:avLst/>
              <a:gdLst/>
              <a:ahLst/>
              <a:cxnLst/>
              <a:rect l="l" t="t" r="r" b="b"/>
              <a:pathLst>
                <a:path w="1260" h="1845" extrusionOk="0">
                  <a:moveTo>
                    <a:pt x="536" y="0"/>
                  </a:moveTo>
                  <a:lnTo>
                    <a:pt x="0" y="1844"/>
                  </a:lnTo>
                  <a:lnTo>
                    <a:pt x="1259" y="169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8351038" y="3252294"/>
              <a:ext cx="549158" cy="305525"/>
            </a:xfrm>
            <a:custGeom>
              <a:avLst/>
              <a:gdLst/>
              <a:ahLst/>
              <a:cxnLst/>
              <a:rect l="l" t="t" r="r" b="b"/>
              <a:pathLst>
                <a:path w="27240" h="15155" extrusionOk="0">
                  <a:moveTo>
                    <a:pt x="19458" y="0"/>
                  </a:moveTo>
                  <a:cubicBezTo>
                    <a:pt x="19375" y="0"/>
                    <a:pt x="19291" y="13"/>
                    <a:pt x="19209" y="37"/>
                  </a:cubicBezTo>
                  <a:cubicBezTo>
                    <a:pt x="13945" y="1613"/>
                    <a:pt x="3668" y="6447"/>
                    <a:pt x="646" y="7885"/>
                  </a:cubicBezTo>
                  <a:cubicBezTo>
                    <a:pt x="167" y="8112"/>
                    <a:pt x="0" y="8710"/>
                    <a:pt x="293" y="9152"/>
                  </a:cubicBezTo>
                  <a:cubicBezTo>
                    <a:pt x="1723" y="11358"/>
                    <a:pt x="4290" y="13925"/>
                    <a:pt x="5305" y="14912"/>
                  </a:cubicBezTo>
                  <a:cubicBezTo>
                    <a:pt x="5472" y="15071"/>
                    <a:pt x="5690" y="15155"/>
                    <a:pt x="5912" y="15155"/>
                  </a:cubicBezTo>
                  <a:cubicBezTo>
                    <a:pt x="6037" y="15155"/>
                    <a:pt x="6162" y="15128"/>
                    <a:pt x="6280" y="15075"/>
                  </a:cubicBezTo>
                  <a:cubicBezTo>
                    <a:pt x="7799" y="14364"/>
                    <a:pt x="9538" y="13511"/>
                    <a:pt x="10253" y="13157"/>
                  </a:cubicBezTo>
                  <a:cubicBezTo>
                    <a:pt x="10374" y="13098"/>
                    <a:pt x="10505" y="13068"/>
                    <a:pt x="10636" y="13068"/>
                  </a:cubicBezTo>
                  <a:cubicBezTo>
                    <a:pt x="10737" y="13068"/>
                    <a:pt x="10838" y="13085"/>
                    <a:pt x="10935" y="13121"/>
                  </a:cubicBezTo>
                  <a:cubicBezTo>
                    <a:pt x="11634" y="13377"/>
                    <a:pt x="12214" y="13604"/>
                    <a:pt x="12556" y="13738"/>
                  </a:cubicBezTo>
                  <a:cubicBezTo>
                    <a:pt x="12657" y="13780"/>
                    <a:pt x="12765" y="13800"/>
                    <a:pt x="12873" y="13800"/>
                  </a:cubicBezTo>
                  <a:cubicBezTo>
                    <a:pt x="12986" y="13800"/>
                    <a:pt x="13099" y="13778"/>
                    <a:pt x="13206" y="13734"/>
                  </a:cubicBezTo>
                  <a:cubicBezTo>
                    <a:pt x="13660" y="13543"/>
                    <a:pt x="14436" y="13226"/>
                    <a:pt x="14932" y="13023"/>
                  </a:cubicBezTo>
                  <a:cubicBezTo>
                    <a:pt x="15224" y="12905"/>
                    <a:pt x="15427" y="12637"/>
                    <a:pt x="15464" y="12325"/>
                  </a:cubicBezTo>
                  <a:cubicBezTo>
                    <a:pt x="15505" y="12024"/>
                    <a:pt x="15541" y="11683"/>
                    <a:pt x="15566" y="11415"/>
                  </a:cubicBezTo>
                  <a:cubicBezTo>
                    <a:pt x="15598" y="11122"/>
                    <a:pt x="15773" y="10866"/>
                    <a:pt x="16037" y="10732"/>
                  </a:cubicBezTo>
                  <a:cubicBezTo>
                    <a:pt x="16419" y="10541"/>
                    <a:pt x="16959" y="10273"/>
                    <a:pt x="17332" y="10091"/>
                  </a:cubicBezTo>
                  <a:cubicBezTo>
                    <a:pt x="17452" y="10032"/>
                    <a:pt x="17582" y="10003"/>
                    <a:pt x="17711" y="10003"/>
                  </a:cubicBezTo>
                  <a:cubicBezTo>
                    <a:pt x="17877" y="10003"/>
                    <a:pt x="18042" y="10050"/>
                    <a:pt x="18185" y="10143"/>
                  </a:cubicBezTo>
                  <a:cubicBezTo>
                    <a:pt x="18612" y="10416"/>
                    <a:pt x="19172" y="10822"/>
                    <a:pt x="19538" y="11086"/>
                  </a:cubicBezTo>
                  <a:cubicBezTo>
                    <a:pt x="19689" y="11198"/>
                    <a:pt x="19869" y="11256"/>
                    <a:pt x="20050" y="11256"/>
                  </a:cubicBezTo>
                  <a:cubicBezTo>
                    <a:pt x="20157" y="11256"/>
                    <a:pt x="20264" y="11236"/>
                    <a:pt x="20367" y="11195"/>
                  </a:cubicBezTo>
                  <a:cubicBezTo>
                    <a:pt x="22962" y="10168"/>
                    <a:pt x="25403" y="8807"/>
                    <a:pt x="26671" y="8064"/>
                  </a:cubicBezTo>
                  <a:cubicBezTo>
                    <a:pt x="27142" y="7779"/>
                    <a:pt x="27239" y="7138"/>
                    <a:pt x="26874" y="6727"/>
                  </a:cubicBezTo>
                  <a:cubicBezTo>
                    <a:pt x="23259" y="2694"/>
                    <a:pt x="20822" y="789"/>
                    <a:pt x="19956" y="163"/>
                  </a:cubicBezTo>
                  <a:cubicBezTo>
                    <a:pt x="19810" y="56"/>
                    <a:pt x="19636" y="0"/>
                    <a:pt x="19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8359465" y="3222477"/>
              <a:ext cx="549158" cy="305525"/>
            </a:xfrm>
            <a:custGeom>
              <a:avLst/>
              <a:gdLst/>
              <a:ahLst/>
              <a:cxnLst/>
              <a:rect l="l" t="t" r="r" b="b"/>
              <a:pathLst>
                <a:path w="27240" h="15155" extrusionOk="0">
                  <a:moveTo>
                    <a:pt x="19459" y="1"/>
                  </a:moveTo>
                  <a:cubicBezTo>
                    <a:pt x="19375" y="1"/>
                    <a:pt x="19291" y="13"/>
                    <a:pt x="19209" y="38"/>
                  </a:cubicBezTo>
                  <a:cubicBezTo>
                    <a:pt x="13945" y="1614"/>
                    <a:pt x="3669" y="6448"/>
                    <a:pt x="646" y="7885"/>
                  </a:cubicBezTo>
                  <a:cubicBezTo>
                    <a:pt x="171" y="8113"/>
                    <a:pt x="1" y="8710"/>
                    <a:pt x="293" y="9153"/>
                  </a:cubicBezTo>
                  <a:cubicBezTo>
                    <a:pt x="1723" y="11358"/>
                    <a:pt x="4290" y="13925"/>
                    <a:pt x="5305" y="14908"/>
                  </a:cubicBezTo>
                  <a:cubicBezTo>
                    <a:pt x="5473" y="15070"/>
                    <a:pt x="5692" y="15155"/>
                    <a:pt x="5914" y="15155"/>
                  </a:cubicBezTo>
                  <a:cubicBezTo>
                    <a:pt x="6038" y="15155"/>
                    <a:pt x="6163" y="15129"/>
                    <a:pt x="6280" y="15075"/>
                  </a:cubicBezTo>
                  <a:cubicBezTo>
                    <a:pt x="7800" y="14364"/>
                    <a:pt x="9538" y="13511"/>
                    <a:pt x="10253" y="13158"/>
                  </a:cubicBezTo>
                  <a:cubicBezTo>
                    <a:pt x="10372" y="13098"/>
                    <a:pt x="10503" y="13068"/>
                    <a:pt x="10635" y="13068"/>
                  </a:cubicBezTo>
                  <a:cubicBezTo>
                    <a:pt x="10736" y="13068"/>
                    <a:pt x="10838" y="13086"/>
                    <a:pt x="10935" y="13121"/>
                  </a:cubicBezTo>
                  <a:cubicBezTo>
                    <a:pt x="11634" y="13377"/>
                    <a:pt x="12215" y="13605"/>
                    <a:pt x="12556" y="13739"/>
                  </a:cubicBezTo>
                  <a:cubicBezTo>
                    <a:pt x="12658" y="13779"/>
                    <a:pt x="12768" y="13799"/>
                    <a:pt x="12877" y="13799"/>
                  </a:cubicBezTo>
                  <a:cubicBezTo>
                    <a:pt x="12989" y="13799"/>
                    <a:pt x="13101" y="13778"/>
                    <a:pt x="13206" y="13735"/>
                  </a:cubicBezTo>
                  <a:cubicBezTo>
                    <a:pt x="13661" y="13544"/>
                    <a:pt x="14437" y="13227"/>
                    <a:pt x="14932" y="13024"/>
                  </a:cubicBezTo>
                  <a:cubicBezTo>
                    <a:pt x="15225" y="12906"/>
                    <a:pt x="15428" y="12638"/>
                    <a:pt x="15464" y="12325"/>
                  </a:cubicBezTo>
                  <a:cubicBezTo>
                    <a:pt x="15501" y="12029"/>
                    <a:pt x="15537" y="11683"/>
                    <a:pt x="15566" y="11419"/>
                  </a:cubicBezTo>
                  <a:cubicBezTo>
                    <a:pt x="15594" y="11123"/>
                    <a:pt x="15773" y="10867"/>
                    <a:pt x="16037" y="10733"/>
                  </a:cubicBezTo>
                  <a:cubicBezTo>
                    <a:pt x="16415" y="10542"/>
                    <a:pt x="16955" y="10274"/>
                    <a:pt x="17329" y="10091"/>
                  </a:cubicBezTo>
                  <a:cubicBezTo>
                    <a:pt x="17450" y="10032"/>
                    <a:pt x="17581" y="10003"/>
                    <a:pt x="17711" y="10003"/>
                  </a:cubicBezTo>
                  <a:cubicBezTo>
                    <a:pt x="17877" y="10003"/>
                    <a:pt x="18042" y="10050"/>
                    <a:pt x="18186" y="10144"/>
                  </a:cubicBezTo>
                  <a:cubicBezTo>
                    <a:pt x="18612" y="10420"/>
                    <a:pt x="19173" y="10822"/>
                    <a:pt x="19538" y="11090"/>
                  </a:cubicBezTo>
                  <a:cubicBezTo>
                    <a:pt x="19689" y="11200"/>
                    <a:pt x="19868" y="11257"/>
                    <a:pt x="20049" y="11257"/>
                  </a:cubicBezTo>
                  <a:cubicBezTo>
                    <a:pt x="20156" y="11257"/>
                    <a:pt x="20264" y="11237"/>
                    <a:pt x="20367" y="11196"/>
                  </a:cubicBezTo>
                  <a:cubicBezTo>
                    <a:pt x="22963" y="10172"/>
                    <a:pt x="25404" y="8812"/>
                    <a:pt x="26671" y="8064"/>
                  </a:cubicBezTo>
                  <a:cubicBezTo>
                    <a:pt x="27142" y="7784"/>
                    <a:pt x="27240" y="7138"/>
                    <a:pt x="26874" y="6728"/>
                  </a:cubicBezTo>
                  <a:cubicBezTo>
                    <a:pt x="23255" y="2698"/>
                    <a:pt x="20822" y="789"/>
                    <a:pt x="19957" y="164"/>
                  </a:cubicBezTo>
                  <a:cubicBezTo>
                    <a:pt x="19810" y="56"/>
                    <a:pt x="19636" y="1"/>
                    <a:pt x="19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8393698" y="3358017"/>
              <a:ext cx="109267" cy="58666"/>
            </a:xfrm>
            <a:custGeom>
              <a:avLst/>
              <a:gdLst/>
              <a:ahLst/>
              <a:cxnLst/>
              <a:rect l="l" t="t" r="r" b="b"/>
              <a:pathLst>
                <a:path w="5420" h="2910" extrusionOk="0">
                  <a:moveTo>
                    <a:pt x="4802" y="1"/>
                  </a:moveTo>
                  <a:lnTo>
                    <a:pt x="1" y="2194"/>
                  </a:lnTo>
                  <a:lnTo>
                    <a:pt x="622" y="2909"/>
                  </a:lnTo>
                  <a:lnTo>
                    <a:pt x="5419" y="756"/>
                  </a:lnTo>
                  <a:lnTo>
                    <a:pt x="48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8415149" y="3387916"/>
              <a:ext cx="109267" cy="58645"/>
            </a:xfrm>
            <a:custGeom>
              <a:avLst/>
              <a:gdLst/>
              <a:ahLst/>
              <a:cxnLst/>
              <a:rect l="l" t="t" r="r" b="b"/>
              <a:pathLst>
                <a:path w="5420" h="2909" extrusionOk="0">
                  <a:moveTo>
                    <a:pt x="4802" y="0"/>
                  </a:moveTo>
                  <a:lnTo>
                    <a:pt x="1" y="2194"/>
                  </a:lnTo>
                  <a:lnTo>
                    <a:pt x="622" y="2909"/>
                  </a:lnTo>
                  <a:lnTo>
                    <a:pt x="5419" y="756"/>
                  </a:lnTo>
                  <a:lnTo>
                    <a:pt x="48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8441277" y="3417068"/>
              <a:ext cx="109166" cy="58726"/>
            </a:xfrm>
            <a:custGeom>
              <a:avLst/>
              <a:gdLst/>
              <a:ahLst/>
              <a:cxnLst/>
              <a:rect l="l" t="t" r="r" b="b"/>
              <a:pathLst>
                <a:path w="5415" h="2913" extrusionOk="0">
                  <a:moveTo>
                    <a:pt x="4798" y="0"/>
                  </a:moveTo>
                  <a:lnTo>
                    <a:pt x="0" y="2198"/>
                  </a:lnTo>
                  <a:lnTo>
                    <a:pt x="622" y="2913"/>
                  </a:lnTo>
                  <a:lnTo>
                    <a:pt x="5415" y="760"/>
                  </a:lnTo>
                  <a:lnTo>
                    <a:pt x="47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46446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0"/>
          <p:cNvSpPr txBox="1">
            <a:spLocks noGrp="1"/>
          </p:cNvSpPr>
          <p:nvPr>
            <p:ph type="title"/>
          </p:nvPr>
        </p:nvSpPr>
        <p:spPr>
          <a:xfrm>
            <a:off x="951033" y="811351"/>
            <a:ext cx="59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30"/>
          <p:cNvSpPr txBox="1">
            <a:spLocks noGrp="1"/>
          </p:cNvSpPr>
          <p:nvPr>
            <p:ph type="subTitle" idx="1"/>
          </p:nvPr>
        </p:nvSpPr>
        <p:spPr>
          <a:xfrm>
            <a:off x="950967" y="2036651"/>
            <a:ext cx="5930800" cy="15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30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5" name="Google Shape;755;p30"/>
          <p:cNvSpPr txBox="1"/>
          <p:nvPr/>
        </p:nvSpPr>
        <p:spPr>
          <a:xfrm>
            <a:off x="951233" y="5068651"/>
            <a:ext cx="59308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 This presentation template was created by 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333" b="1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  <p:extLst>
      <p:ext uri="{BB962C8B-B14F-4D97-AF65-F5344CB8AC3E}">
        <p14:creationId xmlns:p14="http://schemas.microsoft.com/office/powerpoint/2010/main" val="34356088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1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58" name="Google Shape;758;p31"/>
          <p:cNvGrpSpPr/>
          <p:nvPr/>
        </p:nvGrpSpPr>
        <p:grpSpPr>
          <a:xfrm rot="-1413064" flipH="1">
            <a:off x="9708399" y="2636505"/>
            <a:ext cx="1523395" cy="980473"/>
            <a:chOff x="6059150" y="2509438"/>
            <a:chExt cx="1268472" cy="813651"/>
          </a:xfrm>
        </p:grpSpPr>
        <p:sp>
          <p:nvSpPr>
            <p:cNvPr id="759" name="Google Shape;759;p31"/>
            <p:cNvSpPr/>
            <p:nvPr/>
          </p:nvSpPr>
          <p:spPr>
            <a:xfrm>
              <a:off x="6258808" y="3078500"/>
              <a:ext cx="1035149" cy="244588"/>
            </a:xfrm>
            <a:custGeom>
              <a:avLst/>
              <a:gdLst/>
              <a:ahLst/>
              <a:cxnLst/>
              <a:rect l="l" t="t" r="r" b="b"/>
              <a:pathLst>
                <a:path w="23984" h="5667" extrusionOk="0">
                  <a:moveTo>
                    <a:pt x="19526" y="0"/>
                  </a:moveTo>
                  <a:cubicBezTo>
                    <a:pt x="16855" y="0"/>
                    <a:pt x="13737" y="107"/>
                    <a:pt x="12579" y="331"/>
                  </a:cubicBezTo>
                  <a:cubicBezTo>
                    <a:pt x="10405" y="746"/>
                    <a:pt x="491" y="797"/>
                    <a:pt x="491" y="797"/>
                  </a:cubicBezTo>
                  <a:cubicBezTo>
                    <a:pt x="260" y="1376"/>
                    <a:pt x="0" y="2106"/>
                    <a:pt x="2199" y="3084"/>
                  </a:cubicBezTo>
                  <a:cubicBezTo>
                    <a:pt x="4399" y="4062"/>
                    <a:pt x="7748" y="5338"/>
                    <a:pt x="10011" y="5636"/>
                  </a:cubicBezTo>
                  <a:cubicBezTo>
                    <a:pt x="10164" y="5657"/>
                    <a:pt x="10335" y="5666"/>
                    <a:pt x="10521" y="5666"/>
                  </a:cubicBezTo>
                  <a:cubicBezTo>
                    <a:pt x="13751" y="5666"/>
                    <a:pt x="21601" y="2760"/>
                    <a:pt x="22657" y="2295"/>
                  </a:cubicBezTo>
                  <a:cubicBezTo>
                    <a:pt x="23769" y="1808"/>
                    <a:pt x="23983" y="579"/>
                    <a:pt x="23895" y="239"/>
                  </a:cubicBezTo>
                  <a:cubicBezTo>
                    <a:pt x="23856" y="82"/>
                    <a:pt x="21862" y="0"/>
                    <a:pt x="1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6059150" y="2509438"/>
              <a:ext cx="848051" cy="607779"/>
            </a:xfrm>
            <a:custGeom>
              <a:avLst/>
              <a:gdLst/>
              <a:ahLst/>
              <a:cxnLst/>
              <a:rect l="l" t="t" r="r" b="b"/>
              <a:pathLst>
                <a:path w="19649" h="14082" extrusionOk="0">
                  <a:moveTo>
                    <a:pt x="9197" y="1"/>
                  </a:moveTo>
                  <a:cubicBezTo>
                    <a:pt x="4710" y="1"/>
                    <a:pt x="1457" y="672"/>
                    <a:pt x="891" y="2238"/>
                  </a:cubicBezTo>
                  <a:cubicBezTo>
                    <a:pt x="1" y="4681"/>
                    <a:pt x="2427" y="10863"/>
                    <a:pt x="3052" y="12248"/>
                  </a:cubicBezTo>
                  <a:cubicBezTo>
                    <a:pt x="3601" y="13464"/>
                    <a:pt x="4401" y="14081"/>
                    <a:pt x="5259" y="14081"/>
                  </a:cubicBezTo>
                  <a:cubicBezTo>
                    <a:pt x="5378" y="14081"/>
                    <a:pt x="5499" y="14069"/>
                    <a:pt x="5621" y="14045"/>
                  </a:cubicBezTo>
                  <a:cubicBezTo>
                    <a:pt x="6481" y="13877"/>
                    <a:pt x="17717" y="12114"/>
                    <a:pt x="18603" y="11354"/>
                  </a:cubicBezTo>
                  <a:cubicBezTo>
                    <a:pt x="19648" y="10452"/>
                    <a:pt x="18876" y="8232"/>
                    <a:pt x="18213" y="6083"/>
                  </a:cubicBezTo>
                  <a:cubicBezTo>
                    <a:pt x="17474" y="3703"/>
                    <a:pt x="16907" y="2259"/>
                    <a:pt x="15866" y="1344"/>
                  </a:cubicBezTo>
                  <a:cubicBezTo>
                    <a:pt x="14754" y="362"/>
                    <a:pt x="13667" y="1"/>
                    <a:pt x="91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6250650" y="2999820"/>
              <a:ext cx="1076971" cy="276958"/>
            </a:xfrm>
            <a:custGeom>
              <a:avLst/>
              <a:gdLst/>
              <a:ahLst/>
              <a:cxnLst/>
              <a:rect l="l" t="t" r="r" b="b"/>
              <a:pathLst>
                <a:path w="24953" h="6417" extrusionOk="0">
                  <a:moveTo>
                    <a:pt x="15160" y="1"/>
                  </a:moveTo>
                  <a:cubicBezTo>
                    <a:pt x="14802" y="1"/>
                    <a:pt x="14463" y="30"/>
                    <a:pt x="14099" y="93"/>
                  </a:cubicBezTo>
                  <a:cubicBezTo>
                    <a:pt x="14099" y="93"/>
                    <a:pt x="1234" y="2271"/>
                    <a:pt x="617" y="2725"/>
                  </a:cubicBezTo>
                  <a:cubicBezTo>
                    <a:pt x="0" y="3174"/>
                    <a:pt x="2955" y="4391"/>
                    <a:pt x="5541" y="5281"/>
                  </a:cubicBezTo>
                  <a:cubicBezTo>
                    <a:pt x="7669" y="6012"/>
                    <a:pt x="8767" y="6417"/>
                    <a:pt x="10237" y="6417"/>
                  </a:cubicBezTo>
                  <a:cubicBezTo>
                    <a:pt x="10953" y="6417"/>
                    <a:pt x="11757" y="6321"/>
                    <a:pt x="12810" y="6120"/>
                  </a:cubicBezTo>
                  <a:cubicBezTo>
                    <a:pt x="15182" y="5671"/>
                    <a:pt x="22007" y="3606"/>
                    <a:pt x="23215" y="3002"/>
                  </a:cubicBezTo>
                  <a:cubicBezTo>
                    <a:pt x="24953" y="2129"/>
                    <a:pt x="24500" y="1352"/>
                    <a:pt x="19979" y="651"/>
                  </a:cubicBezTo>
                  <a:cubicBezTo>
                    <a:pt x="17460" y="261"/>
                    <a:pt x="16230" y="1"/>
                    <a:pt x="15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31"/>
            <p:cNvSpPr/>
            <p:nvPr/>
          </p:nvSpPr>
          <p:spPr>
            <a:xfrm>
              <a:off x="6151383" y="2567401"/>
              <a:ext cx="678432" cy="473034"/>
            </a:xfrm>
            <a:custGeom>
              <a:avLst/>
              <a:gdLst/>
              <a:ahLst/>
              <a:cxnLst/>
              <a:rect l="l" t="t" r="r" b="b"/>
              <a:pathLst>
                <a:path w="15719" h="10960" extrusionOk="0">
                  <a:moveTo>
                    <a:pt x="8047" y="0"/>
                  </a:moveTo>
                  <a:cubicBezTo>
                    <a:pt x="7828" y="0"/>
                    <a:pt x="7603" y="2"/>
                    <a:pt x="7375" y="5"/>
                  </a:cubicBezTo>
                  <a:cubicBezTo>
                    <a:pt x="6510" y="18"/>
                    <a:pt x="5587" y="55"/>
                    <a:pt x="4667" y="123"/>
                  </a:cubicBezTo>
                  <a:cubicBezTo>
                    <a:pt x="4328" y="144"/>
                    <a:pt x="3992" y="173"/>
                    <a:pt x="3656" y="202"/>
                  </a:cubicBezTo>
                  <a:cubicBezTo>
                    <a:pt x="3207" y="244"/>
                    <a:pt x="2758" y="311"/>
                    <a:pt x="2317" y="400"/>
                  </a:cubicBezTo>
                  <a:cubicBezTo>
                    <a:pt x="365" y="815"/>
                    <a:pt x="0" y="1608"/>
                    <a:pt x="189" y="2309"/>
                  </a:cubicBezTo>
                  <a:lnTo>
                    <a:pt x="500" y="3434"/>
                  </a:lnTo>
                  <a:cubicBezTo>
                    <a:pt x="688" y="4123"/>
                    <a:pt x="936" y="5017"/>
                    <a:pt x="1180" y="5915"/>
                  </a:cubicBezTo>
                  <a:lnTo>
                    <a:pt x="1973" y="8807"/>
                  </a:lnTo>
                  <a:cubicBezTo>
                    <a:pt x="1985" y="8853"/>
                    <a:pt x="1998" y="8899"/>
                    <a:pt x="2011" y="8941"/>
                  </a:cubicBezTo>
                  <a:cubicBezTo>
                    <a:pt x="2325" y="10087"/>
                    <a:pt x="2615" y="10599"/>
                    <a:pt x="3060" y="10813"/>
                  </a:cubicBezTo>
                  <a:cubicBezTo>
                    <a:pt x="3290" y="10928"/>
                    <a:pt x="3564" y="10959"/>
                    <a:pt x="3905" y="10959"/>
                  </a:cubicBezTo>
                  <a:cubicBezTo>
                    <a:pt x="3974" y="10959"/>
                    <a:pt x="4047" y="10958"/>
                    <a:pt x="4122" y="10956"/>
                  </a:cubicBezTo>
                  <a:cubicBezTo>
                    <a:pt x="4122" y="10956"/>
                    <a:pt x="4579" y="10884"/>
                    <a:pt x="5301" y="10771"/>
                  </a:cubicBezTo>
                  <a:cubicBezTo>
                    <a:pt x="6048" y="10653"/>
                    <a:pt x="7073" y="10490"/>
                    <a:pt x="8164" y="10314"/>
                  </a:cubicBezTo>
                  <a:cubicBezTo>
                    <a:pt x="9037" y="10171"/>
                    <a:pt x="9952" y="10020"/>
                    <a:pt x="10800" y="9873"/>
                  </a:cubicBezTo>
                  <a:cubicBezTo>
                    <a:pt x="12122" y="9650"/>
                    <a:pt x="13284" y="9440"/>
                    <a:pt x="13893" y="9302"/>
                  </a:cubicBezTo>
                  <a:cubicBezTo>
                    <a:pt x="13985" y="9281"/>
                    <a:pt x="14065" y="9264"/>
                    <a:pt x="14128" y="9247"/>
                  </a:cubicBezTo>
                  <a:cubicBezTo>
                    <a:pt x="15580" y="8861"/>
                    <a:pt x="15719" y="8572"/>
                    <a:pt x="15719" y="7854"/>
                  </a:cubicBezTo>
                  <a:cubicBezTo>
                    <a:pt x="15719" y="7699"/>
                    <a:pt x="15660" y="7434"/>
                    <a:pt x="15559" y="7103"/>
                  </a:cubicBezTo>
                  <a:cubicBezTo>
                    <a:pt x="15358" y="6431"/>
                    <a:pt x="15001" y="5466"/>
                    <a:pt x="14649" y="4525"/>
                  </a:cubicBezTo>
                  <a:cubicBezTo>
                    <a:pt x="14372" y="3783"/>
                    <a:pt x="14099" y="3056"/>
                    <a:pt x="13910" y="2498"/>
                  </a:cubicBezTo>
                  <a:cubicBezTo>
                    <a:pt x="13809" y="2183"/>
                    <a:pt x="13679" y="1877"/>
                    <a:pt x="13528" y="1583"/>
                  </a:cubicBezTo>
                  <a:cubicBezTo>
                    <a:pt x="13150" y="865"/>
                    <a:pt x="12688" y="526"/>
                    <a:pt x="11996" y="324"/>
                  </a:cubicBezTo>
                  <a:cubicBezTo>
                    <a:pt x="11836" y="278"/>
                    <a:pt x="11664" y="240"/>
                    <a:pt x="11480" y="202"/>
                  </a:cubicBezTo>
                  <a:cubicBezTo>
                    <a:pt x="11110" y="135"/>
                    <a:pt x="10565" y="81"/>
                    <a:pt x="9901" y="47"/>
                  </a:cubicBezTo>
                  <a:cubicBezTo>
                    <a:pt x="9353" y="15"/>
                    <a:pt x="8724" y="0"/>
                    <a:pt x="80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6392776" y="3019803"/>
              <a:ext cx="766565" cy="174884"/>
            </a:xfrm>
            <a:custGeom>
              <a:avLst/>
              <a:gdLst/>
              <a:ahLst/>
              <a:cxnLst/>
              <a:rect l="l" t="t" r="r" b="b"/>
              <a:pathLst>
                <a:path w="17761" h="4052" extrusionOk="0">
                  <a:moveTo>
                    <a:pt x="12834" y="0"/>
                  </a:moveTo>
                  <a:cubicBezTo>
                    <a:pt x="12435" y="0"/>
                    <a:pt x="12033" y="46"/>
                    <a:pt x="11549" y="142"/>
                  </a:cubicBezTo>
                  <a:lnTo>
                    <a:pt x="6793" y="1107"/>
                  </a:lnTo>
                  <a:cubicBezTo>
                    <a:pt x="4707" y="1527"/>
                    <a:pt x="48" y="2186"/>
                    <a:pt x="23" y="2606"/>
                  </a:cubicBezTo>
                  <a:cubicBezTo>
                    <a:pt x="0" y="2979"/>
                    <a:pt x="1937" y="4051"/>
                    <a:pt x="3210" y="4051"/>
                  </a:cubicBezTo>
                  <a:cubicBezTo>
                    <a:pt x="3354" y="4051"/>
                    <a:pt x="3489" y="4038"/>
                    <a:pt x="3612" y="4008"/>
                  </a:cubicBezTo>
                  <a:cubicBezTo>
                    <a:pt x="4825" y="3714"/>
                    <a:pt x="9014" y="2875"/>
                    <a:pt x="11205" y="2258"/>
                  </a:cubicBezTo>
                  <a:cubicBezTo>
                    <a:pt x="13396" y="1636"/>
                    <a:pt x="17761" y="927"/>
                    <a:pt x="15729" y="474"/>
                  </a:cubicBezTo>
                  <a:cubicBezTo>
                    <a:pt x="14385" y="174"/>
                    <a:pt x="13615" y="0"/>
                    <a:pt x="12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6767490" y="3117344"/>
              <a:ext cx="295301" cy="84335"/>
            </a:xfrm>
            <a:custGeom>
              <a:avLst/>
              <a:gdLst/>
              <a:ahLst/>
              <a:cxnLst/>
              <a:rect l="l" t="t" r="r" b="b"/>
              <a:pathLst>
                <a:path w="6842" h="1954" extrusionOk="0">
                  <a:moveTo>
                    <a:pt x="4350" y="0"/>
                  </a:moveTo>
                  <a:cubicBezTo>
                    <a:pt x="4078" y="0"/>
                    <a:pt x="3786" y="34"/>
                    <a:pt x="3438" y="107"/>
                  </a:cubicBezTo>
                  <a:cubicBezTo>
                    <a:pt x="2611" y="279"/>
                    <a:pt x="944" y="556"/>
                    <a:pt x="735" y="749"/>
                  </a:cubicBezTo>
                  <a:cubicBezTo>
                    <a:pt x="525" y="946"/>
                    <a:pt x="0" y="1261"/>
                    <a:pt x="1163" y="1626"/>
                  </a:cubicBezTo>
                  <a:cubicBezTo>
                    <a:pt x="1884" y="1851"/>
                    <a:pt x="2291" y="1953"/>
                    <a:pt x="2650" y="1953"/>
                  </a:cubicBezTo>
                  <a:cubicBezTo>
                    <a:pt x="2869" y="1953"/>
                    <a:pt x="3069" y="1916"/>
                    <a:pt x="3312" y="1844"/>
                  </a:cubicBezTo>
                  <a:lnTo>
                    <a:pt x="6330" y="959"/>
                  </a:lnTo>
                  <a:cubicBezTo>
                    <a:pt x="6720" y="845"/>
                    <a:pt x="6842" y="577"/>
                    <a:pt x="5456" y="178"/>
                  </a:cubicBezTo>
                  <a:cubicBezTo>
                    <a:pt x="5061" y="64"/>
                    <a:pt x="4724" y="0"/>
                    <a:pt x="43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31"/>
            <p:cNvSpPr/>
            <p:nvPr/>
          </p:nvSpPr>
          <p:spPr>
            <a:xfrm>
              <a:off x="6172919" y="2572494"/>
              <a:ext cx="180107" cy="250199"/>
            </a:xfrm>
            <a:custGeom>
              <a:avLst/>
              <a:gdLst/>
              <a:ahLst/>
              <a:cxnLst/>
              <a:rect l="l" t="t" r="r" b="b"/>
              <a:pathLst>
                <a:path w="4173" h="5797" extrusionOk="0">
                  <a:moveTo>
                    <a:pt x="4173" y="0"/>
                  </a:moveTo>
                  <a:lnTo>
                    <a:pt x="4173" y="0"/>
                  </a:lnTo>
                  <a:cubicBezTo>
                    <a:pt x="3833" y="26"/>
                    <a:pt x="3493" y="55"/>
                    <a:pt x="3157" y="84"/>
                  </a:cubicBezTo>
                  <a:cubicBezTo>
                    <a:pt x="2708" y="126"/>
                    <a:pt x="2259" y="193"/>
                    <a:pt x="1818" y="282"/>
                  </a:cubicBezTo>
                  <a:lnTo>
                    <a:pt x="1" y="3316"/>
                  </a:lnTo>
                  <a:cubicBezTo>
                    <a:pt x="189" y="4005"/>
                    <a:pt x="437" y="4899"/>
                    <a:pt x="681" y="5797"/>
                  </a:cubicBezTo>
                  <a:lnTo>
                    <a:pt x="4173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31"/>
            <p:cNvSpPr/>
            <p:nvPr/>
          </p:nvSpPr>
          <p:spPr>
            <a:xfrm>
              <a:off x="6236494" y="2567401"/>
              <a:ext cx="342259" cy="466689"/>
            </a:xfrm>
            <a:custGeom>
              <a:avLst/>
              <a:gdLst/>
              <a:ahLst/>
              <a:cxnLst/>
              <a:rect l="l" t="t" r="r" b="b"/>
              <a:pathLst>
                <a:path w="7930" h="10813" extrusionOk="0">
                  <a:moveTo>
                    <a:pt x="6092" y="0"/>
                  </a:moveTo>
                  <a:cubicBezTo>
                    <a:pt x="5869" y="0"/>
                    <a:pt x="5640" y="2"/>
                    <a:pt x="5407" y="5"/>
                  </a:cubicBezTo>
                  <a:lnTo>
                    <a:pt x="1" y="8807"/>
                  </a:lnTo>
                  <a:cubicBezTo>
                    <a:pt x="13" y="8853"/>
                    <a:pt x="26" y="8895"/>
                    <a:pt x="39" y="8941"/>
                  </a:cubicBezTo>
                  <a:cubicBezTo>
                    <a:pt x="353" y="10087"/>
                    <a:pt x="643" y="10599"/>
                    <a:pt x="1088" y="10813"/>
                  </a:cubicBezTo>
                  <a:cubicBezTo>
                    <a:pt x="2557" y="8521"/>
                    <a:pt x="6910" y="1655"/>
                    <a:pt x="7929" y="43"/>
                  </a:cubicBezTo>
                  <a:cubicBezTo>
                    <a:pt x="7385" y="14"/>
                    <a:pt x="6762" y="0"/>
                    <a:pt x="6092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6380173" y="2581558"/>
              <a:ext cx="355293" cy="450547"/>
            </a:xfrm>
            <a:custGeom>
              <a:avLst/>
              <a:gdLst/>
              <a:ahLst/>
              <a:cxnLst/>
              <a:rect l="l" t="t" r="r" b="b"/>
              <a:pathLst>
                <a:path w="8232" h="10439" extrusionOk="0">
                  <a:moveTo>
                    <a:pt x="6695" y="0"/>
                  </a:moveTo>
                  <a:lnTo>
                    <a:pt x="0" y="10439"/>
                  </a:lnTo>
                  <a:cubicBezTo>
                    <a:pt x="747" y="10325"/>
                    <a:pt x="1772" y="10162"/>
                    <a:pt x="2863" y="9981"/>
                  </a:cubicBezTo>
                  <a:lnTo>
                    <a:pt x="8231" y="1255"/>
                  </a:lnTo>
                  <a:cubicBezTo>
                    <a:pt x="7849" y="537"/>
                    <a:pt x="7387" y="202"/>
                    <a:pt x="669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31"/>
            <p:cNvSpPr/>
            <p:nvPr/>
          </p:nvSpPr>
          <p:spPr>
            <a:xfrm>
              <a:off x="6617466" y="2762700"/>
              <a:ext cx="205485" cy="230820"/>
            </a:xfrm>
            <a:custGeom>
              <a:avLst/>
              <a:gdLst/>
              <a:ahLst/>
              <a:cxnLst/>
              <a:rect l="l" t="t" r="r" b="b"/>
              <a:pathLst>
                <a:path w="4761" h="5348" extrusionOk="0">
                  <a:moveTo>
                    <a:pt x="3854" y="0"/>
                  </a:moveTo>
                  <a:lnTo>
                    <a:pt x="1" y="5348"/>
                  </a:lnTo>
                  <a:cubicBezTo>
                    <a:pt x="1323" y="5125"/>
                    <a:pt x="2485" y="4915"/>
                    <a:pt x="3094" y="4777"/>
                  </a:cubicBezTo>
                  <a:cubicBezTo>
                    <a:pt x="3526" y="4210"/>
                    <a:pt x="4156" y="3383"/>
                    <a:pt x="4760" y="2578"/>
                  </a:cubicBezTo>
                  <a:cubicBezTo>
                    <a:pt x="4563" y="1906"/>
                    <a:pt x="4206" y="941"/>
                    <a:pt x="3854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69" name="Google Shape;769;p31"/>
          <p:cNvGrpSpPr/>
          <p:nvPr/>
        </p:nvGrpSpPr>
        <p:grpSpPr>
          <a:xfrm>
            <a:off x="9387999" y="874395"/>
            <a:ext cx="2386520" cy="5310093"/>
            <a:chOff x="524349" y="655796"/>
            <a:chExt cx="1789890" cy="3982570"/>
          </a:xfrm>
        </p:grpSpPr>
        <p:sp>
          <p:nvSpPr>
            <p:cNvPr id="770" name="Google Shape;770;p31"/>
            <p:cNvSpPr/>
            <p:nvPr/>
          </p:nvSpPr>
          <p:spPr>
            <a:xfrm flipH="1">
              <a:off x="524349" y="39219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31"/>
            <p:cNvSpPr/>
            <p:nvPr/>
          </p:nvSpPr>
          <p:spPr>
            <a:xfrm flipH="1">
              <a:off x="1691889" y="42090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31"/>
            <p:cNvSpPr/>
            <p:nvPr/>
          </p:nvSpPr>
          <p:spPr>
            <a:xfrm flipH="1">
              <a:off x="1944876" y="41922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31"/>
            <p:cNvSpPr/>
            <p:nvPr/>
          </p:nvSpPr>
          <p:spPr>
            <a:xfrm flipH="1">
              <a:off x="1859940" y="29593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31"/>
            <p:cNvSpPr/>
            <p:nvPr/>
          </p:nvSpPr>
          <p:spPr>
            <a:xfrm flipH="1">
              <a:off x="554189" y="34829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31"/>
            <p:cNvSpPr/>
            <p:nvPr/>
          </p:nvSpPr>
          <p:spPr>
            <a:xfrm flipH="1">
              <a:off x="1969589" y="20723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31"/>
            <p:cNvSpPr/>
            <p:nvPr/>
          </p:nvSpPr>
          <p:spPr>
            <a:xfrm flipH="1">
              <a:off x="1414914" y="6557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31"/>
            <p:cNvSpPr/>
            <p:nvPr/>
          </p:nvSpPr>
          <p:spPr>
            <a:xfrm flipH="1">
              <a:off x="734340" y="9821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78" name="Google Shape;778;p31"/>
            <p:cNvCxnSpPr>
              <a:stCxn id="775" idx="4"/>
              <a:endCxn id="773" idx="0"/>
            </p:cNvCxnSpPr>
            <p:nvPr/>
          </p:nvCxnSpPr>
          <p:spPr>
            <a:xfrm flipH="1">
              <a:off x="1939739" y="2172571"/>
              <a:ext cx="79800" cy="78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31"/>
            <p:cNvCxnSpPr>
              <a:stCxn id="773" idx="4"/>
              <a:endCxn id="771" idx="0"/>
            </p:cNvCxnSpPr>
            <p:nvPr/>
          </p:nvCxnSpPr>
          <p:spPr>
            <a:xfrm flipH="1">
              <a:off x="1741740" y="3119529"/>
              <a:ext cx="198000" cy="108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31"/>
            <p:cNvCxnSpPr>
              <a:stCxn id="771" idx="2"/>
              <a:endCxn id="772" idx="6"/>
            </p:cNvCxnSpPr>
            <p:nvPr/>
          </p:nvCxnSpPr>
          <p:spPr>
            <a:xfrm rot="10800000" flipH="1">
              <a:off x="1791789" y="4242334"/>
              <a:ext cx="153000" cy="1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1" name="Google Shape;781;p31"/>
            <p:cNvCxnSpPr>
              <a:stCxn id="776" idx="5"/>
              <a:endCxn id="777" idx="2"/>
            </p:cNvCxnSpPr>
            <p:nvPr/>
          </p:nvCxnSpPr>
          <p:spPr>
            <a:xfrm flipH="1">
              <a:off x="894044" y="741322"/>
              <a:ext cx="535500" cy="321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2" name="Google Shape;782;p31"/>
            <p:cNvCxnSpPr>
              <a:stCxn id="777" idx="4"/>
              <a:endCxn id="774" idx="0"/>
            </p:cNvCxnSpPr>
            <p:nvPr/>
          </p:nvCxnSpPr>
          <p:spPr>
            <a:xfrm flipH="1">
              <a:off x="604140" y="1142379"/>
              <a:ext cx="210000" cy="234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3" name="Google Shape;783;p31"/>
            <p:cNvCxnSpPr>
              <a:stCxn id="774" idx="2"/>
              <a:endCxn id="773" idx="6"/>
            </p:cNvCxnSpPr>
            <p:nvPr/>
          </p:nvCxnSpPr>
          <p:spPr>
            <a:xfrm rot="10800000" flipH="1">
              <a:off x="654089" y="3039546"/>
              <a:ext cx="1206000" cy="493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4" name="Google Shape;784;p31"/>
            <p:cNvCxnSpPr>
              <a:stCxn id="774" idx="4"/>
              <a:endCxn id="770" idx="0"/>
            </p:cNvCxnSpPr>
            <p:nvPr/>
          </p:nvCxnSpPr>
          <p:spPr>
            <a:xfrm>
              <a:off x="604139" y="3583146"/>
              <a:ext cx="0" cy="33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5" name="Google Shape;785;p31"/>
            <p:cNvSpPr/>
            <p:nvPr/>
          </p:nvSpPr>
          <p:spPr>
            <a:xfrm flipH="1">
              <a:off x="1429639" y="9940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86" name="Google Shape;786;p31"/>
            <p:cNvCxnSpPr>
              <a:stCxn id="776" idx="4"/>
              <a:endCxn id="785" idx="0"/>
            </p:cNvCxnSpPr>
            <p:nvPr/>
          </p:nvCxnSpPr>
          <p:spPr>
            <a:xfrm>
              <a:off x="1464864" y="755996"/>
              <a:ext cx="14700" cy="23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7" name="Google Shape;787;p31"/>
            <p:cNvSpPr/>
            <p:nvPr/>
          </p:nvSpPr>
          <p:spPr>
            <a:xfrm flipH="1">
              <a:off x="1921340" y="44781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88" name="Google Shape;788;p31"/>
            <p:cNvCxnSpPr>
              <a:stCxn id="771" idx="3"/>
              <a:endCxn id="787" idx="7"/>
            </p:cNvCxnSpPr>
            <p:nvPr/>
          </p:nvCxnSpPr>
          <p:spPr>
            <a:xfrm>
              <a:off x="1777159" y="4294560"/>
              <a:ext cx="167700" cy="20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9" name="Google Shape;789;p31"/>
            <p:cNvSpPr/>
            <p:nvPr/>
          </p:nvSpPr>
          <p:spPr>
            <a:xfrm flipH="1">
              <a:off x="2214339" y="29623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90" name="Google Shape;790;p31"/>
            <p:cNvCxnSpPr>
              <a:stCxn id="789" idx="6"/>
              <a:endCxn id="773" idx="2"/>
            </p:cNvCxnSpPr>
            <p:nvPr/>
          </p:nvCxnSpPr>
          <p:spPr>
            <a:xfrm flipH="1">
              <a:off x="2019639" y="3012471"/>
              <a:ext cx="194700" cy="2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91" name="Google Shape;791;p31"/>
          <p:cNvGrpSpPr/>
          <p:nvPr/>
        </p:nvGrpSpPr>
        <p:grpSpPr>
          <a:xfrm flipH="1">
            <a:off x="9387999" y="978843"/>
            <a:ext cx="760788" cy="742511"/>
            <a:chOff x="8220000" y="1458182"/>
            <a:chExt cx="570591" cy="556883"/>
          </a:xfrm>
        </p:grpSpPr>
        <p:sp>
          <p:nvSpPr>
            <p:cNvPr id="792" name="Google Shape;792;p31"/>
            <p:cNvSpPr/>
            <p:nvPr/>
          </p:nvSpPr>
          <p:spPr>
            <a:xfrm>
              <a:off x="8340451" y="1548376"/>
              <a:ext cx="450139" cy="466029"/>
            </a:xfrm>
            <a:custGeom>
              <a:avLst/>
              <a:gdLst/>
              <a:ahLst/>
              <a:cxnLst/>
              <a:rect l="l" t="t" r="r" b="b"/>
              <a:pathLst>
                <a:path w="10935" h="11321" extrusionOk="0">
                  <a:moveTo>
                    <a:pt x="3778" y="0"/>
                  </a:moveTo>
                  <a:cubicBezTo>
                    <a:pt x="3060" y="0"/>
                    <a:pt x="1377" y="554"/>
                    <a:pt x="877" y="836"/>
                  </a:cubicBezTo>
                  <a:cubicBezTo>
                    <a:pt x="382" y="1117"/>
                    <a:pt x="0" y="1570"/>
                    <a:pt x="0" y="1570"/>
                  </a:cubicBezTo>
                  <a:lnTo>
                    <a:pt x="147" y="1981"/>
                  </a:lnTo>
                  <a:cubicBezTo>
                    <a:pt x="147" y="1981"/>
                    <a:pt x="1977" y="7631"/>
                    <a:pt x="2078" y="8403"/>
                  </a:cubicBezTo>
                  <a:cubicBezTo>
                    <a:pt x="2183" y="9180"/>
                    <a:pt x="2989" y="11245"/>
                    <a:pt x="3576" y="11316"/>
                  </a:cubicBezTo>
                  <a:cubicBezTo>
                    <a:pt x="3602" y="11319"/>
                    <a:pt x="3631" y="11321"/>
                    <a:pt x="3661" y="11321"/>
                  </a:cubicBezTo>
                  <a:cubicBezTo>
                    <a:pt x="4320" y="11321"/>
                    <a:pt x="5976" y="10605"/>
                    <a:pt x="6678" y="10028"/>
                  </a:cubicBezTo>
                  <a:cubicBezTo>
                    <a:pt x="7408" y="9427"/>
                    <a:pt x="10934" y="5390"/>
                    <a:pt x="9868" y="3942"/>
                  </a:cubicBezTo>
                  <a:cubicBezTo>
                    <a:pt x="8798" y="2489"/>
                    <a:pt x="4495" y="0"/>
                    <a:pt x="3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8220000" y="1605926"/>
              <a:ext cx="425276" cy="409139"/>
            </a:xfrm>
            <a:custGeom>
              <a:avLst/>
              <a:gdLst/>
              <a:ahLst/>
              <a:cxnLst/>
              <a:rect l="l" t="t" r="r" b="b"/>
              <a:pathLst>
                <a:path w="10331" h="9939" extrusionOk="0">
                  <a:moveTo>
                    <a:pt x="3501" y="1"/>
                  </a:moveTo>
                  <a:cubicBezTo>
                    <a:pt x="3263" y="1"/>
                    <a:pt x="3066" y="58"/>
                    <a:pt x="2926" y="172"/>
                  </a:cubicBezTo>
                  <a:cubicBezTo>
                    <a:pt x="2590" y="453"/>
                    <a:pt x="353" y="3937"/>
                    <a:pt x="177" y="4609"/>
                  </a:cubicBezTo>
                  <a:cubicBezTo>
                    <a:pt x="1" y="5280"/>
                    <a:pt x="366" y="6128"/>
                    <a:pt x="731" y="6560"/>
                  </a:cubicBezTo>
                  <a:cubicBezTo>
                    <a:pt x="1096" y="6997"/>
                    <a:pt x="5491" y="9511"/>
                    <a:pt x="6263" y="9910"/>
                  </a:cubicBezTo>
                  <a:cubicBezTo>
                    <a:pt x="6301" y="9929"/>
                    <a:pt x="6344" y="9939"/>
                    <a:pt x="6390" y="9939"/>
                  </a:cubicBezTo>
                  <a:cubicBezTo>
                    <a:pt x="7282" y="9939"/>
                    <a:pt x="9565" y="6494"/>
                    <a:pt x="9936" y="5855"/>
                  </a:cubicBezTo>
                  <a:cubicBezTo>
                    <a:pt x="10330" y="5179"/>
                    <a:pt x="9852" y="3496"/>
                    <a:pt x="9306" y="2984"/>
                  </a:cubicBezTo>
                  <a:cubicBezTo>
                    <a:pt x="8765" y="2472"/>
                    <a:pt x="4727" y="348"/>
                    <a:pt x="4727" y="348"/>
                  </a:cubicBezTo>
                  <a:cubicBezTo>
                    <a:pt x="4263" y="117"/>
                    <a:pt x="3840" y="1"/>
                    <a:pt x="35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8623631" y="1645569"/>
              <a:ext cx="72944" cy="73727"/>
            </a:xfrm>
            <a:custGeom>
              <a:avLst/>
              <a:gdLst/>
              <a:ahLst/>
              <a:cxnLst/>
              <a:rect l="l" t="t" r="r" b="b"/>
              <a:pathLst>
                <a:path w="1772" h="1791" extrusionOk="0">
                  <a:moveTo>
                    <a:pt x="1192" y="1"/>
                  </a:moveTo>
                  <a:cubicBezTo>
                    <a:pt x="895" y="1"/>
                    <a:pt x="0" y="791"/>
                    <a:pt x="0" y="791"/>
                  </a:cubicBezTo>
                  <a:cubicBezTo>
                    <a:pt x="103" y="1495"/>
                    <a:pt x="722" y="1791"/>
                    <a:pt x="1039" y="1791"/>
                  </a:cubicBezTo>
                  <a:cubicBezTo>
                    <a:pt x="1045" y="1791"/>
                    <a:pt x="1052" y="1791"/>
                    <a:pt x="1058" y="1790"/>
                  </a:cubicBezTo>
                  <a:cubicBezTo>
                    <a:pt x="1365" y="1774"/>
                    <a:pt x="1763" y="590"/>
                    <a:pt x="1768" y="422"/>
                  </a:cubicBezTo>
                  <a:cubicBezTo>
                    <a:pt x="1772" y="250"/>
                    <a:pt x="1491" y="49"/>
                    <a:pt x="1213" y="2"/>
                  </a:cubicBezTo>
                  <a:cubicBezTo>
                    <a:pt x="1207" y="1"/>
                    <a:pt x="1200" y="1"/>
                    <a:pt x="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8415085" y="1458182"/>
              <a:ext cx="200803" cy="164825"/>
            </a:xfrm>
            <a:custGeom>
              <a:avLst/>
              <a:gdLst/>
              <a:ahLst/>
              <a:cxnLst/>
              <a:rect l="l" t="t" r="r" b="b"/>
              <a:pathLst>
                <a:path w="4878" h="4004" extrusionOk="0">
                  <a:moveTo>
                    <a:pt x="2464" y="0"/>
                  </a:moveTo>
                  <a:cubicBezTo>
                    <a:pt x="1965" y="0"/>
                    <a:pt x="1730" y="59"/>
                    <a:pt x="1411" y="248"/>
                  </a:cubicBezTo>
                  <a:cubicBezTo>
                    <a:pt x="1087" y="441"/>
                    <a:pt x="0" y="2443"/>
                    <a:pt x="298" y="2649"/>
                  </a:cubicBezTo>
                  <a:cubicBezTo>
                    <a:pt x="340" y="2678"/>
                    <a:pt x="2154" y="3866"/>
                    <a:pt x="2359" y="3984"/>
                  </a:cubicBezTo>
                  <a:cubicBezTo>
                    <a:pt x="2383" y="3997"/>
                    <a:pt x="2420" y="4003"/>
                    <a:pt x="2467" y="4003"/>
                  </a:cubicBezTo>
                  <a:cubicBezTo>
                    <a:pt x="2837" y="4003"/>
                    <a:pt x="3843" y="3637"/>
                    <a:pt x="4089" y="3484"/>
                  </a:cubicBezTo>
                  <a:cubicBezTo>
                    <a:pt x="4366" y="3312"/>
                    <a:pt x="4878" y="2137"/>
                    <a:pt x="4819" y="1931"/>
                  </a:cubicBezTo>
                  <a:cubicBezTo>
                    <a:pt x="4760" y="1730"/>
                    <a:pt x="2959" y="0"/>
                    <a:pt x="24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8450858" y="1498113"/>
              <a:ext cx="101636" cy="97561"/>
            </a:xfrm>
            <a:custGeom>
              <a:avLst/>
              <a:gdLst/>
              <a:ahLst/>
              <a:cxnLst/>
              <a:rect l="l" t="t" r="r" b="b"/>
              <a:pathLst>
                <a:path w="2469" h="2370" extrusionOk="0">
                  <a:moveTo>
                    <a:pt x="842" y="1"/>
                  </a:moveTo>
                  <a:cubicBezTo>
                    <a:pt x="798" y="1"/>
                    <a:pt x="764" y="14"/>
                    <a:pt x="743" y="42"/>
                  </a:cubicBezTo>
                  <a:cubicBezTo>
                    <a:pt x="617" y="218"/>
                    <a:pt x="0" y="1079"/>
                    <a:pt x="143" y="1314"/>
                  </a:cubicBezTo>
                  <a:cubicBezTo>
                    <a:pt x="290" y="1549"/>
                    <a:pt x="1096" y="2203"/>
                    <a:pt x="1419" y="2355"/>
                  </a:cubicBezTo>
                  <a:cubicBezTo>
                    <a:pt x="1441" y="2365"/>
                    <a:pt x="1464" y="2369"/>
                    <a:pt x="1489" y="2369"/>
                  </a:cubicBezTo>
                  <a:cubicBezTo>
                    <a:pt x="1834" y="2369"/>
                    <a:pt x="2468" y="1482"/>
                    <a:pt x="2414" y="1200"/>
                  </a:cubicBezTo>
                  <a:cubicBezTo>
                    <a:pt x="2365" y="926"/>
                    <a:pt x="1221" y="1"/>
                    <a:pt x="8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8278414" y="1669815"/>
              <a:ext cx="293424" cy="252959"/>
            </a:xfrm>
            <a:custGeom>
              <a:avLst/>
              <a:gdLst/>
              <a:ahLst/>
              <a:cxnLst/>
              <a:rect l="l" t="t" r="r" b="b"/>
              <a:pathLst>
                <a:path w="7128" h="6145" extrusionOk="0">
                  <a:moveTo>
                    <a:pt x="3663" y="0"/>
                  </a:moveTo>
                  <a:cubicBezTo>
                    <a:pt x="2569" y="0"/>
                    <a:pt x="1546" y="635"/>
                    <a:pt x="1054" y="1386"/>
                  </a:cubicBezTo>
                  <a:cubicBezTo>
                    <a:pt x="336" y="2486"/>
                    <a:pt x="0" y="3980"/>
                    <a:pt x="747" y="4929"/>
                  </a:cubicBezTo>
                  <a:cubicBezTo>
                    <a:pt x="1203" y="5509"/>
                    <a:pt x="2233" y="6145"/>
                    <a:pt x="3346" y="6145"/>
                  </a:cubicBezTo>
                  <a:cubicBezTo>
                    <a:pt x="4059" y="6145"/>
                    <a:pt x="4806" y="5884"/>
                    <a:pt x="5457" y="5180"/>
                  </a:cubicBezTo>
                  <a:cubicBezTo>
                    <a:pt x="7127" y="3380"/>
                    <a:pt x="6670" y="1428"/>
                    <a:pt x="5167" y="450"/>
                  </a:cubicBezTo>
                  <a:cubicBezTo>
                    <a:pt x="4680" y="134"/>
                    <a:pt x="4164" y="0"/>
                    <a:pt x="3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8324891" y="1726583"/>
              <a:ext cx="182320" cy="155480"/>
            </a:xfrm>
            <a:custGeom>
              <a:avLst/>
              <a:gdLst/>
              <a:ahLst/>
              <a:cxnLst/>
              <a:rect l="l" t="t" r="r" b="b"/>
              <a:pathLst>
                <a:path w="4429" h="3777" extrusionOk="0">
                  <a:moveTo>
                    <a:pt x="2355" y="1"/>
                  </a:moveTo>
                  <a:cubicBezTo>
                    <a:pt x="1794" y="1"/>
                    <a:pt x="1159" y="223"/>
                    <a:pt x="748" y="813"/>
                  </a:cubicBezTo>
                  <a:cubicBezTo>
                    <a:pt x="0" y="1883"/>
                    <a:pt x="231" y="2630"/>
                    <a:pt x="748" y="3201"/>
                  </a:cubicBezTo>
                  <a:cubicBezTo>
                    <a:pt x="1046" y="3534"/>
                    <a:pt x="1579" y="3777"/>
                    <a:pt x="2159" y="3777"/>
                  </a:cubicBezTo>
                  <a:cubicBezTo>
                    <a:pt x="2574" y="3777"/>
                    <a:pt x="3013" y="3653"/>
                    <a:pt x="3409" y="3348"/>
                  </a:cubicBezTo>
                  <a:cubicBezTo>
                    <a:pt x="4361" y="2618"/>
                    <a:pt x="4429" y="1455"/>
                    <a:pt x="3409" y="360"/>
                  </a:cubicBezTo>
                  <a:cubicBezTo>
                    <a:pt x="3212" y="146"/>
                    <a:pt x="2808" y="1"/>
                    <a:pt x="23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8351854" y="1747248"/>
              <a:ext cx="102995" cy="95173"/>
            </a:xfrm>
            <a:custGeom>
              <a:avLst/>
              <a:gdLst/>
              <a:ahLst/>
              <a:cxnLst/>
              <a:rect l="l" t="t" r="r" b="b"/>
              <a:pathLst>
                <a:path w="2502" h="2312" extrusionOk="0">
                  <a:moveTo>
                    <a:pt x="1241" y="0"/>
                  </a:moveTo>
                  <a:cubicBezTo>
                    <a:pt x="808" y="0"/>
                    <a:pt x="405" y="300"/>
                    <a:pt x="248" y="626"/>
                  </a:cubicBezTo>
                  <a:cubicBezTo>
                    <a:pt x="0" y="1138"/>
                    <a:pt x="134" y="1755"/>
                    <a:pt x="571" y="2124"/>
                  </a:cubicBezTo>
                  <a:cubicBezTo>
                    <a:pt x="729" y="2259"/>
                    <a:pt x="924" y="2312"/>
                    <a:pt x="1127" y="2312"/>
                  </a:cubicBezTo>
                  <a:cubicBezTo>
                    <a:pt x="1449" y="2312"/>
                    <a:pt x="1790" y="2180"/>
                    <a:pt x="2032" y="2036"/>
                  </a:cubicBezTo>
                  <a:cubicBezTo>
                    <a:pt x="2430" y="1801"/>
                    <a:pt x="2502" y="1083"/>
                    <a:pt x="2107" y="512"/>
                  </a:cubicBezTo>
                  <a:cubicBezTo>
                    <a:pt x="1851" y="142"/>
                    <a:pt x="1539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667130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2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02" name="Google Shape;802;p32"/>
          <p:cNvGrpSpPr/>
          <p:nvPr/>
        </p:nvGrpSpPr>
        <p:grpSpPr>
          <a:xfrm flipH="1">
            <a:off x="6811567" y="213006"/>
            <a:ext cx="5199916" cy="4291807"/>
            <a:chOff x="506275" y="379304"/>
            <a:chExt cx="3899938" cy="3218855"/>
          </a:xfrm>
        </p:grpSpPr>
        <p:sp>
          <p:nvSpPr>
            <p:cNvPr id="803" name="Google Shape;803;p32"/>
            <p:cNvSpPr/>
            <p:nvPr/>
          </p:nvSpPr>
          <p:spPr>
            <a:xfrm>
              <a:off x="713228" y="8260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577738" y="257318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1292703" y="26733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2513938" y="725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2060015" y="1891292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506275" y="349795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3960565" y="3793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10" name="Google Shape;810;p32"/>
            <p:cNvCxnSpPr>
              <a:stCxn id="806" idx="6"/>
              <a:endCxn id="809" idx="2"/>
            </p:cNvCxnSpPr>
            <p:nvPr/>
          </p:nvCxnSpPr>
          <p:spPr>
            <a:xfrm rot="10800000" flipH="1">
              <a:off x="2613838" y="459471"/>
              <a:ext cx="1346700" cy="316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32"/>
            <p:cNvCxnSpPr>
              <a:stCxn id="806" idx="4"/>
              <a:endCxn id="807" idx="0"/>
            </p:cNvCxnSpPr>
            <p:nvPr/>
          </p:nvCxnSpPr>
          <p:spPr>
            <a:xfrm flipH="1">
              <a:off x="2139688" y="826071"/>
              <a:ext cx="424200" cy="106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32"/>
            <p:cNvCxnSpPr>
              <a:stCxn id="807" idx="1"/>
              <a:endCxn id="803" idx="5"/>
            </p:cNvCxnSpPr>
            <p:nvPr/>
          </p:nvCxnSpPr>
          <p:spPr>
            <a:xfrm rot="10800000">
              <a:off x="849488" y="962852"/>
              <a:ext cx="1233900" cy="951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32"/>
            <p:cNvCxnSpPr>
              <a:stCxn id="803" idx="4"/>
              <a:endCxn id="804" idx="0"/>
            </p:cNvCxnSpPr>
            <p:nvPr/>
          </p:nvCxnSpPr>
          <p:spPr>
            <a:xfrm flipH="1">
              <a:off x="627728" y="986267"/>
              <a:ext cx="165300" cy="158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32"/>
            <p:cNvCxnSpPr>
              <a:stCxn id="804" idx="6"/>
              <a:endCxn id="805" idx="2"/>
            </p:cNvCxnSpPr>
            <p:nvPr/>
          </p:nvCxnSpPr>
          <p:spPr>
            <a:xfrm>
              <a:off x="677638" y="2623284"/>
              <a:ext cx="615000" cy="13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32"/>
            <p:cNvCxnSpPr>
              <a:stCxn id="804" idx="4"/>
              <a:endCxn id="808" idx="0"/>
            </p:cNvCxnSpPr>
            <p:nvPr/>
          </p:nvCxnSpPr>
          <p:spPr>
            <a:xfrm flipH="1">
              <a:off x="556288" y="2673384"/>
              <a:ext cx="71400" cy="824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6" name="Google Shape;816;p32"/>
            <p:cNvSpPr/>
            <p:nvPr/>
          </p:nvSpPr>
          <p:spPr>
            <a:xfrm>
              <a:off x="808563" y="293755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17" name="Google Shape;817;p32"/>
            <p:cNvCxnSpPr>
              <a:stCxn id="804" idx="5"/>
              <a:endCxn id="816" idx="1"/>
            </p:cNvCxnSpPr>
            <p:nvPr/>
          </p:nvCxnSpPr>
          <p:spPr>
            <a:xfrm>
              <a:off x="663008" y="2658710"/>
              <a:ext cx="160200" cy="293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8" name="Google Shape;818;p32"/>
            <p:cNvSpPr/>
            <p:nvPr/>
          </p:nvSpPr>
          <p:spPr>
            <a:xfrm>
              <a:off x="4306313" y="5815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19" name="Google Shape;819;p32"/>
            <p:cNvCxnSpPr>
              <a:stCxn id="809" idx="6"/>
              <a:endCxn id="818" idx="1"/>
            </p:cNvCxnSpPr>
            <p:nvPr/>
          </p:nvCxnSpPr>
          <p:spPr>
            <a:xfrm>
              <a:off x="4120165" y="459404"/>
              <a:ext cx="200700" cy="13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0" name="Google Shape;820;p32"/>
          <p:cNvGrpSpPr/>
          <p:nvPr/>
        </p:nvGrpSpPr>
        <p:grpSpPr>
          <a:xfrm rot="704148">
            <a:off x="10993195" y="1932664"/>
            <a:ext cx="1056627" cy="852461"/>
            <a:chOff x="2509227" y="704963"/>
            <a:chExt cx="792466" cy="639344"/>
          </a:xfrm>
        </p:grpSpPr>
        <p:sp>
          <p:nvSpPr>
            <p:cNvPr id="821" name="Google Shape;821;p32"/>
            <p:cNvSpPr/>
            <p:nvPr/>
          </p:nvSpPr>
          <p:spPr>
            <a:xfrm rot="-9900005">
              <a:off x="3219216" y="1100849"/>
              <a:ext cx="32056" cy="40001"/>
            </a:xfrm>
            <a:custGeom>
              <a:avLst/>
              <a:gdLst/>
              <a:ahLst/>
              <a:cxnLst/>
              <a:rect l="l" t="t" r="r" b="b"/>
              <a:pathLst>
                <a:path w="815" h="1017" extrusionOk="0">
                  <a:moveTo>
                    <a:pt x="0" y="1"/>
                  </a:moveTo>
                  <a:lnTo>
                    <a:pt x="100" y="1017"/>
                  </a:lnTo>
                  <a:lnTo>
                    <a:pt x="815" y="3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2" name="Google Shape;822;p32"/>
            <p:cNvSpPr/>
            <p:nvPr/>
          </p:nvSpPr>
          <p:spPr>
            <a:xfrm rot="596871">
              <a:off x="2565940" y="878023"/>
              <a:ext cx="32057" cy="40003"/>
            </a:xfrm>
            <a:custGeom>
              <a:avLst/>
              <a:gdLst/>
              <a:ahLst/>
              <a:cxnLst/>
              <a:rect l="l" t="t" r="r" b="b"/>
              <a:pathLst>
                <a:path w="815" h="1017" extrusionOk="0">
                  <a:moveTo>
                    <a:pt x="0" y="1"/>
                  </a:moveTo>
                  <a:lnTo>
                    <a:pt x="100" y="1017"/>
                  </a:lnTo>
                  <a:lnTo>
                    <a:pt x="815" y="3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32"/>
            <p:cNvSpPr/>
            <p:nvPr/>
          </p:nvSpPr>
          <p:spPr>
            <a:xfrm rot="596871">
              <a:off x="2546028" y="797844"/>
              <a:ext cx="715522" cy="488330"/>
            </a:xfrm>
            <a:custGeom>
              <a:avLst/>
              <a:gdLst/>
              <a:ahLst/>
              <a:cxnLst/>
              <a:rect l="l" t="t" r="r" b="b"/>
              <a:pathLst>
                <a:path w="18191" h="12415" extrusionOk="0">
                  <a:moveTo>
                    <a:pt x="5334" y="1"/>
                  </a:moveTo>
                  <a:cubicBezTo>
                    <a:pt x="5261" y="1"/>
                    <a:pt x="5189" y="21"/>
                    <a:pt x="5125" y="60"/>
                  </a:cubicBezTo>
                  <a:cubicBezTo>
                    <a:pt x="3853" y="881"/>
                    <a:pt x="1181" y="3210"/>
                    <a:pt x="196" y="4079"/>
                  </a:cubicBezTo>
                  <a:cubicBezTo>
                    <a:pt x="1" y="4250"/>
                    <a:pt x="21" y="4558"/>
                    <a:pt x="240" y="4695"/>
                  </a:cubicBezTo>
                  <a:cubicBezTo>
                    <a:pt x="2539" y="6163"/>
                    <a:pt x="11690" y="11472"/>
                    <a:pt x="13230" y="12361"/>
                  </a:cubicBezTo>
                  <a:cubicBezTo>
                    <a:pt x="13290" y="12397"/>
                    <a:pt x="13358" y="12414"/>
                    <a:pt x="13425" y="12414"/>
                  </a:cubicBezTo>
                  <a:cubicBezTo>
                    <a:pt x="13513" y="12414"/>
                    <a:pt x="13601" y="12384"/>
                    <a:pt x="13671" y="12324"/>
                  </a:cubicBezTo>
                  <a:cubicBezTo>
                    <a:pt x="14759" y="11427"/>
                    <a:pt x="17215" y="8451"/>
                    <a:pt x="18043" y="7439"/>
                  </a:cubicBezTo>
                  <a:cubicBezTo>
                    <a:pt x="18190" y="7257"/>
                    <a:pt x="18146" y="6987"/>
                    <a:pt x="17944" y="6867"/>
                  </a:cubicBezTo>
                  <a:cubicBezTo>
                    <a:pt x="14663" y="4852"/>
                    <a:pt x="6843" y="744"/>
                    <a:pt x="5512" y="43"/>
                  </a:cubicBezTo>
                  <a:cubicBezTo>
                    <a:pt x="5456" y="15"/>
                    <a:pt x="5395" y="1"/>
                    <a:pt x="53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32"/>
            <p:cNvSpPr/>
            <p:nvPr/>
          </p:nvSpPr>
          <p:spPr>
            <a:xfrm rot="596871">
              <a:off x="2549392" y="763091"/>
              <a:ext cx="715483" cy="488527"/>
            </a:xfrm>
            <a:custGeom>
              <a:avLst/>
              <a:gdLst/>
              <a:ahLst/>
              <a:cxnLst/>
              <a:rect l="l" t="t" r="r" b="b"/>
              <a:pathLst>
                <a:path w="18190" h="12420" extrusionOk="0">
                  <a:moveTo>
                    <a:pt x="5335" y="1"/>
                  </a:moveTo>
                  <a:cubicBezTo>
                    <a:pt x="5261" y="1"/>
                    <a:pt x="5188" y="21"/>
                    <a:pt x="5125" y="62"/>
                  </a:cubicBezTo>
                  <a:cubicBezTo>
                    <a:pt x="3852" y="883"/>
                    <a:pt x="1181" y="3213"/>
                    <a:pt x="195" y="4082"/>
                  </a:cubicBezTo>
                  <a:cubicBezTo>
                    <a:pt x="0" y="4249"/>
                    <a:pt x="24" y="4557"/>
                    <a:pt x="243" y="4697"/>
                  </a:cubicBezTo>
                  <a:cubicBezTo>
                    <a:pt x="2539" y="6162"/>
                    <a:pt x="11690" y="11474"/>
                    <a:pt x="13229" y="12367"/>
                  </a:cubicBezTo>
                  <a:cubicBezTo>
                    <a:pt x="13289" y="12402"/>
                    <a:pt x="13356" y="12419"/>
                    <a:pt x="13422" y="12419"/>
                  </a:cubicBezTo>
                  <a:cubicBezTo>
                    <a:pt x="13511" y="12419"/>
                    <a:pt x="13600" y="12388"/>
                    <a:pt x="13671" y="12330"/>
                  </a:cubicBezTo>
                  <a:cubicBezTo>
                    <a:pt x="14758" y="11433"/>
                    <a:pt x="17215" y="8457"/>
                    <a:pt x="18043" y="7444"/>
                  </a:cubicBezTo>
                  <a:cubicBezTo>
                    <a:pt x="18190" y="7263"/>
                    <a:pt x="18145" y="6993"/>
                    <a:pt x="17943" y="6870"/>
                  </a:cubicBezTo>
                  <a:cubicBezTo>
                    <a:pt x="14663" y="4858"/>
                    <a:pt x="6846" y="743"/>
                    <a:pt x="5515" y="45"/>
                  </a:cubicBezTo>
                  <a:cubicBezTo>
                    <a:pt x="5459" y="15"/>
                    <a:pt x="5397" y="1"/>
                    <a:pt x="5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32"/>
            <p:cNvSpPr/>
            <p:nvPr/>
          </p:nvSpPr>
          <p:spPr>
            <a:xfrm rot="596871">
              <a:off x="2600741" y="789647"/>
              <a:ext cx="613923" cy="412494"/>
            </a:xfrm>
            <a:custGeom>
              <a:avLst/>
              <a:gdLst/>
              <a:ahLst/>
              <a:cxnLst/>
              <a:rect l="l" t="t" r="r" b="b"/>
              <a:pathLst>
                <a:path w="15608" h="10487" extrusionOk="0">
                  <a:moveTo>
                    <a:pt x="4499" y="1"/>
                  </a:moveTo>
                  <a:lnTo>
                    <a:pt x="4400" y="86"/>
                  </a:lnTo>
                  <a:lnTo>
                    <a:pt x="3220" y="1082"/>
                  </a:lnTo>
                  <a:lnTo>
                    <a:pt x="1" y="3808"/>
                  </a:lnTo>
                  <a:lnTo>
                    <a:pt x="4304" y="6340"/>
                  </a:lnTo>
                  <a:lnTo>
                    <a:pt x="5632" y="7120"/>
                  </a:lnTo>
                  <a:lnTo>
                    <a:pt x="6518" y="7643"/>
                  </a:lnTo>
                  <a:lnTo>
                    <a:pt x="7103" y="7985"/>
                  </a:lnTo>
                  <a:lnTo>
                    <a:pt x="9511" y="9402"/>
                  </a:lnTo>
                  <a:lnTo>
                    <a:pt x="11355" y="10486"/>
                  </a:lnTo>
                  <a:lnTo>
                    <a:pt x="15607" y="5977"/>
                  </a:lnTo>
                  <a:lnTo>
                    <a:pt x="10503" y="3230"/>
                  </a:lnTo>
                  <a:lnTo>
                    <a:pt x="8413" y="2105"/>
                  </a:lnTo>
                  <a:lnTo>
                    <a:pt x="5950" y="781"/>
                  </a:lnTo>
                  <a:lnTo>
                    <a:pt x="5341" y="452"/>
                  </a:lnTo>
                  <a:lnTo>
                    <a:pt x="44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32"/>
            <p:cNvSpPr/>
            <p:nvPr/>
          </p:nvSpPr>
          <p:spPr>
            <a:xfrm rot="596871">
              <a:off x="3124029" y="1146489"/>
              <a:ext cx="37171" cy="29540"/>
            </a:xfrm>
            <a:custGeom>
              <a:avLst/>
              <a:gdLst/>
              <a:ahLst/>
              <a:cxnLst/>
              <a:rect l="l" t="t" r="r" b="b"/>
              <a:pathLst>
                <a:path w="945" h="751" extrusionOk="0">
                  <a:moveTo>
                    <a:pt x="360" y="1"/>
                  </a:moveTo>
                  <a:cubicBezTo>
                    <a:pt x="255" y="1"/>
                    <a:pt x="161" y="40"/>
                    <a:pt x="106" y="118"/>
                  </a:cubicBezTo>
                  <a:cubicBezTo>
                    <a:pt x="0" y="268"/>
                    <a:pt x="79" y="504"/>
                    <a:pt x="281" y="648"/>
                  </a:cubicBezTo>
                  <a:cubicBezTo>
                    <a:pt x="380" y="716"/>
                    <a:pt x="491" y="750"/>
                    <a:pt x="590" y="750"/>
                  </a:cubicBezTo>
                  <a:cubicBezTo>
                    <a:pt x="695" y="750"/>
                    <a:pt x="787" y="712"/>
                    <a:pt x="842" y="634"/>
                  </a:cubicBezTo>
                  <a:cubicBezTo>
                    <a:pt x="944" y="484"/>
                    <a:pt x="866" y="248"/>
                    <a:pt x="664" y="104"/>
                  </a:cubicBezTo>
                  <a:cubicBezTo>
                    <a:pt x="567" y="35"/>
                    <a:pt x="458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32"/>
            <p:cNvSpPr/>
            <p:nvPr/>
          </p:nvSpPr>
          <p:spPr>
            <a:xfrm rot="596871">
              <a:off x="2675115" y="794133"/>
              <a:ext cx="45785" cy="37367"/>
            </a:xfrm>
            <a:custGeom>
              <a:avLst/>
              <a:gdLst/>
              <a:ahLst/>
              <a:cxnLst/>
              <a:rect l="l" t="t" r="r" b="b"/>
              <a:pathLst>
                <a:path w="1164" h="950" extrusionOk="0">
                  <a:moveTo>
                    <a:pt x="984" y="0"/>
                  </a:moveTo>
                  <a:cubicBezTo>
                    <a:pt x="949" y="0"/>
                    <a:pt x="914" y="12"/>
                    <a:pt x="883" y="35"/>
                  </a:cubicBezTo>
                  <a:lnTo>
                    <a:pt x="79" y="664"/>
                  </a:lnTo>
                  <a:cubicBezTo>
                    <a:pt x="11" y="719"/>
                    <a:pt x="0" y="818"/>
                    <a:pt x="55" y="890"/>
                  </a:cubicBezTo>
                  <a:cubicBezTo>
                    <a:pt x="84" y="929"/>
                    <a:pt x="130" y="949"/>
                    <a:pt x="177" y="949"/>
                  </a:cubicBezTo>
                  <a:cubicBezTo>
                    <a:pt x="212" y="949"/>
                    <a:pt x="248" y="938"/>
                    <a:pt x="277" y="914"/>
                  </a:cubicBezTo>
                  <a:lnTo>
                    <a:pt x="1081" y="285"/>
                  </a:lnTo>
                  <a:cubicBezTo>
                    <a:pt x="1150" y="230"/>
                    <a:pt x="1164" y="131"/>
                    <a:pt x="1109" y="62"/>
                  </a:cubicBezTo>
                  <a:cubicBezTo>
                    <a:pt x="1077" y="21"/>
                    <a:pt x="1031" y="0"/>
                    <a:pt x="9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32"/>
            <p:cNvSpPr/>
            <p:nvPr/>
          </p:nvSpPr>
          <p:spPr>
            <a:xfrm rot="596871">
              <a:off x="2729392" y="782824"/>
              <a:ext cx="15852" cy="11761"/>
            </a:xfrm>
            <a:custGeom>
              <a:avLst/>
              <a:gdLst/>
              <a:ahLst/>
              <a:cxnLst/>
              <a:rect l="l" t="t" r="r" b="b"/>
              <a:pathLst>
                <a:path w="403" h="299" extrusionOk="0">
                  <a:moveTo>
                    <a:pt x="204" y="0"/>
                  </a:moveTo>
                  <a:cubicBezTo>
                    <a:pt x="201" y="0"/>
                    <a:pt x="198" y="0"/>
                    <a:pt x="195" y="0"/>
                  </a:cubicBezTo>
                  <a:cubicBezTo>
                    <a:pt x="62" y="4"/>
                    <a:pt x="0" y="164"/>
                    <a:pt x="96" y="257"/>
                  </a:cubicBezTo>
                  <a:cubicBezTo>
                    <a:pt x="126" y="285"/>
                    <a:pt x="164" y="299"/>
                    <a:pt x="202" y="299"/>
                  </a:cubicBezTo>
                  <a:cubicBezTo>
                    <a:pt x="242" y="299"/>
                    <a:pt x="282" y="283"/>
                    <a:pt x="312" y="253"/>
                  </a:cubicBezTo>
                  <a:cubicBezTo>
                    <a:pt x="402" y="156"/>
                    <a:pt x="332" y="0"/>
                    <a:pt x="2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32"/>
            <p:cNvSpPr/>
            <p:nvPr/>
          </p:nvSpPr>
          <p:spPr>
            <a:xfrm rot="596871">
              <a:off x="2740497" y="771046"/>
              <a:ext cx="94913" cy="276674"/>
            </a:xfrm>
            <a:custGeom>
              <a:avLst/>
              <a:gdLst/>
              <a:ahLst/>
              <a:cxnLst/>
              <a:rect l="l" t="t" r="r" b="b"/>
              <a:pathLst>
                <a:path w="2413" h="7034" extrusionOk="0">
                  <a:moveTo>
                    <a:pt x="1181" y="0"/>
                  </a:moveTo>
                  <a:lnTo>
                    <a:pt x="1" y="996"/>
                  </a:lnTo>
                  <a:lnTo>
                    <a:pt x="1085" y="6254"/>
                  </a:lnTo>
                  <a:lnTo>
                    <a:pt x="2413" y="7034"/>
                  </a:lnTo>
                  <a:lnTo>
                    <a:pt x="1181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32"/>
            <p:cNvSpPr/>
            <p:nvPr/>
          </p:nvSpPr>
          <p:spPr>
            <a:xfrm rot="596871">
              <a:off x="2818673" y="797284"/>
              <a:ext cx="69346" cy="296341"/>
            </a:xfrm>
            <a:custGeom>
              <a:avLst/>
              <a:gdLst/>
              <a:ahLst/>
              <a:cxnLst/>
              <a:rect l="l" t="t" r="r" b="b"/>
              <a:pathLst>
                <a:path w="1763" h="7534" extrusionOk="0">
                  <a:moveTo>
                    <a:pt x="1" y="0"/>
                  </a:moveTo>
                  <a:lnTo>
                    <a:pt x="1178" y="7191"/>
                  </a:lnTo>
                  <a:lnTo>
                    <a:pt x="1763" y="7533"/>
                  </a:lnTo>
                  <a:lnTo>
                    <a:pt x="1763" y="7533"/>
                  </a:lnTo>
                  <a:lnTo>
                    <a:pt x="6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32"/>
            <p:cNvSpPr/>
            <p:nvPr/>
          </p:nvSpPr>
          <p:spPr>
            <a:xfrm rot="596871">
              <a:off x="2923103" y="887644"/>
              <a:ext cx="135663" cy="329854"/>
            </a:xfrm>
            <a:custGeom>
              <a:avLst/>
              <a:gdLst/>
              <a:ahLst/>
              <a:cxnLst/>
              <a:rect l="l" t="t" r="r" b="b"/>
              <a:pathLst>
                <a:path w="3449" h="8386" extrusionOk="0">
                  <a:moveTo>
                    <a:pt x="0" y="1"/>
                  </a:moveTo>
                  <a:cubicBezTo>
                    <a:pt x="233" y="1667"/>
                    <a:pt x="855" y="5710"/>
                    <a:pt x="1102" y="7298"/>
                  </a:cubicBezTo>
                  <a:lnTo>
                    <a:pt x="2942" y="8385"/>
                  </a:lnTo>
                  <a:lnTo>
                    <a:pt x="3448" y="7848"/>
                  </a:lnTo>
                  <a:lnTo>
                    <a:pt x="2090" y="11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32" name="Google Shape;832;p32"/>
          <p:cNvGrpSpPr/>
          <p:nvPr/>
        </p:nvGrpSpPr>
        <p:grpSpPr>
          <a:xfrm>
            <a:off x="9709633" y="344053"/>
            <a:ext cx="1207911" cy="940739"/>
            <a:chOff x="7432381" y="878104"/>
            <a:chExt cx="1041062" cy="810795"/>
          </a:xfrm>
        </p:grpSpPr>
        <p:sp>
          <p:nvSpPr>
            <p:cNvPr id="833" name="Google Shape;833;p32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53" name="Google Shape;853;p32"/>
          <p:cNvGrpSpPr/>
          <p:nvPr/>
        </p:nvGrpSpPr>
        <p:grpSpPr>
          <a:xfrm>
            <a:off x="7745337" y="757595"/>
            <a:ext cx="803752" cy="836628"/>
            <a:chOff x="6225649" y="692968"/>
            <a:chExt cx="692651" cy="720982"/>
          </a:xfrm>
        </p:grpSpPr>
        <p:sp>
          <p:nvSpPr>
            <p:cNvPr id="854" name="Google Shape;854;p32"/>
            <p:cNvSpPr/>
            <p:nvPr/>
          </p:nvSpPr>
          <p:spPr>
            <a:xfrm>
              <a:off x="6518159" y="785969"/>
              <a:ext cx="387354" cy="608933"/>
            </a:xfrm>
            <a:custGeom>
              <a:avLst/>
              <a:gdLst/>
              <a:ahLst/>
              <a:cxnLst/>
              <a:rect l="l" t="t" r="r" b="b"/>
              <a:pathLst>
                <a:path w="19214" h="30205" extrusionOk="0">
                  <a:moveTo>
                    <a:pt x="11247" y="0"/>
                  </a:moveTo>
                  <a:cubicBezTo>
                    <a:pt x="9308" y="0"/>
                    <a:pt x="7560" y="565"/>
                    <a:pt x="6784" y="1455"/>
                  </a:cubicBezTo>
                  <a:cubicBezTo>
                    <a:pt x="6784" y="1455"/>
                    <a:pt x="10533" y="2650"/>
                    <a:pt x="10192" y="10639"/>
                  </a:cubicBezTo>
                  <a:cubicBezTo>
                    <a:pt x="9876" y="17954"/>
                    <a:pt x="6533" y="26236"/>
                    <a:pt x="1450" y="26236"/>
                  </a:cubicBezTo>
                  <a:cubicBezTo>
                    <a:pt x="982" y="26236"/>
                    <a:pt x="498" y="26166"/>
                    <a:pt x="1" y="26018"/>
                  </a:cubicBezTo>
                  <a:lnTo>
                    <a:pt x="1" y="26018"/>
                  </a:lnTo>
                  <a:cubicBezTo>
                    <a:pt x="1" y="26018"/>
                    <a:pt x="2389" y="30205"/>
                    <a:pt x="6789" y="30205"/>
                  </a:cubicBezTo>
                  <a:cubicBezTo>
                    <a:pt x="7566" y="30205"/>
                    <a:pt x="8406" y="30074"/>
                    <a:pt x="9306" y="29767"/>
                  </a:cubicBezTo>
                  <a:cubicBezTo>
                    <a:pt x="15286" y="27728"/>
                    <a:pt x="19213" y="16785"/>
                    <a:pt x="18734" y="6378"/>
                  </a:cubicBezTo>
                  <a:cubicBezTo>
                    <a:pt x="18734" y="6378"/>
                    <a:pt x="18693" y="2735"/>
                    <a:pt x="15570" y="1037"/>
                  </a:cubicBezTo>
                  <a:cubicBezTo>
                    <a:pt x="14238" y="313"/>
                    <a:pt x="12690" y="0"/>
                    <a:pt x="1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6327359" y="692968"/>
              <a:ext cx="568895" cy="224220"/>
            </a:xfrm>
            <a:custGeom>
              <a:avLst/>
              <a:gdLst/>
              <a:ahLst/>
              <a:cxnLst/>
              <a:rect l="l" t="t" r="r" b="b"/>
              <a:pathLst>
                <a:path w="28219" h="11122" extrusionOk="0">
                  <a:moveTo>
                    <a:pt x="14171" y="1"/>
                  </a:moveTo>
                  <a:cubicBezTo>
                    <a:pt x="8861" y="1"/>
                    <a:pt x="5388" y="2090"/>
                    <a:pt x="3213" y="4273"/>
                  </a:cubicBezTo>
                  <a:cubicBezTo>
                    <a:pt x="3136" y="4350"/>
                    <a:pt x="3059" y="4431"/>
                    <a:pt x="2982" y="4509"/>
                  </a:cubicBezTo>
                  <a:cubicBezTo>
                    <a:pt x="2689" y="4813"/>
                    <a:pt x="2409" y="5134"/>
                    <a:pt x="2145" y="5467"/>
                  </a:cubicBezTo>
                  <a:cubicBezTo>
                    <a:pt x="2141" y="5475"/>
                    <a:pt x="2129" y="5487"/>
                    <a:pt x="2117" y="5496"/>
                  </a:cubicBezTo>
                  <a:cubicBezTo>
                    <a:pt x="829" y="7116"/>
                    <a:pt x="216" y="8575"/>
                    <a:pt x="53" y="9009"/>
                  </a:cubicBezTo>
                  <a:cubicBezTo>
                    <a:pt x="17" y="9090"/>
                    <a:pt x="0" y="9139"/>
                    <a:pt x="0" y="9139"/>
                  </a:cubicBezTo>
                  <a:lnTo>
                    <a:pt x="1824" y="9046"/>
                  </a:lnTo>
                  <a:lnTo>
                    <a:pt x="2238" y="9021"/>
                  </a:lnTo>
                  <a:lnTo>
                    <a:pt x="3518" y="8956"/>
                  </a:lnTo>
                  <a:lnTo>
                    <a:pt x="4724" y="8895"/>
                  </a:lnTo>
                  <a:lnTo>
                    <a:pt x="5752" y="8847"/>
                  </a:lnTo>
                  <a:lnTo>
                    <a:pt x="12649" y="8497"/>
                  </a:lnTo>
                  <a:lnTo>
                    <a:pt x="14891" y="8384"/>
                  </a:lnTo>
                  <a:cubicBezTo>
                    <a:pt x="14948" y="8225"/>
                    <a:pt x="15017" y="8071"/>
                    <a:pt x="15098" y="7925"/>
                  </a:cubicBezTo>
                  <a:cubicBezTo>
                    <a:pt x="15456" y="7258"/>
                    <a:pt x="15951" y="6674"/>
                    <a:pt x="16544" y="6206"/>
                  </a:cubicBezTo>
                  <a:cubicBezTo>
                    <a:pt x="17398" y="5549"/>
                    <a:pt x="18640" y="4997"/>
                    <a:pt x="20416" y="4997"/>
                  </a:cubicBezTo>
                  <a:cubicBezTo>
                    <a:pt x="20922" y="4997"/>
                    <a:pt x="21472" y="5042"/>
                    <a:pt x="22069" y="5142"/>
                  </a:cubicBezTo>
                  <a:cubicBezTo>
                    <a:pt x="27101" y="5995"/>
                    <a:pt x="28040" y="9960"/>
                    <a:pt x="28194" y="10955"/>
                  </a:cubicBezTo>
                  <a:cubicBezTo>
                    <a:pt x="28194" y="10967"/>
                    <a:pt x="28194" y="10983"/>
                    <a:pt x="28198" y="10995"/>
                  </a:cubicBezTo>
                  <a:cubicBezTo>
                    <a:pt x="28206" y="11048"/>
                    <a:pt x="28214" y="11089"/>
                    <a:pt x="28218" y="11121"/>
                  </a:cubicBezTo>
                  <a:cubicBezTo>
                    <a:pt x="28214" y="11077"/>
                    <a:pt x="28210" y="11004"/>
                    <a:pt x="28194" y="10902"/>
                  </a:cubicBezTo>
                  <a:cubicBezTo>
                    <a:pt x="28198" y="10898"/>
                    <a:pt x="28198" y="10890"/>
                    <a:pt x="28194" y="10886"/>
                  </a:cubicBezTo>
                  <a:cubicBezTo>
                    <a:pt x="28121" y="10276"/>
                    <a:pt x="27999" y="9675"/>
                    <a:pt x="27828" y="9086"/>
                  </a:cubicBezTo>
                  <a:lnTo>
                    <a:pt x="27820" y="9050"/>
                  </a:lnTo>
                  <a:cubicBezTo>
                    <a:pt x="27292" y="7210"/>
                    <a:pt x="26090" y="4549"/>
                    <a:pt x="23360" y="2587"/>
                  </a:cubicBezTo>
                  <a:cubicBezTo>
                    <a:pt x="21407" y="1186"/>
                    <a:pt x="18673" y="146"/>
                    <a:pt x="14851" y="12"/>
                  </a:cubicBezTo>
                  <a:cubicBezTo>
                    <a:pt x="14621" y="4"/>
                    <a:pt x="14394" y="1"/>
                    <a:pt x="1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6266091" y="778772"/>
              <a:ext cx="377536" cy="473075"/>
            </a:xfrm>
            <a:custGeom>
              <a:avLst/>
              <a:gdLst/>
              <a:ahLst/>
              <a:cxnLst/>
              <a:rect l="l" t="t" r="r" b="b"/>
              <a:pathLst>
                <a:path w="18727" h="23466" extrusionOk="0">
                  <a:moveTo>
                    <a:pt x="6577" y="1"/>
                  </a:moveTo>
                  <a:cubicBezTo>
                    <a:pt x="6469" y="1"/>
                    <a:pt x="6361" y="6"/>
                    <a:pt x="6252" y="17"/>
                  </a:cubicBezTo>
                  <a:cubicBezTo>
                    <a:pt x="6057" y="29"/>
                    <a:pt x="5862" y="62"/>
                    <a:pt x="5667" y="114"/>
                  </a:cubicBezTo>
                  <a:lnTo>
                    <a:pt x="5663" y="114"/>
                  </a:lnTo>
                  <a:cubicBezTo>
                    <a:pt x="5655" y="119"/>
                    <a:pt x="5651" y="119"/>
                    <a:pt x="5647" y="119"/>
                  </a:cubicBezTo>
                  <a:cubicBezTo>
                    <a:pt x="5452" y="184"/>
                    <a:pt x="5269" y="248"/>
                    <a:pt x="5099" y="318"/>
                  </a:cubicBezTo>
                  <a:cubicBezTo>
                    <a:pt x="5086" y="318"/>
                    <a:pt x="5074" y="322"/>
                    <a:pt x="5062" y="330"/>
                  </a:cubicBezTo>
                  <a:cubicBezTo>
                    <a:pt x="4575" y="553"/>
                    <a:pt x="4148" y="882"/>
                    <a:pt x="3811" y="1296"/>
                  </a:cubicBezTo>
                  <a:cubicBezTo>
                    <a:pt x="3681" y="1447"/>
                    <a:pt x="3567" y="1609"/>
                    <a:pt x="3474" y="1780"/>
                  </a:cubicBezTo>
                  <a:cubicBezTo>
                    <a:pt x="3356" y="1975"/>
                    <a:pt x="3263" y="2178"/>
                    <a:pt x="3194" y="2389"/>
                  </a:cubicBezTo>
                  <a:cubicBezTo>
                    <a:pt x="2893" y="3246"/>
                    <a:pt x="2617" y="4107"/>
                    <a:pt x="2373" y="4956"/>
                  </a:cubicBezTo>
                  <a:cubicBezTo>
                    <a:pt x="2203" y="5529"/>
                    <a:pt x="2048" y="6094"/>
                    <a:pt x="1906" y="6650"/>
                  </a:cubicBezTo>
                  <a:cubicBezTo>
                    <a:pt x="1756" y="7231"/>
                    <a:pt x="1618" y="7804"/>
                    <a:pt x="1488" y="8364"/>
                  </a:cubicBezTo>
                  <a:cubicBezTo>
                    <a:pt x="1240" y="9449"/>
                    <a:pt x="1029" y="10497"/>
                    <a:pt x="858" y="11496"/>
                  </a:cubicBezTo>
                  <a:cubicBezTo>
                    <a:pt x="627" y="12796"/>
                    <a:pt x="452" y="14010"/>
                    <a:pt x="318" y="15103"/>
                  </a:cubicBezTo>
                  <a:cubicBezTo>
                    <a:pt x="216" y="15936"/>
                    <a:pt x="139" y="16703"/>
                    <a:pt x="86" y="17378"/>
                  </a:cubicBezTo>
                  <a:cubicBezTo>
                    <a:pt x="58" y="17678"/>
                    <a:pt x="33" y="17958"/>
                    <a:pt x="17" y="18222"/>
                  </a:cubicBezTo>
                  <a:cubicBezTo>
                    <a:pt x="1" y="18466"/>
                    <a:pt x="9" y="18714"/>
                    <a:pt x="46" y="18958"/>
                  </a:cubicBezTo>
                  <a:cubicBezTo>
                    <a:pt x="224" y="20298"/>
                    <a:pt x="1155" y="21415"/>
                    <a:pt x="2434" y="21838"/>
                  </a:cubicBezTo>
                  <a:cubicBezTo>
                    <a:pt x="5651" y="22898"/>
                    <a:pt x="9526" y="23308"/>
                    <a:pt x="12081" y="23462"/>
                  </a:cubicBezTo>
                  <a:cubicBezTo>
                    <a:pt x="12103" y="23464"/>
                    <a:pt x="12126" y="23465"/>
                    <a:pt x="12148" y="23465"/>
                  </a:cubicBezTo>
                  <a:cubicBezTo>
                    <a:pt x="12169" y="23465"/>
                    <a:pt x="12191" y="23464"/>
                    <a:pt x="12211" y="23462"/>
                  </a:cubicBezTo>
                  <a:cubicBezTo>
                    <a:pt x="12253" y="23464"/>
                    <a:pt x="12294" y="23465"/>
                    <a:pt x="12336" y="23465"/>
                  </a:cubicBezTo>
                  <a:cubicBezTo>
                    <a:pt x="12596" y="23465"/>
                    <a:pt x="12857" y="23432"/>
                    <a:pt x="13109" y="23373"/>
                  </a:cubicBezTo>
                  <a:cubicBezTo>
                    <a:pt x="13653" y="23251"/>
                    <a:pt x="14161" y="23003"/>
                    <a:pt x="14591" y="22646"/>
                  </a:cubicBezTo>
                  <a:cubicBezTo>
                    <a:pt x="14648" y="22597"/>
                    <a:pt x="14709" y="22548"/>
                    <a:pt x="14762" y="22492"/>
                  </a:cubicBezTo>
                  <a:cubicBezTo>
                    <a:pt x="15221" y="22061"/>
                    <a:pt x="15554" y="21517"/>
                    <a:pt x="15733" y="20911"/>
                  </a:cubicBezTo>
                  <a:cubicBezTo>
                    <a:pt x="16224" y="19205"/>
                    <a:pt x="16659" y="17382"/>
                    <a:pt x="17037" y="15570"/>
                  </a:cubicBezTo>
                  <a:cubicBezTo>
                    <a:pt x="17215" y="14725"/>
                    <a:pt x="17374" y="13888"/>
                    <a:pt x="17524" y="13064"/>
                  </a:cubicBezTo>
                  <a:cubicBezTo>
                    <a:pt x="17630" y="12503"/>
                    <a:pt x="17723" y="11943"/>
                    <a:pt x="17817" y="11407"/>
                  </a:cubicBezTo>
                  <a:cubicBezTo>
                    <a:pt x="18174" y="9302"/>
                    <a:pt x="18442" y="7393"/>
                    <a:pt x="18625" y="5964"/>
                  </a:cubicBezTo>
                  <a:cubicBezTo>
                    <a:pt x="18726" y="5163"/>
                    <a:pt x="18556" y="4355"/>
                    <a:pt x="18137" y="3669"/>
                  </a:cubicBezTo>
                  <a:cubicBezTo>
                    <a:pt x="17727" y="2994"/>
                    <a:pt x="17110" y="2474"/>
                    <a:pt x="16379" y="2186"/>
                  </a:cubicBezTo>
                  <a:cubicBezTo>
                    <a:pt x="12329" y="598"/>
                    <a:pt x="8933" y="119"/>
                    <a:pt x="6740" y="5"/>
                  </a:cubicBezTo>
                  <a:cubicBezTo>
                    <a:pt x="6686" y="2"/>
                    <a:pt x="6631" y="1"/>
                    <a:pt x="6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6285264" y="1228518"/>
              <a:ext cx="425598" cy="185432"/>
            </a:xfrm>
            <a:custGeom>
              <a:avLst/>
              <a:gdLst/>
              <a:ahLst/>
              <a:cxnLst/>
              <a:rect l="l" t="t" r="r" b="b"/>
              <a:pathLst>
                <a:path w="21111" h="9198" extrusionOk="0">
                  <a:moveTo>
                    <a:pt x="0" y="1"/>
                  </a:moveTo>
                  <a:cubicBezTo>
                    <a:pt x="208" y="3445"/>
                    <a:pt x="3031" y="7670"/>
                    <a:pt x="9509" y="8856"/>
                  </a:cubicBezTo>
                  <a:cubicBezTo>
                    <a:pt x="10760" y="9082"/>
                    <a:pt x="12030" y="9197"/>
                    <a:pt x="13301" y="9197"/>
                  </a:cubicBezTo>
                  <a:cubicBezTo>
                    <a:pt x="13693" y="9197"/>
                    <a:pt x="14085" y="9186"/>
                    <a:pt x="14477" y="9164"/>
                  </a:cubicBezTo>
                  <a:cubicBezTo>
                    <a:pt x="18417" y="8957"/>
                    <a:pt x="21110" y="7751"/>
                    <a:pt x="21110" y="7751"/>
                  </a:cubicBezTo>
                  <a:lnTo>
                    <a:pt x="21110" y="7751"/>
                  </a:lnTo>
                  <a:cubicBezTo>
                    <a:pt x="21110" y="7751"/>
                    <a:pt x="20538" y="7941"/>
                    <a:pt x="19530" y="7941"/>
                  </a:cubicBezTo>
                  <a:cubicBezTo>
                    <a:pt x="18405" y="7941"/>
                    <a:pt x="16736" y="7704"/>
                    <a:pt x="14713" y="6699"/>
                  </a:cubicBezTo>
                  <a:cubicBezTo>
                    <a:pt x="12787" y="5748"/>
                    <a:pt x="12036" y="4351"/>
                    <a:pt x="11772" y="3197"/>
                  </a:cubicBezTo>
                  <a:cubicBezTo>
                    <a:pt x="11500" y="2052"/>
                    <a:pt x="11707" y="1146"/>
                    <a:pt x="11707" y="1146"/>
                  </a:cubicBezTo>
                  <a:lnTo>
                    <a:pt x="11707" y="1146"/>
                  </a:lnTo>
                  <a:cubicBezTo>
                    <a:pt x="10790" y="1439"/>
                    <a:pt x="9729" y="1554"/>
                    <a:pt x="8629" y="1554"/>
                  </a:cubicBezTo>
                  <a:cubicBezTo>
                    <a:pt x="4586" y="155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6308106" y="780989"/>
              <a:ext cx="98038" cy="43183"/>
            </a:xfrm>
            <a:custGeom>
              <a:avLst/>
              <a:gdLst/>
              <a:ahLst/>
              <a:cxnLst/>
              <a:rect l="l" t="t" r="r" b="b"/>
              <a:pathLst>
                <a:path w="4863" h="2142" extrusionOk="0">
                  <a:moveTo>
                    <a:pt x="3579" y="0"/>
                  </a:moveTo>
                  <a:cubicBezTo>
                    <a:pt x="3575" y="4"/>
                    <a:pt x="3567" y="4"/>
                    <a:pt x="3563" y="9"/>
                  </a:cubicBezTo>
                  <a:cubicBezTo>
                    <a:pt x="3368" y="69"/>
                    <a:pt x="3185" y="138"/>
                    <a:pt x="3015" y="203"/>
                  </a:cubicBezTo>
                  <a:cubicBezTo>
                    <a:pt x="3002" y="208"/>
                    <a:pt x="2990" y="212"/>
                    <a:pt x="2978" y="220"/>
                  </a:cubicBezTo>
                  <a:cubicBezTo>
                    <a:pt x="521" y="1146"/>
                    <a:pt x="54" y="2015"/>
                    <a:pt x="9" y="2129"/>
                  </a:cubicBezTo>
                  <a:cubicBezTo>
                    <a:pt x="1" y="2133"/>
                    <a:pt x="1" y="2133"/>
                    <a:pt x="1" y="2141"/>
                  </a:cubicBezTo>
                  <a:lnTo>
                    <a:pt x="1386" y="1678"/>
                  </a:lnTo>
                  <a:lnTo>
                    <a:pt x="3019" y="1130"/>
                  </a:lnTo>
                  <a:lnTo>
                    <a:pt x="3100" y="1101"/>
                  </a:lnTo>
                  <a:lnTo>
                    <a:pt x="4863" y="508"/>
                  </a:lnTo>
                  <a:lnTo>
                    <a:pt x="3941" y="14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6496869" y="1232207"/>
              <a:ext cx="66931" cy="40723"/>
            </a:xfrm>
            <a:custGeom>
              <a:avLst/>
              <a:gdLst/>
              <a:ahLst/>
              <a:cxnLst/>
              <a:rect l="l" t="t" r="r" b="b"/>
              <a:pathLst>
                <a:path w="3320" h="2020" extrusionOk="0">
                  <a:moveTo>
                    <a:pt x="3319" y="1"/>
                  </a:moveTo>
                  <a:lnTo>
                    <a:pt x="1390" y="122"/>
                  </a:lnTo>
                  <a:lnTo>
                    <a:pt x="0" y="2019"/>
                  </a:lnTo>
                  <a:cubicBezTo>
                    <a:pt x="0" y="2019"/>
                    <a:pt x="1288" y="1889"/>
                    <a:pt x="33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6225649" y="803166"/>
              <a:ext cx="377516" cy="473316"/>
            </a:xfrm>
            <a:custGeom>
              <a:avLst/>
              <a:gdLst/>
              <a:ahLst/>
              <a:cxnLst/>
              <a:rect l="l" t="t" r="r" b="b"/>
              <a:pathLst>
                <a:path w="18726" h="23478" extrusionOk="0">
                  <a:moveTo>
                    <a:pt x="6607" y="1"/>
                  </a:moveTo>
                  <a:cubicBezTo>
                    <a:pt x="6341" y="1"/>
                    <a:pt x="6076" y="31"/>
                    <a:pt x="5817" y="91"/>
                  </a:cubicBezTo>
                  <a:cubicBezTo>
                    <a:pt x="5167" y="233"/>
                    <a:pt x="4570" y="562"/>
                    <a:pt x="4099" y="1029"/>
                  </a:cubicBezTo>
                  <a:cubicBezTo>
                    <a:pt x="4091" y="1033"/>
                    <a:pt x="4091" y="1033"/>
                    <a:pt x="4091" y="1041"/>
                  </a:cubicBezTo>
                  <a:cubicBezTo>
                    <a:pt x="3709" y="1419"/>
                    <a:pt x="3416" y="1882"/>
                    <a:pt x="3238" y="2394"/>
                  </a:cubicBezTo>
                  <a:cubicBezTo>
                    <a:pt x="3018" y="3019"/>
                    <a:pt x="2811" y="3649"/>
                    <a:pt x="2624" y="4274"/>
                  </a:cubicBezTo>
                  <a:cubicBezTo>
                    <a:pt x="2446" y="4851"/>
                    <a:pt x="2283" y="5416"/>
                    <a:pt x="2125" y="5980"/>
                  </a:cubicBezTo>
                  <a:cubicBezTo>
                    <a:pt x="2080" y="6135"/>
                    <a:pt x="2044" y="6281"/>
                    <a:pt x="2007" y="6435"/>
                  </a:cubicBezTo>
                  <a:cubicBezTo>
                    <a:pt x="1601" y="7967"/>
                    <a:pt x="1280" y="9441"/>
                    <a:pt x="1020" y="10838"/>
                  </a:cubicBezTo>
                  <a:cubicBezTo>
                    <a:pt x="776" y="12134"/>
                    <a:pt x="589" y="13349"/>
                    <a:pt x="447" y="14458"/>
                  </a:cubicBezTo>
                  <a:cubicBezTo>
                    <a:pt x="338" y="15278"/>
                    <a:pt x="252" y="16042"/>
                    <a:pt x="191" y="16736"/>
                  </a:cubicBezTo>
                  <a:cubicBezTo>
                    <a:pt x="130" y="17281"/>
                    <a:pt x="94" y="17780"/>
                    <a:pt x="61" y="18227"/>
                  </a:cubicBezTo>
                  <a:cubicBezTo>
                    <a:pt x="61" y="18268"/>
                    <a:pt x="61" y="18308"/>
                    <a:pt x="61" y="18345"/>
                  </a:cubicBezTo>
                  <a:cubicBezTo>
                    <a:pt x="0" y="19921"/>
                    <a:pt x="987" y="21347"/>
                    <a:pt x="2482" y="21842"/>
                  </a:cubicBezTo>
                  <a:cubicBezTo>
                    <a:pt x="2677" y="21907"/>
                    <a:pt x="2876" y="21972"/>
                    <a:pt x="3079" y="22025"/>
                  </a:cubicBezTo>
                  <a:cubicBezTo>
                    <a:pt x="6170" y="22947"/>
                    <a:pt x="9733" y="23321"/>
                    <a:pt x="12133" y="23471"/>
                  </a:cubicBezTo>
                  <a:cubicBezTo>
                    <a:pt x="12204" y="23475"/>
                    <a:pt x="12274" y="23477"/>
                    <a:pt x="12344" y="23477"/>
                  </a:cubicBezTo>
                  <a:cubicBezTo>
                    <a:pt x="13165" y="23477"/>
                    <a:pt x="13963" y="23195"/>
                    <a:pt x="14603" y="22675"/>
                  </a:cubicBezTo>
                  <a:cubicBezTo>
                    <a:pt x="14790" y="22524"/>
                    <a:pt x="14964" y="22350"/>
                    <a:pt x="15115" y="22163"/>
                  </a:cubicBezTo>
                  <a:cubicBezTo>
                    <a:pt x="15318" y="21919"/>
                    <a:pt x="15484" y="21647"/>
                    <a:pt x="15610" y="21355"/>
                  </a:cubicBezTo>
                  <a:cubicBezTo>
                    <a:pt x="15679" y="21212"/>
                    <a:pt x="15736" y="21062"/>
                    <a:pt x="15777" y="20912"/>
                  </a:cubicBezTo>
                  <a:cubicBezTo>
                    <a:pt x="16500" y="18422"/>
                    <a:pt x="17097" y="15672"/>
                    <a:pt x="17568" y="13089"/>
                  </a:cubicBezTo>
                  <a:lnTo>
                    <a:pt x="17848" y="11496"/>
                  </a:lnTo>
                  <a:cubicBezTo>
                    <a:pt x="17893" y="11232"/>
                    <a:pt x="17934" y="10972"/>
                    <a:pt x="17978" y="10716"/>
                  </a:cubicBezTo>
                  <a:cubicBezTo>
                    <a:pt x="18068" y="10168"/>
                    <a:pt x="18153" y="9628"/>
                    <a:pt x="18230" y="9116"/>
                  </a:cubicBezTo>
                  <a:lnTo>
                    <a:pt x="18230" y="9108"/>
                  </a:lnTo>
                  <a:cubicBezTo>
                    <a:pt x="18413" y="7922"/>
                    <a:pt x="18559" y="6850"/>
                    <a:pt x="18673" y="5960"/>
                  </a:cubicBezTo>
                  <a:cubicBezTo>
                    <a:pt x="18685" y="5838"/>
                    <a:pt x="18697" y="5716"/>
                    <a:pt x="18697" y="5594"/>
                  </a:cubicBezTo>
                  <a:cubicBezTo>
                    <a:pt x="18726" y="4640"/>
                    <a:pt x="18360" y="3714"/>
                    <a:pt x="17694" y="3031"/>
                  </a:cubicBezTo>
                  <a:cubicBezTo>
                    <a:pt x="17337" y="2662"/>
                    <a:pt x="16906" y="2373"/>
                    <a:pt x="16423" y="2191"/>
                  </a:cubicBezTo>
                  <a:cubicBezTo>
                    <a:pt x="16175" y="2093"/>
                    <a:pt x="15931" y="1996"/>
                    <a:pt x="15688" y="1910"/>
                  </a:cubicBezTo>
                  <a:cubicBezTo>
                    <a:pt x="14839" y="1597"/>
                    <a:pt x="14026" y="1338"/>
                    <a:pt x="13250" y="1118"/>
                  </a:cubicBezTo>
                  <a:cubicBezTo>
                    <a:pt x="10801" y="420"/>
                    <a:pt x="8717" y="135"/>
                    <a:pt x="7162" y="30"/>
                  </a:cubicBezTo>
                  <a:lnTo>
                    <a:pt x="7109" y="30"/>
                  </a:lnTo>
                  <a:cubicBezTo>
                    <a:pt x="6999" y="17"/>
                    <a:pt x="6889" y="9"/>
                    <a:pt x="6784" y="5"/>
                  </a:cubicBezTo>
                  <a:cubicBezTo>
                    <a:pt x="6725" y="2"/>
                    <a:pt x="6666" y="1"/>
                    <a:pt x="6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6268470" y="825706"/>
              <a:ext cx="273450" cy="98038"/>
            </a:xfrm>
            <a:custGeom>
              <a:avLst/>
              <a:gdLst/>
              <a:ahLst/>
              <a:cxnLst/>
              <a:rect l="l" t="t" r="r" b="b"/>
              <a:pathLst>
                <a:path w="13564" h="4863" extrusionOk="0">
                  <a:moveTo>
                    <a:pt x="11126" y="0"/>
                  </a:moveTo>
                  <a:lnTo>
                    <a:pt x="5310" y="1727"/>
                  </a:lnTo>
                  <a:lnTo>
                    <a:pt x="4879" y="1856"/>
                  </a:lnTo>
                  <a:lnTo>
                    <a:pt x="4855" y="1861"/>
                  </a:lnTo>
                  <a:lnTo>
                    <a:pt x="4103" y="2088"/>
                  </a:lnTo>
                  <a:lnTo>
                    <a:pt x="2974" y="2425"/>
                  </a:lnTo>
                  <a:lnTo>
                    <a:pt x="2255" y="2632"/>
                  </a:lnTo>
                  <a:lnTo>
                    <a:pt x="500" y="3156"/>
                  </a:lnTo>
                  <a:cubicBezTo>
                    <a:pt x="322" y="3733"/>
                    <a:pt x="159" y="4302"/>
                    <a:pt x="1" y="4862"/>
                  </a:cubicBezTo>
                  <a:lnTo>
                    <a:pt x="1784" y="4326"/>
                  </a:lnTo>
                  <a:lnTo>
                    <a:pt x="4526" y="3506"/>
                  </a:lnTo>
                  <a:lnTo>
                    <a:pt x="4964" y="3376"/>
                  </a:lnTo>
                  <a:lnTo>
                    <a:pt x="7154" y="2722"/>
                  </a:lnTo>
                  <a:lnTo>
                    <a:pt x="7592" y="2588"/>
                  </a:lnTo>
                  <a:lnTo>
                    <a:pt x="8673" y="2263"/>
                  </a:lnTo>
                  <a:lnTo>
                    <a:pt x="13564" y="796"/>
                  </a:lnTo>
                  <a:cubicBezTo>
                    <a:pt x="12715" y="484"/>
                    <a:pt x="11902" y="220"/>
                    <a:pt x="11126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6226879" y="1034934"/>
              <a:ext cx="358606" cy="138076"/>
            </a:xfrm>
            <a:custGeom>
              <a:avLst/>
              <a:gdLst/>
              <a:ahLst/>
              <a:cxnLst/>
              <a:rect l="l" t="t" r="r" b="b"/>
              <a:pathLst>
                <a:path w="17788" h="6849" extrusionOk="0">
                  <a:moveTo>
                    <a:pt x="17787" y="0"/>
                  </a:moveTo>
                  <a:lnTo>
                    <a:pt x="130" y="5240"/>
                  </a:lnTo>
                  <a:lnTo>
                    <a:pt x="0" y="6849"/>
                  </a:lnTo>
                  <a:lnTo>
                    <a:pt x="0" y="6849"/>
                  </a:lnTo>
                  <a:lnTo>
                    <a:pt x="17503" y="15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6234661" y="915945"/>
              <a:ext cx="367940" cy="178698"/>
            </a:xfrm>
            <a:custGeom>
              <a:avLst/>
              <a:gdLst/>
              <a:ahLst/>
              <a:cxnLst/>
              <a:rect l="l" t="t" r="r" b="b"/>
              <a:pathLst>
                <a:path w="18251" h="8864" extrusionOk="0">
                  <a:moveTo>
                    <a:pt x="18250" y="0"/>
                  </a:moveTo>
                  <a:lnTo>
                    <a:pt x="573" y="5244"/>
                  </a:lnTo>
                  <a:cubicBezTo>
                    <a:pt x="329" y="6540"/>
                    <a:pt x="142" y="7759"/>
                    <a:pt x="0" y="8864"/>
                  </a:cubicBezTo>
                  <a:lnTo>
                    <a:pt x="17783" y="3522"/>
                  </a:lnTo>
                  <a:lnTo>
                    <a:pt x="17783" y="3518"/>
                  </a:lnTo>
                  <a:cubicBezTo>
                    <a:pt x="17966" y="2328"/>
                    <a:pt x="18112" y="1256"/>
                    <a:pt x="18226" y="370"/>
                  </a:cubicBezTo>
                  <a:cubicBezTo>
                    <a:pt x="18238" y="248"/>
                    <a:pt x="18246" y="126"/>
                    <a:pt x="18250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32"/>
            <p:cNvSpPr/>
            <p:nvPr/>
          </p:nvSpPr>
          <p:spPr>
            <a:xfrm>
              <a:off x="6306150" y="934493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6" y="0"/>
                  </a:moveTo>
                  <a:cubicBezTo>
                    <a:pt x="1121" y="0"/>
                    <a:pt x="788" y="184"/>
                    <a:pt x="675" y="470"/>
                  </a:cubicBezTo>
                  <a:cubicBezTo>
                    <a:pt x="142" y="1814"/>
                    <a:pt x="25" y="3134"/>
                    <a:pt x="8" y="3853"/>
                  </a:cubicBezTo>
                  <a:cubicBezTo>
                    <a:pt x="0" y="4198"/>
                    <a:pt x="301" y="4540"/>
                    <a:pt x="744" y="4670"/>
                  </a:cubicBezTo>
                  <a:cubicBezTo>
                    <a:pt x="1666" y="4946"/>
                    <a:pt x="2770" y="5092"/>
                    <a:pt x="3494" y="5161"/>
                  </a:cubicBezTo>
                  <a:cubicBezTo>
                    <a:pt x="3537" y="5165"/>
                    <a:pt x="3580" y="5167"/>
                    <a:pt x="3622" y="5167"/>
                  </a:cubicBezTo>
                  <a:cubicBezTo>
                    <a:pt x="4038" y="5167"/>
                    <a:pt x="4389" y="4971"/>
                    <a:pt x="4489" y="4661"/>
                  </a:cubicBezTo>
                  <a:cubicBezTo>
                    <a:pt x="4834" y="3569"/>
                    <a:pt x="5013" y="2216"/>
                    <a:pt x="5090" y="1465"/>
                  </a:cubicBezTo>
                  <a:cubicBezTo>
                    <a:pt x="5126" y="1120"/>
                    <a:pt x="4838" y="770"/>
                    <a:pt x="4399" y="616"/>
                  </a:cubicBezTo>
                  <a:cubicBezTo>
                    <a:pt x="3510" y="303"/>
                    <a:pt x="2584" y="96"/>
                    <a:pt x="1645" y="7"/>
                  </a:cubicBezTo>
                  <a:cubicBezTo>
                    <a:pt x="1602" y="2"/>
                    <a:pt x="1558" y="0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6433968" y="958747"/>
              <a:ext cx="103380" cy="104247"/>
            </a:xfrm>
            <a:custGeom>
              <a:avLst/>
              <a:gdLst/>
              <a:ahLst/>
              <a:cxnLst/>
              <a:rect l="l" t="t" r="r" b="b"/>
              <a:pathLst>
                <a:path w="5128" h="5171" extrusionOk="0">
                  <a:moveTo>
                    <a:pt x="1527" y="0"/>
                  </a:moveTo>
                  <a:cubicBezTo>
                    <a:pt x="1130" y="0"/>
                    <a:pt x="790" y="185"/>
                    <a:pt x="675" y="473"/>
                  </a:cubicBezTo>
                  <a:cubicBezTo>
                    <a:pt x="143" y="1813"/>
                    <a:pt x="29" y="3138"/>
                    <a:pt x="9" y="3852"/>
                  </a:cubicBezTo>
                  <a:cubicBezTo>
                    <a:pt x="1" y="4202"/>
                    <a:pt x="306" y="4539"/>
                    <a:pt x="744" y="4673"/>
                  </a:cubicBezTo>
                  <a:cubicBezTo>
                    <a:pt x="1670" y="4949"/>
                    <a:pt x="2771" y="5091"/>
                    <a:pt x="3498" y="5164"/>
                  </a:cubicBezTo>
                  <a:cubicBezTo>
                    <a:pt x="3541" y="5169"/>
                    <a:pt x="3583" y="5171"/>
                    <a:pt x="3625" y="5171"/>
                  </a:cubicBezTo>
                  <a:cubicBezTo>
                    <a:pt x="4041" y="5171"/>
                    <a:pt x="4390" y="4971"/>
                    <a:pt x="4489" y="4665"/>
                  </a:cubicBezTo>
                  <a:cubicBezTo>
                    <a:pt x="4839" y="3572"/>
                    <a:pt x="5013" y="2220"/>
                    <a:pt x="5090" y="1468"/>
                  </a:cubicBezTo>
                  <a:cubicBezTo>
                    <a:pt x="5127" y="1119"/>
                    <a:pt x="4843" y="774"/>
                    <a:pt x="4400" y="619"/>
                  </a:cubicBezTo>
                  <a:cubicBezTo>
                    <a:pt x="3510" y="306"/>
                    <a:pt x="2584" y="99"/>
                    <a:pt x="1646" y="6"/>
                  </a:cubicBezTo>
                  <a:cubicBezTo>
                    <a:pt x="1606" y="2"/>
                    <a:pt x="1566" y="0"/>
                    <a:pt x="1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6284276" y="1065518"/>
              <a:ext cx="103360" cy="104207"/>
            </a:xfrm>
            <a:custGeom>
              <a:avLst/>
              <a:gdLst/>
              <a:ahLst/>
              <a:cxnLst/>
              <a:rect l="l" t="t" r="r" b="b"/>
              <a:pathLst>
                <a:path w="5127" h="5169" extrusionOk="0">
                  <a:moveTo>
                    <a:pt x="1516" y="0"/>
                  </a:moveTo>
                  <a:cubicBezTo>
                    <a:pt x="1121" y="0"/>
                    <a:pt x="789" y="184"/>
                    <a:pt x="675" y="470"/>
                  </a:cubicBezTo>
                  <a:cubicBezTo>
                    <a:pt x="143" y="1814"/>
                    <a:pt x="29" y="3134"/>
                    <a:pt x="9" y="3853"/>
                  </a:cubicBezTo>
                  <a:cubicBezTo>
                    <a:pt x="1" y="4203"/>
                    <a:pt x="301" y="4540"/>
                    <a:pt x="748" y="4670"/>
                  </a:cubicBezTo>
                  <a:cubicBezTo>
                    <a:pt x="1670" y="4946"/>
                    <a:pt x="2771" y="5092"/>
                    <a:pt x="3498" y="5161"/>
                  </a:cubicBezTo>
                  <a:cubicBezTo>
                    <a:pt x="3544" y="5166"/>
                    <a:pt x="3589" y="5168"/>
                    <a:pt x="3634" y="5168"/>
                  </a:cubicBezTo>
                  <a:cubicBezTo>
                    <a:pt x="4047" y="5168"/>
                    <a:pt x="4394" y="4969"/>
                    <a:pt x="4489" y="4662"/>
                  </a:cubicBezTo>
                  <a:cubicBezTo>
                    <a:pt x="4838" y="3569"/>
                    <a:pt x="5017" y="2216"/>
                    <a:pt x="5090" y="1469"/>
                  </a:cubicBezTo>
                  <a:cubicBezTo>
                    <a:pt x="5127" y="1120"/>
                    <a:pt x="4843" y="770"/>
                    <a:pt x="4404" y="616"/>
                  </a:cubicBezTo>
                  <a:cubicBezTo>
                    <a:pt x="3510" y="303"/>
                    <a:pt x="2584" y="100"/>
                    <a:pt x="1646" y="7"/>
                  </a:cubicBezTo>
                  <a:cubicBezTo>
                    <a:pt x="1602" y="2"/>
                    <a:pt x="1559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6412114" y="1089832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7" y="1"/>
                  </a:moveTo>
                  <a:cubicBezTo>
                    <a:pt x="1125" y="1"/>
                    <a:pt x="792" y="184"/>
                    <a:pt x="679" y="470"/>
                  </a:cubicBezTo>
                  <a:cubicBezTo>
                    <a:pt x="143" y="1815"/>
                    <a:pt x="29" y="3135"/>
                    <a:pt x="8" y="3854"/>
                  </a:cubicBezTo>
                  <a:cubicBezTo>
                    <a:pt x="0" y="4199"/>
                    <a:pt x="305" y="4540"/>
                    <a:pt x="748" y="4670"/>
                  </a:cubicBezTo>
                  <a:cubicBezTo>
                    <a:pt x="1670" y="4946"/>
                    <a:pt x="2771" y="5092"/>
                    <a:pt x="3498" y="5162"/>
                  </a:cubicBezTo>
                  <a:cubicBezTo>
                    <a:pt x="3541" y="5166"/>
                    <a:pt x="3584" y="5168"/>
                    <a:pt x="3626" y="5168"/>
                  </a:cubicBezTo>
                  <a:cubicBezTo>
                    <a:pt x="4043" y="5168"/>
                    <a:pt x="4393" y="4972"/>
                    <a:pt x="4489" y="4662"/>
                  </a:cubicBezTo>
                  <a:cubicBezTo>
                    <a:pt x="4838" y="3569"/>
                    <a:pt x="5017" y="2217"/>
                    <a:pt x="5090" y="1465"/>
                  </a:cubicBezTo>
                  <a:cubicBezTo>
                    <a:pt x="5127" y="1120"/>
                    <a:pt x="4842" y="771"/>
                    <a:pt x="4403" y="616"/>
                  </a:cubicBezTo>
                  <a:cubicBezTo>
                    <a:pt x="3510" y="304"/>
                    <a:pt x="2584" y="100"/>
                    <a:pt x="1645" y="7"/>
                  </a:cubicBezTo>
                  <a:cubicBezTo>
                    <a:pt x="1602" y="3"/>
                    <a:pt x="1559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6578439" y="1034511"/>
              <a:ext cx="35965" cy="59069"/>
            </a:xfrm>
            <a:custGeom>
              <a:avLst/>
              <a:gdLst/>
              <a:ahLst/>
              <a:cxnLst/>
              <a:rect l="l" t="t" r="r" b="b"/>
              <a:pathLst>
                <a:path w="1784" h="2930" extrusionOk="0">
                  <a:moveTo>
                    <a:pt x="1119" y="1"/>
                  </a:moveTo>
                  <a:cubicBezTo>
                    <a:pt x="738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5" y="2922"/>
                  </a:cubicBezTo>
                  <a:cubicBezTo>
                    <a:pt x="610" y="2927"/>
                    <a:pt x="635" y="2929"/>
                    <a:pt x="661" y="2929"/>
                  </a:cubicBezTo>
                  <a:cubicBezTo>
                    <a:pt x="1040" y="2929"/>
                    <a:pt x="1457" y="2372"/>
                    <a:pt x="1613" y="1618"/>
                  </a:cubicBezTo>
                  <a:cubicBezTo>
                    <a:pt x="1783" y="813"/>
                    <a:pt x="1596" y="90"/>
                    <a:pt x="1198" y="9"/>
                  </a:cubicBezTo>
                  <a:cubicBezTo>
                    <a:pt x="1172" y="4"/>
                    <a:pt x="1146" y="1"/>
                    <a:pt x="11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6673657" y="1296137"/>
              <a:ext cx="27216" cy="22922"/>
            </a:xfrm>
            <a:custGeom>
              <a:avLst/>
              <a:gdLst/>
              <a:ahLst/>
              <a:cxnLst/>
              <a:rect l="l" t="t" r="r" b="b"/>
              <a:pathLst>
                <a:path w="1350" h="1137" extrusionOk="0">
                  <a:moveTo>
                    <a:pt x="723" y="1"/>
                  </a:moveTo>
                  <a:cubicBezTo>
                    <a:pt x="292" y="1"/>
                    <a:pt x="0" y="493"/>
                    <a:pt x="253" y="879"/>
                  </a:cubicBezTo>
                  <a:cubicBezTo>
                    <a:pt x="369" y="1055"/>
                    <a:pt x="549" y="1136"/>
                    <a:pt x="727" y="1136"/>
                  </a:cubicBezTo>
                  <a:cubicBezTo>
                    <a:pt x="978" y="1136"/>
                    <a:pt x="1225" y="974"/>
                    <a:pt x="1285" y="684"/>
                  </a:cubicBezTo>
                  <a:cubicBezTo>
                    <a:pt x="1350" y="380"/>
                    <a:pt x="1155" y="79"/>
                    <a:pt x="846" y="14"/>
                  </a:cubicBezTo>
                  <a:cubicBezTo>
                    <a:pt x="804" y="5"/>
                    <a:pt x="76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6732526" y="1214849"/>
              <a:ext cx="27236" cy="22922"/>
            </a:xfrm>
            <a:custGeom>
              <a:avLst/>
              <a:gdLst/>
              <a:ahLst/>
              <a:cxnLst/>
              <a:rect l="l" t="t" r="r" b="b"/>
              <a:pathLst>
                <a:path w="1351" h="1137" extrusionOk="0">
                  <a:moveTo>
                    <a:pt x="726" y="0"/>
                  </a:moveTo>
                  <a:cubicBezTo>
                    <a:pt x="294" y="0"/>
                    <a:pt x="0" y="490"/>
                    <a:pt x="253" y="878"/>
                  </a:cubicBezTo>
                  <a:cubicBezTo>
                    <a:pt x="368" y="1055"/>
                    <a:pt x="547" y="1137"/>
                    <a:pt x="725" y="1137"/>
                  </a:cubicBezTo>
                  <a:cubicBezTo>
                    <a:pt x="976" y="1137"/>
                    <a:pt x="1223" y="974"/>
                    <a:pt x="1285" y="687"/>
                  </a:cubicBezTo>
                  <a:cubicBezTo>
                    <a:pt x="1350" y="378"/>
                    <a:pt x="1151" y="78"/>
                    <a:pt x="847" y="13"/>
                  </a:cubicBezTo>
                  <a:cubicBezTo>
                    <a:pt x="806" y="4"/>
                    <a:pt x="765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6763795" y="1121404"/>
              <a:ext cx="27236" cy="22962"/>
            </a:xfrm>
            <a:custGeom>
              <a:avLst/>
              <a:gdLst/>
              <a:ahLst/>
              <a:cxnLst/>
              <a:rect l="l" t="t" r="r" b="b"/>
              <a:pathLst>
                <a:path w="1351" h="1139" extrusionOk="0">
                  <a:moveTo>
                    <a:pt x="727" y="1"/>
                  </a:moveTo>
                  <a:cubicBezTo>
                    <a:pt x="294" y="1"/>
                    <a:pt x="1" y="491"/>
                    <a:pt x="254" y="878"/>
                  </a:cubicBezTo>
                  <a:cubicBezTo>
                    <a:pt x="369" y="1056"/>
                    <a:pt x="549" y="1138"/>
                    <a:pt x="727" y="1138"/>
                  </a:cubicBezTo>
                  <a:cubicBezTo>
                    <a:pt x="977" y="1138"/>
                    <a:pt x="1224" y="976"/>
                    <a:pt x="1286" y="687"/>
                  </a:cubicBezTo>
                  <a:cubicBezTo>
                    <a:pt x="1351" y="379"/>
                    <a:pt x="1152" y="78"/>
                    <a:pt x="847" y="13"/>
                  </a:cubicBezTo>
                  <a:cubicBezTo>
                    <a:pt x="806" y="5"/>
                    <a:pt x="766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6782484" y="1032535"/>
              <a:ext cx="27135" cy="22902"/>
            </a:xfrm>
            <a:custGeom>
              <a:avLst/>
              <a:gdLst/>
              <a:ahLst/>
              <a:cxnLst/>
              <a:rect l="l" t="t" r="r" b="b"/>
              <a:pathLst>
                <a:path w="1346" h="1136" extrusionOk="0">
                  <a:moveTo>
                    <a:pt x="722" y="0"/>
                  </a:moveTo>
                  <a:cubicBezTo>
                    <a:pt x="292" y="0"/>
                    <a:pt x="1" y="489"/>
                    <a:pt x="253" y="879"/>
                  </a:cubicBezTo>
                  <a:cubicBezTo>
                    <a:pt x="368" y="1054"/>
                    <a:pt x="547" y="1136"/>
                    <a:pt x="725" y="1136"/>
                  </a:cubicBezTo>
                  <a:cubicBezTo>
                    <a:pt x="975" y="1136"/>
                    <a:pt x="1223" y="974"/>
                    <a:pt x="1285" y="684"/>
                  </a:cubicBezTo>
                  <a:cubicBezTo>
                    <a:pt x="1346" y="375"/>
                    <a:pt x="1151" y="75"/>
                    <a:pt x="846" y="14"/>
                  </a:cubicBezTo>
                  <a:cubicBezTo>
                    <a:pt x="804" y="5"/>
                    <a:pt x="762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6699382" y="921349"/>
              <a:ext cx="218917" cy="84813"/>
            </a:xfrm>
            <a:custGeom>
              <a:avLst/>
              <a:gdLst/>
              <a:ahLst/>
              <a:cxnLst/>
              <a:rect l="l" t="t" r="r" b="b"/>
              <a:pathLst>
                <a:path w="10859" h="4207" extrusionOk="0">
                  <a:moveTo>
                    <a:pt x="1185" y="0"/>
                  </a:moveTo>
                  <a:cubicBezTo>
                    <a:pt x="655" y="0"/>
                    <a:pt x="194" y="381"/>
                    <a:pt x="98" y="910"/>
                  </a:cubicBezTo>
                  <a:cubicBezTo>
                    <a:pt x="1" y="1410"/>
                    <a:pt x="25" y="1926"/>
                    <a:pt x="167" y="2413"/>
                  </a:cubicBezTo>
                  <a:cubicBezTo>
                    <a:pt x="289" y="2795"/>
                    <a:pt x="618" y="3079"/>
                    <a:pt x="1016" y="3148"/>
                  </a:cubicBezTo>
                  <a:cubicBezTo>
                    <a:pt x="3157" y="3526"/>
                    <a:pt x="7747" y="4022"/>
                    <a:pt x="9485" y="4201"/>
                  </a:cubicBezTo>
                  <a:cubicBezTo>
                    <a:pt x="9524" y="4205"/>
                    <a:pt x="9562" y="4207"/>
                    <a:pt x="9600" y="4207"/>
                  </a:cubicBezTo>
                  <a:cubicBezTo>
                    <a:pt x="10052" y="4207"/>
                    <a:pt x="10462" y="3924"/>
                    <a:pt x="10627" y="3494"/>
                  </a:cubicBezTo>
                  <a:cubicBezTo>
                    <a:pt x="10793" y="3035"/>
                    <a:pt x="10858" y="2543"/>
                    <a:pt x="10821" y="2052"/>
                  </a:cubicBezTo>
                  <a:cubicBezTo>
                    <a:pt x="10777" y="1556"/>
                    <a:pt x="10407" y="1154"/>
                    <a:pt x="9916" y="1073"/>
                  </a:cubicBezTo>
                  <a:cubicBezTo>
                    <a:pt x="6914" y="545"/>
                    <a:pt x="2994" y="159"/>
                    <a:pt x="1280" y="5"/>
                  </a:cubicBezTo>
                  <a:cubicBezTo>
                    <a:pt x="1248" y="2"/>
                    <a:pt x="1217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6588922" y="1036729"/>
              <a:ext cx="35965" cy="59049"/>
            </a:xfrm>
            <a:custGeom>
              <a:avLst/>
              <a:gdLst/>
              <a:ahLst/>
              <a:cxnLst/>
              <a:rect l="l" t="t" r="r" b="b"/>
              <a:pathLst>
                <a:path w="1784" h="2929" extrusionOk="0">
                  <a:moveTo>
                    <a:pt x="1120" y="1"/>
                  </a:moveTo>
                  <a:cubicBezTo>
                    <a:pt x="741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9" y="2921"/>
                  </a:cubicBezTo>
                  <a:cubicBezTo>
                    <a:pt x="614" y="2926"/>
                    <a:pt x="639" y="2929"/>
                    <a:pt x="664" y="2929"/>
                  </a:cubicBezTo>
                  <a:cubicBezTo>
                    <a:pt x="1043" y="2929"/>
                    <a:pt x="1456" y="2367"/>
                    <a:pt x="1613" y="1613"/>
                  </a:cubicBezTo>
                  <a:cubicBezTo>
                    <a:pt x="1783" y="813"/>
                    <a:pt x="1596" y="94"/>
                    <a:pt x="1198" y="9"/>
                  </a:cubicBezTo>
                  <a:cubicBezTo>
                    <a:pt x="1172" y="3"/>
                    <a:pt x="1146" y="1"/>
                    <a:pt x="1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9678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E7655-7C4E-5FC7-65D0-39472B0B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BBDFB-CF1F-162D-23DB-CF5DB61BF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0515-E9B8-065B-E639-F9CC1B1D0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76F51-3D52-4EEA-80E9-2CBCC394819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400DF-8752-68F1-AF6E-5DFBA8E77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5FDB-B890-AB02-7C77-23951575B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0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6523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58A78-C46E-FB9A-6507-800AD25B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D5EAF2-7B47-3A50-A533-C58BE0D3F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ED3223-04C7-F5B5-6D07-C8430E83E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67FDA07-C448-7271-0F74-6B1CEAE57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2C7BE4-384D-AF3D-96FD-AD11BD87B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D3AC1A5-A0BF-BE61-E378-FC54671F9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4E56B-2D86-DD7F-B57D-384CE76B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CD34C-8116-FE27-8158-E7265E870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4235" y="914397"/>
            <a:ext cx="9160728" cy="2286002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 </a:t>
            </a: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D0577-1C70-A47E-8540-E3EE0624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1740" y="4842419"/>
            <a:ext cx="8385717" cy="14403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  <a:alpha val="55000"/>
                  </a:schemeClr>
                </a:solidFill>
              </a:rPr>
              <a:t>Civics and </a:t>
            </a:r>
            <a:r>
              <a:rPr lang="en-US" b="1">
                <a:solidFill>
                  <a:schemeClr val="tx1">
                    <a:lumMod val="95000"/>
                    <a:lumOff val="5000"/>
                    <a:alpha val="55000"/>
                  </a:schemeClr>
                </a:solidFill>
              </a:rPr>
              <a:t>Community Engagement</a:t>
            </a:r>
            <a:endParaRPr lang="en-US" b="1" dirty="0">
              <a:solidFill>
                <a:schemeClr val="tx1">
                  <a:lumMod val="95000"/>
                  <a:lumOff val="5000"/>
                  <a:alpha val="55000"/>
                </a:schemeClr>
              </a:solidFill>
            </a:endParaRPr>
          </a:p>
        </p:txBody>
      </p:sp>
      <p:pic>
        <p:nvPicPr>
          <p:cNvPr id="4" name="Picture 3" descr="A blue circle with black text&#10;&#10;Description automatically generated">
            <a:extLst>
              <a:ext uri="{FF2B5EF4-FFF2-40B4-BE49-F238E27FC236}">
                <a16:creationId xmlns:a16="http://schemas.microsoft.com/office/drawing/2014/main" id="{CAC0A2F4-1174-31B7-919C-6A2C486A6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440" y="2209801"/>
            <a:ext cx="2089114" cy="208911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6278523-48BE-48E7-9D7A-E9C529BC3CA7}"/>
              </a:ext>
            </a:extLst>
          </p:cNvPr>
          <p:cNvGrpSpPr/>
          <p:nvPr/>
        </p:nvGrpSpPr>
        <p:grpSpPr>
          <a:xfrm>
            <a:off x="-8792" y="0"/>
            <a:ext cx="12209583" cy="6857999"/>
            <a:chOff x="-8792" y="0"/>
            <a:chExt cx="12209583" cy="685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DA5B99-BB29-043D-96AD-063CC3510F7A}"/>
                </a:ext>
              </a:extLst>
            </p:cNvPr>
            <p:cNvSpPr/>
            <p:nvPr/>
          </p:nvSpPr>
          <p:spPr>
            <a:xfrm>
              <a:off x="0" y="0"/>
              <a:ext cx="12192000" cy="45719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9C1D64-AEF6-8FFD-F773-CE076538A6C7}"/>
                </a:ext>
              </a:extLst>
            </p:cNvPr>
            <p:cNvSpPr/>
            <p:nvPr/>
          </p:nvSpPr>
          <p:spPr>
            <a:xfrm>
              <a:off x="0" y="6400801"/>
              <a:ext cx="12192000" cy="45719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FA0C25-C0A6-8DDF-BA94-F1B037394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2747601" y="3184856"/>
              <a:ext cx="5943603" cy="46598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FF92935-4A84-7091-6942-F75482655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8995997" y="3184855"/>
              <a:ext cx="5943603" cy="465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33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6"/>
          <p:cNvSpPr txBox="1">
            <a:spLocks noGrp="1"/>
          </p:cNvSpPr>
          <p:nvPr>
            <p:ph type="ctrTitle"/>
          </p:nvPr>
        </p:nvSpPr>
        <p:spPr>
          <a:xfrm>
            <a:off x="950967" y="719333"/>
            <a:ext cx="10290000" cy="2815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Cyber Ethics &amp; Digital Citizenship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887" name="Google Shape;887;p36"/>
          <p:cNvGrpSpPr/>
          <p:nvPr/>
        </p:nvGrpSpPr>
        <p:grpSpPr>
          <a:xfrm>
            <a:off x="858199" y="3289954"/>
            <a:ext cx="10695776" cy="3484684"/>
            <a:chOff x="643649" y="2467465"/>
            <a:chExt cx="8021832" cy="2613513"/>
          </a:xfrm>
        </p:grpSpPr>
        <p:grpSp>
          <p:nvGrpSpPr>
            <p:cNvPr id="888" name="Google Shape;888;p36"/>
            <p:cNvGrpSpPr/>
            <p:nvPr/>
          </p:nvGrpSpPr>
          <p:grpSpPr>
            <a:xfrm>
              <a:off x="990118" y="2467465"/>
              <a:ext cx="7675363" cy="2473956"/>
              <a:chOff x="1161263" y="2316200"/>
              <a:chExt cx="7819237" cy="2511375"/>
            </a:xfrm>
          </p:grpSpPr>
          <p:sp>
            <p:nvSpPr>
              <p:cNvPr id="889" name="Google Shape;889;p36"/>
              <p:cNvSpPr/>
              <p:nvPr/>
            </p:nvSpPr>
            <p:spPr>
              <a:xfrm>
                <a:off x="2255239" y="4268363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36"/>
              <p:cNvSpPr/>
              <p:nvPr/>
            </p:nvSpPr>
            <p:spPr>
              <a:xfrm>
                <a:off x="2583233" y="3759125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36"/>
              <p:cNvSpPr/>
              <p:nvPr/>
            </p:nvSpPr>
            <p:spPr>
              <a:xfrm>
                <a:off x="3400400" y="4553150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36"/>
              <p:cNvSpPr/>
              <p:nvPr/>
            </p:nvSpPr>
            <p:spPr>
              <a:xfrm>
                <a:off x="3593450" y="4725875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36"/>
              <p:cNvSpPr/>
              <p:nvPr/>
            </p:nvSpPr>
            <p:spPr>
              <a:xfrm>
                <a:off x="1161263" y="4061578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36"/>
              <p:cNvSpPr/>
              <p:nvPr/>
            </p:nvSpPr>
            <p:spPr>
              <a:xfrm>
                <a:off x="4020225" y="3539013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36"/>
              <p:cNvSpPr/>
              <p:nvPr/>
            </p:nvSpPr>
            <p:spPr>
              <a:xfrm>
                <a:off x="5222725" y="4309400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36"/>
              <p:cNvSpPr/>
              <p:nvPr/>
            </p:nvSpPr>
            <p:spPr>
              <a:xfrm>
                <a:off x="5606700" y="2982500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36"/>
              <p:cNvSpPr/>
              <p:nvPr/>
            </p:nvSpPr>
            <p:spPr>
              <a:xfrm>
                <a:off x="7634036" y="4164775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36"/>
              <p:cNvSpPr/>
              <p:nvPr/>
            </p:nvSpPr>
            <p:spPr>
              <a:xfrm>
                <a:off x="6516250" y="3722825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36"/>
              <p:cNvSpPr/>
              <p:nvPr/>
            </p:nvSpPr>
            <p:spPr>
              <a:xfrm>
                <a:off x="7351075" y="2911500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36"/>
              <p:cNvSpPr/>
              <p:nvPr/>
            </p:nvSpPr>
            <p:spPr>
              <a:xfrm>
                <a:off x="8599900" y="4049275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36"/>
              <p:cNvSpPr/>
              <p:nvPr/>
            </p:nvSpPr>
            <p:spPr>
              <a:xfrm>
                <a:off x="8878800" y="4253425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36"/>
              <p:cNvSpPr/>
              <p:nvPr/>
            </p:nvSpPr>
            <p:spPr>
              <a:xfrm>
                <a:off x="7142000" y="2741200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903" name="Google Shape;903;p36"/>
              <p:cNvCxnSpPr>
                <a:stCxn id="893" idx="6"/>
                <a:endCxn id="889" idx="2"/>
              </p:cNvCxnSpPr>
              <p:nvPr/>
            </p:nvCxnSpPr>
            <p:spPr>
              <a:xfrm>
                <a:off x="1262963" y="4112428"/>
                <a:ext cx="992400" cy="237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36"/>
              <p:cNvCxnSpPr>
                <a:stCxn id="889" idx="7"/>
                <a:endCxn id="890" idx="3"/>
              </p:cNvCxnSpPr>
              <p:nvPr/>
            </p:nvCxnSpPr>
            <p:spPr>
              <a:xfrm rot="10800000" flipH="1">
                <a:off x="2394027" y="3867076"/>
                <a:ext cx="207600" cy="425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36"/>
              <p:cNvCxnSpPr>
                <a:stCxn id="890" idx="5"/>
                <a:endCxn id="891" idx="1"/>
              </p:cNvCxnSpPr>
              <p:nvPr/>
            </p:nvCxnSpPr>
            <p:spPr>
              <a:xfrm>
                <a:off x="2691037" y="3866929"/>
                <a:ext cx="724200" cy="70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36"/>
              <p:cNvCxnSpPr>
                <a:stCxn id="891" idx="7"/>
                <a:endCxn id="894" idx="3"/>
              </p:cNvCxnSpPr>
              <p:nvPr/>
            </p:nvCxnSpPr>
            <p:spPr>
              <a:xfrm rot="10800000" flipH="1">
                <a:off x="3487206" y="3625744"/>
                <a:ext cx="547800" cy="94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36"/>
              <p:cNvCxnSpPr>
                <a:stCxn id="894" idx="6"/>
                <a:endCxn id="896" idx="2"/>
              </p:cNvCxnSpPr>
              <p:nvPr/>
            </p:nvCxnSpPr>
            <p:spPr>
              <a:xfrm rot="10800000" flipH="1">
                <a:off x="4121925" y="3063663"/>
                <a:ext cx="1484700" cy="526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36"/>
              <p:cNvCxnSpPr>
                <a:stCxn id="891" idx="5"/>
                <a:endCxn id="892" idx="1"/>
              </p:cNvCxnSpPr>
              <p:nvPr/>
            </p:nvCxnSpPr>
            <p:spPr>
              <a:xfrm>
                <a:off x="3487206" y="4639956"/>
                <a:ext cx="121200" cy="100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6"/>
              <p:cNvCxnSpPr>
                <a:stCxn id="891" idx="6"/>
                <a:endCxn id="895" idx="2"/>
              </p:cNvCxnSpPr>
              <p:nvPr/>
            </p:nvCxnSpPr>
            <p:spPr>
              <a:xfrm rot="10800000" flipH="1">
                <a:off x="3502100" y="4390700"/>
                <a:ext cx="1720500" cy="21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6"/>
              <p:cNvCxnSpPr>
                <a:stCxn id="896" idx="5"/>
                <a:endCxn id="898" idx="1"/>
              </p:cNvCxnSpPr>
              <p:nvPr/>
            </p:nvCxnSpPr>
            <p:spPr>
              <a:xfrm>
                <a:off x="5745488" y="3121288"/>
                <a:ext cx="794700" cy="62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6"/>
              <p:cNvCxnSpPr>
                <a:stCxn id="898" idx="7"/>
                <a:endCxn id="902" idx="3"/>
              </p:cNvCxnSpPr>
              <p:nvPr/>
            </p:nvCxnSpPr>
            <p:spPr>
              <a:xfrm rot="10800000" flipH="1">
                <a:off x="6655038" y="2849037"/>
                <a:ext cx="505500" cy="897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6"/>
              <p:cNvCxnSpPr>
                <a:stCxn id="902" idx="5"/>
                <a:endCxn id="899" idx="1"/>
              </p:cNvCxnSpPr>
              <p:nvPr/>
            </p:nvCxnSpPr>
            <p:spPr>
              <a:xfrm>
                <a:off x="7249804" y="2849004"/>
                <a:ext cx="119700" cy="81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6"/>
              <p:cNvCxnSpPr>
                <a:stCxn id="900" idx="5"/>
                <a:endCxn id="901" idx="1"/>
              </p:cNvCxnSpPr>
              <p:nvPr/>
            </p:nvCxnSpPr>
            <p:spPr>
              <a:xfrm>
                <a:off x="8707704" y="4157079"/>
                <a:ext cx="186000" cy="111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6"/>
              <p:cNvCxnSpPr>
                <a:stCxn id="900" idx="2"/>
                <a:endCxn id="897" idx="6"/>
              </p:cNvCxnSpPr>
              <p:nvPr/>
            </p:nvCxnSpPr>
            <p:spPr>
              <a:xfrm flipH="1">
                <a:off x="7796500" y="4112425"/>
                <a:ext cx="803400" cy="13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6"/>
              <p:cNvCxnSpPr>
                <a:stCxn id="897" idx="1"/>
                <a:endCxn id="898" idx="6"/>
              </p:cNvCxnSpPr>
              <p:nvPr/>
            </p:nvCxnSpPr>
            <p:spPr>
              <a:xfrm rot="10800000">
                <a:off x="6678948" y="3803987"/>
                <a:ext cx="978900" cy="384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6" name="Google Shape;916;p36"/>
              <p:cNvSpPr/>
              <p:nvPr/>
            </p:nvSpPr>
            <p:spPr>
              <a:xfrm>
                <a:off x="6259250" y="3972175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917" name="Google Shape;917;p36"/>
              <p:cNvCxnSpPr>
                <a:stCxn id="898" idx="3"/>
                <a:endCxn id="916" idx="7"/>
              </p:cNvCxnSpPr>
              <p:nvPr/>
            </p:nvCxnSpPr>
            <p:spPr>
              <a:xfrm flipH="1">
                <a:off x="6345962" y="3861613"/>
                <a:ext cx="194100" cy="125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8" name="Google Shape;918;p36"/>
              <p:cNvSpPr/>
              <p:nvPr/>
            </p:nvSpPr>
            <p:spPr>
              <a:xfrm>
                <a:off x="1795999" y="3574873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36"/>
              <p:cNvSpPr/>
              <p:nvPr/>
            </p:nvSpPr>
            <p:spPr>
              <a:xfrm>
                <a:off x="7639900" y="2316200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36"/>
              <p:cNvSpPr/>
              <p:nvPr/>
            </p:nvSpPr>
            <p:spPr>
              <a:xfrm>
                <a:off x="1983177" y="4502576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921" name="Google Shape;921;p36"/>
              <p:cNvCxnSpPr>
                <a:stCxn id="893" idx="7"/>
                <a:endCxn id="918" idx="3"/>
              </p:cNvCxnSpPr>
              <p:nvPr/>
            </p:nvCxnSpPr>
            <p:spPr>
              <a:xfrm rot="10800000" flipH="1">
                <a:off x="1248069" y="3661572"/>
                <a:ext cx="562800" cy="414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2" name="Google Shape;922;p36"/>
              <p:cNvCxnSpPr>
                <a:stCxn id="889" idx="3"/>
                <a:endCxn id="920" idx="7"/>
              </p:cNvCxnSpPr>
              <p:nvPr/>
            </p:nvCxnSpPr>
            <p:spPr>
              <a:xfrm flipH="1">
                <a:off x="2069951" y="4407151"/>
                <a:ext cx="209100" cy="110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3" name="Google Shape;923;p36"/>
              <p:cNvCxnSpPr>
                <a:stCxn id="902" idx="7"/>
                <a:endCxn id="919" idx="3"/>
              </p:cNvCxnSpPr>
              <p:nvPr/>
            </p:nvCxnSpPr>
            <p:spPr>
              <a:xfrm rot="10800000" flipH="1">
                <a:off x="7249804" y="2454896"/>
                <a:ext cx="414000" cy="30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24" name="Google Shape;924;p36"/>
            <p:cNvGrpSpPr/>
            <p:nvPr/>
          </p:nvGrpSpPr>
          <p:grpSpPr>
            <a:xfrm>
              <a:off x="5740127" y="2819142"/>
              <a:ext cx="1280015" cy="823984"/>
              <a:chOff x="6059150" y="2509438"/>
              <a:chExt cx="1268472" cy="813651"/>
            </a:xfrm>
          </p:grpSpPr>
          <p:sp>
            <p:nvSpPr>
              <p:cNvPr id="925" name="Google Shape;925;p36"/>
              <p:cNvSpPr/>
              <p:nvPr/>
            </p:nvSpPr>
            <p:spPr>
              <a:xfrm>
                <a:off x="6258808" y="3078500"/>
                <a:ext cx="1035149" cy="244588"/>
              </a:xfrm>
              <a:custGeom>
                <a:avLst/>
                <a:gdLst/>
                <a:ahLst/>
                <a:cxnLst/>
                <a:rect l="l" t="t" r="r" b="b"/>
                <a:pathLst>
                  <a:path w="23984" h="5667" extrusionOk="0">
                    <a:moveTo>
                      <a:pt x="19526" y="0"/>
                    </a:moveTo>
                    <a:cubicBezTo>
                      <a:pt x="16855" y="0"/>
                      <a:pt x="13737" y="107"/>
                      <a:pt x="12579" y="331"/>
                    </a:cubicBezTo>
                    <a:cubicBezTo>
                      <a:pt x="10405" y="746"/>
                      <a:pt x="491" y="797"/>
                      <a:pt x="491" y="797"/>
                    </a:cubicBezTo>
                    <a:cubicBezTo>
                      <a:pt x="260" y="1376"/>
                      <a:pt x="0" y="2106"/>
                      <a:pt x="2199" y="3084"/>
                    </a:cubicBezTo>
                    <a:cubicBezTo>
                      <a:pt x="4399" y="4062"/>
                      <a:pt x="7748" y="5338"/>
                      <a:pt x="10011" y="5636"/>
                    </a:cubicBezTo>
                    <a:cubicBezTo>
                      <a:pt x="10164" y="5657"/>
                      <a:pt x="10335" y="5666"/>
                      <a:pt x="10521" y="5666"/>
                    </a:cubicBezTo>
                    <a:cubicBezTo>
                      <a:pt x="13751" y="5666"/>
                      <a:pt x="21601" y="2760"/>
                      <a:pt x="22657" y="2295"/>
                    </a:cubicBezTo>
                    <a:cubicBezTo>
                      <a:pt x="23769" y="1808"/>
                      <a:pt x="23983" y="579"/>
                      <a:pt x="23895" y="239"/>
                    </a:cubicBezTo>
                    <a:cubicBezTo>
                      <a:pt x="23856" y="82"/>
                      <a:pt x="21862" y="0"/>
                      <a:pt x="19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36"/>
              <p:cNvSpPr/>
              <p:nvPr/>
            </p:nvSpPr>
            <p:spPr>
              <a:xfrm>
                <a:off x="6059150" y="2509438"/>
                <a:ext cx="848051" cy="607779"/>
              </a:xfrm>
              <a:custGeom>
                <a:avLst/>
                <a:gdLst/>
                <a:ahLst/>
                <a:cxnLst/>
                <a:rect l="l" t="t" r="r" b="b"/>
                <a:pathLst>
                  <a:path w="19649" h="14082" extrusionOk="0">
                    <a:moveTo>
                      <a:pt x="9197" y="1"/>
                    </a:moveTo>
                    <a:cubicBezTo>
                      <a:pt x="4710" y="1"/>
                      <a:pt x="1457" y="672"/>
                      <a:pt x="891" y="2238"/>
                    </a:cubicBezTo>
                    <a:cubicBezTo>
                      <a:pt x="1" y="4681"/>
                      <a:pt x="2427" y="10863"/>
                      <a:pt x="3052" y="12248"/>
                    </a:cubicBezTo>
                    <a:cubicBezTo>
                      <a:pt x="3601" y="13464"/>
                      <a:pt x="4401" y="14081"/>
                      <a:pt x="5259" y="14081"/>
                    </a:cubicBezTo>
                    <a:cubicBezTo>
                      <a:pt x="5378" y="14081"/>
                      <a:pt x="5499" y="14069"/>
                      <a:pt x="5621" y="14045"/>
                    </a:cubicBezTo>
                    <a:cubicBezTo>
                      <a:pt x="6481" y="13877"/>
                      <a:pt x="17717" y="12114"/>
                      <a:pt x="18603" y="11354"/>
                    </a:cubicBezTo>
                    <a:cubicBezTo>
                      <a:pt x="19648" y="10452"/>
                      <a:pt x="18876" y="8232"/>
                      <a:pt x="18213" y="6083"/>
                    </a:cubicBezTo>
                    <a:cubicBezTo>
                      <a:pt x="17474" y="3703"/>
                      <a:pt x="16907" y="2259"/>
                      <a:pt x="15866" y="1344"/>
                    </a:cubicBezTo>
                    <a:cubicBezTo>
                      <a:pt x="14754" y="362"/>
                      <a:pt x="13667" y="1"/>
                      <a:pt x="91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36"/>
              <p:cNvSpPr/>
              <p:nvPr/>
            </p:nvSpPr>
            <p:spPr>
              <a:xfrm>
                <a:off x="6250650" y="2999820"/>
                <a:ext cx="1076971" cy="276958"/>
              </a:xfrm>
              <a:custGeom>
                <a:avLst/>
                <a:gdLst/>
                <a:ahLst/>
                <a:cxnLst/>
                <a:rect l="l" t="t" r="r" b="b"/>
                <a:pathLst>
                  <a:path w="24953" h="6417" extrusionOk="0">
                    <a:moveTo>
                      <a:pt x="15160" y="1"/>
                    </a:moveTo>
                    <a:cubicBezTo>
                      <a:pt x="14802" y="1"/>
                      <a:pt x="14463" y="30"/>
                      <a:pt x="14099" y="93"/>
                    </a:cubicBezTo>
                    <a:cubicBezTo>
                      <a:pt x="14099" y="93"/>
                      <a:pt x="1234" y="2271"/>
                      <a:pt x="617" y="2725"/>
                    </a:cubicBezTo>
                    <a:cubicBezTo>
                      <a:pt x="0" y="3174"/>
                      <a:pt x="2955" y="4391"/>
                      <a:pt x="5541" y="5281"/>
                    </a:cubicBezTo>
                    <a:cubicBezTo>
                      <a:pt x="7669" y="6012"/>
                      <a:pt x="8767" y="6417"/>
                      <a:pt x="10237" y="6417"/>
                    </a:cubicBezTo>
                    <a:cubicBezTo>
                      <a:pt x="10953" y="6417"/>
                      <a:pt x="11757" y="6321"/>
                      <a:pt x="12810" y="6120"/>
                    </a:cubicBezTo>
                    <a:cubicBezTo>
                      <a:pt x="15182" y="5671"/>
                      <a:pt x="22007" y="3606"/>
                      <a:pt x="23215" y="3002"/>
                    </a:cubicBezTo>
                    <a:cubicBezTo>
                      <a:pt x="24953" y="2129"/>
                      <a:pt x="24500" y="1352"/>
                      <a:pt x="19979" y="651"/>
                    </a:cubicBezTo>
                    <a:cubicBezTo>
                      <a:pt x="17460" y="261"/>
                      <a:pt x="16230" y="1"/>
                      <a:pt x="151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36"/>
              <p:cNvSpPr/>
              <p:nvPr/>
            </p:nvSpPr>
            <p:spPr>
              <a:xfrm>
                <a:off x="6151383" y="2567401"/>
                <a:ext cx="678432" cy="473034"/>
              </a:xfrm>
              <a:custGeom>
                <a:avLst/>
                <a:gdLst/>
                <a:ahLst/>
                <a:cxnLst/>
                <a:rect l="l" t="t" r="r" b="b"/>
                <a:pathLst>
                  <a:path w="15719" h="10960" extrusionOk="0">
                    <a:moveTo>
                      <a:pt x="8047" y="0"/>
                    </a:moveTo>
                    <a:cubicBezTo>
                      <a:pt x="7828" y="0"/>
                      <a:pt x="7603" y="2"/>
                      <a:pt x="7375" y="5"/>
                    </a:cubicBezTo>
                    <a:cubicBezTo>
                      <a:pt x="6510" y="18"/>
                      <a:pt x="5587" y="55"/>
                      <a:pt x="4667" y="123"/>
                    </a:cubicBezTo>
                    <a:cubicBezTo>
                      <a:pt x="4328" y="144"/>
                      <a:pt x="3992" y="173"/>
                      <a:pt x="3656" y="202"/>
                    </a:cubicBezTo>
                    <a:cubicBezTo>
                      <a:pt x="3207" y="244"/>
                      <a:pt x="2758" y="311"/>
                      <a:pt x="2317" y="400"/>
                    </a:cubicBezTo>
                    <a:cubicBezTo>
                      <a:pt x="365" y="815"/>
                      <a:pt x="0" y="1608"/>
                      <a:pt x="189" y="2309"/>
                    </a:cubicBezTo>
                    <a:lnTo>
                      <a:pt x="500" y="3434"/>
                    </a:lnTo>
                    <a:cubicBezTo>
                      <a:pt x="688" y="4123"/>
                      <a:pt x="936" y="5017"/>
                      <a:pt x="1180" y="5915"/>
                    </a:cubicBezTo>
                    <a:lnTo>
                      <a:pt x="1973" y="8807"/>
                    </a:lnTo>
                    <a:cubicBezTo>
                      <a:pt x="1985" y="8853"/>
                      <a:pt x="1998" y="8899"/>
                      <a:pt x="2011" y="8941"/>
                    </a:cubicBezTo>
                    <a:cubicBezTo>
                      <a:pt x="2325" y="10087"/>
                      <a:pt x="2615" y="10599"/>
                      <a:pt x="3060" y="10813"/>
                    </a:cubicBezTo>
                    <a:cubicBezTo>
                      <a:pt x="3290" y="10928"/>
                      <a:pt x="3564" y="10959"/>
                      <a:pt x="3905" y="10959"/>
                    </a:cubicBezTo>
                    <a:cubicBezTo>
                      <a:pt x="3974" y="10959"/>
                      <a:pt x="4047" y="10958"/>
                      <a:pt x="4122" y="10956"/>
                    </a:cubicBezTo>
                    <a:cubicBezTo>
                      <a:pt x="4122" y="10956"/>
                      <a:pt x="4579" y="10884"/>
                      <a:pt x="5301" y="10771"/>
                    </a:cubicBezTo>
                    <a:cubicBezTo>
                      <a:pt x="6048" y="10653"/>
                      <a:pt x="7073" y="10490"/>
                      <a:pt x="8164" y="10314"/>
                    </a:cubicBezTo>
                    <a:cubicBezTo>
                      <a:pt x="9037" y="10171"/>
                      <a:pt x="9952" y="10020"/>
                      <a:pt x="10800" y="9873"/>
                    </a:cubicBezTo>
                    <a:cubicBezTo>
                      <a:pt x="12122" y="9650"/>
                      <a:pt x="13284" y="9440"/>
                      <a:pt x="13893" y="9302"/>
                    </a:cubicBezTo>
                    <a:cubicBezTo>
                      <a:pt x="13985" y="9281"/>
                      <a:pt x="14065" y="9264"/>
                      <a:pt x="14128" y="9247"/>
                    </a:cubicBezTo>
                    <a:cubicBezTo>
                      <a:pt x="15580" y="8861"/>
                      <a:pt x="15719" y="8572"/>
                      <a:pt x="15719" y="7854"/>
                    </a:cubicBezTo>
                    <a:cubicBezTo>
                      <a:pt x="15719" y="7699"/>
                      <a:pt x="15660" y="7434"/>
                      <a:pt x="15559" y="7103"/>
                    </a:cubicBezTo>
                    <a:cubicBezTo>
                      <a:pt x="15358" y="6431"/>
                      <a:pt x="15001" y="5466"/>
                      <a:pt x="14649" y="4525"/>
                    </a:cubicBezTo>
                    <a:cubicBezTo>
                      <a:pt x="14372" y="3783"/>
                      <a:pt x="14099" y="3056"/>
                      <a:pt x="13910" y="2498"/>
                    </a:cubicBezTo>
                    <a:cubicBezTo>
                      <a:pt x="13809" y="2183"/>
                      <a:pt x="13679" y="1877"/>
                      <a:pt x="13528" y="1583"/>
                    </a:cubicBezTo>
                    <a:cubicBezTo>
                      <a:pt x="13150" y="865"/>
                      <a:pt x="12688" y="526"/>
                      <a:pt x="11996" y="324"/>
                    </a:cubicBezTo>
                    <a:cubicBezTo>
                      <a:pt x="11836" y="278"/>
                      <a:pt x="11664" y="240"/>
                      <a:pt x="11480" y="202"/>
                    </a:cubicBezTo>
                    <a:cubicBezTo>
                      <a:pt x="11110" y="135"/>
                      <a:pt x="10565" y="81"/>
                      <a:pt x="9901" y="47"/>
                    </a:cubicBezTo>
                    <a:cubicBezTo>
                      <a:pt x="9353" y="15"/>
                      <a:pt x="8724" y="0"/>
                      <a:pt x="804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36"/>
              <p:cNvSpPr/>
              <p:nvPr/>
            </p:nvSpPr>
            <p:spPr>
              <a:xfrm>
                <a:off x="6392776" y="3019803"/>
                <a:ext cx="766565" cy="174884"/>
              </a:xfrm>
              <a:custGeom>
                <a:avLst/>
                <a:gdLst/>
                <a:ahLst/>
                <a:cxnLst/>
                <a:rect l="l" t="t" r="r" b="b"/>
                <a:pathLst>
                  <a:path w="17761" h="4052" extrusionOk="0">
                    <a:moveTo>
                      <a:pt x="12834" y="0"/>
                    </a:moveTo>
                    <a:cubicBezTo>
                      <a:pt x="12435" y="0"/>
                      <a:pt x="12033" y="46"/>
                      <a:pt x="11549" y="142"/>
                    </a:cubicBezTo>
                    <a:lnTo>
                      <a:pt x="6793" y="1107"/>
                    </a:lnTo>
                    <a:cubicBezTo>
                      <a:pt x="4707" y="1527"/>
                      <a:pt x="48" y="2186"/>
                      <a:pt x="23" y="2606"/>
                    </a:cubicBezTo>
                    <a:cubicBezTo>
                      <a:pt x="0" y="2979"/>
                      <a:pt x="1937" y="4051"/>
                      <a:pt x="3210" y="4051"/>
                    </a:cubicBezTo>
                    <a:cubicBezTo>
                      <a:pt x="3354" y="4051"/>
                      <a:pt x="3489" y="4038"/>
                      <a:pt x="3612" y="4008"/>
                    </a:cubicBezTo>
                    <a:cubicBezTo>
                      <a:pt x="4825" y="3714"/>
                      <a:pt x="9014" y="2875"/>
                      <a:pt x="11205" y="2258"/>
                    </a:cubicBezTo>
                    <a:cubicBezTo>
                      <a:pt x="13396" y="1636"/>
                      <a:pt x="17761" y="927"/>
                      <a:pt x="15729" y="474"/>
                    </a:cubicBezTo>
                    <a:cubicBezTo>
                      <a:pt x="14385" y="174"/>
                      <a:pt x="13615" y="0"/>
                      <a:pt x="128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36"/>
              <p:cNvSpPr/>
              <p:nvPr/>
            </p:nvSpPr>
            <p:spPr>
              <a:xfrm>
                <a:off x="6767490" y="3117344"/>
                <a:ext cx="295301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6842" h="1954" extrusionOk="0">
                    <a:moveTo>
                      <a:pt x="4350" y="0"/>
                    </a:moveTo>
                    <a:cubicBezTo>
                      <a:pt x="4078" y="0"/>
                      <a:pt x="3786" y="34"/>
                      <a:pt x="3438" y="107"/>
                    </a:cubicBezTo>
                    <a:cubicBezTo>
                      <a:pt x="2611" y="279"/>
                      <a:pt x="944" y="556"/>
                      <a:pt x="735" y="749"/>
                    </a:cubicBezTo>
                    <a:cubicBezTo>
                      <a:pt x="525" y="946"/>
                      <a:pt x="0" y="1261"/>
                      <a:pt x="1163" y="1626"/>
                    </a:cubicBezTo>
                    <a:cubicBezTo>
                      <a:pt x="1884" y="1851"/>
                      <a:pt x="2291" y="1953"/>
                      <a:pt x="2650" y="1953"/>
                    </a:cubicBezTo>
                    <a:cubicBezTo>
                      <a:pt x="2869" y="1953"/>
                      <a:pt x="3069" y="1916"/>
                      <a:pt x="3312" y="1844"/>
                    </a:cubicBezTo>
                    <a:lnTo>
                      <a:pt x="6330" y="959"/>
                    </a:lnTo>
                    <a:cubicBezTo>
                      <a:pt x="6720" y="845"/>
                      <a:pt x="6842" y="577"/>
                      <a:pt x="5456" y="178"/>
                    </a:cubicBezTo>
                    <a:cubicBezTo>
                      <a:pt x="5061" y="64"/>
                      <a:pt x="4724" y="0"/>
                      <a:pt x="43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36"/>
              <p:cNvSpPr/>
              <p:nvPr/>
            </p:nvSpPr>
            <p:spPr>
              <a:xfrm>
                <a:off x="6172919" y="2572494"/>
                <a:ext cx="180107" cy="250199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5797" extrusionOk="0">
                    <a:moveTo>
                      <a:pt x="4173" y="0"/>
                    </a:moveTo>
                    <a:lnTo>
                      <a:pt x="4173" y="0"/>
                    </a:lnTo>
                    <a:cubicBezTo>
                      <a:pt x="3833" y="26"/>
                      <a:pt x="3493" y="55"/>
                      <a:pt x="3157" y="84"/>
                    </a:cubicBezTo>
                    <a:cubicBezTo>
                      <a:pt x="2708" y="126"/>
                      <a:pt x="2259" y="193"/>
                      <a:pt x="1818" y="282"/>
                    </a:cubicBezTo>
                    <a:lnTo>
                      <a:pt x="1" y="3316"/>
                    </a:lnTo>
                    <a:cubicBezTo>
                      <a:pt x="189" y="4005"/>
                      <a:pt x="437" y="4899"/>
                      <a:pt x="681" y="5797"/>
                    </a:cubicBezTo>
                    <a:lnTo>
                      <a:pt x="4173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36"/>
              <p:cNvSpPr/>
              <p:nvPr/>
            </p:nvSpPr>
            <p:spPr>
              <a:xfrm>
                <a:off x="6236494" y="2567401"/>
                <a:ext cx="342259" cy="466689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10813" extrusionOk="0">
                    <a:moveTo>
                      <a:pt x="6092" y="0"/>
                    </a:moveTo>
                    <a:cubicBezTo>
                      <a:pt x="5869" y="0"/>
                      <a:pt x="5640" y="2"/>
                      <a:pt x="5407" y="5"/>
                    </a:cubicBezTo>
                    <a:lnTo>
                      <a:pt x="1" y="8807"/>
                    </a:lnTo>
                    <a:cubicBezTo>
                      <a:pt x="13" y="8853"/>
                      <a:pt x="26" y="8895"/>
                      <a:pt x="39" y="8941"/>
                    </a:cubicBezTo>
                    <a:cubicBezTo>
                      <a:pt x="353" y="10087"/>
                      <a:pt x="643" y="10599"/>
                      <a:pt x="1088" y="10813"/>
                    </a:cubicBezTo>
                    <a:cubicBezTo>
                      <a:pt x="2557" y="8521"/>
                      <a:pt x="6910" y="1655"/>
                      <a:pt x="7929" y="43"/>
                    </a:cubicBezTo>
                    <a:cubicBezTo>
                      <a:pt x="7385" y="14"/>
                      <a:pt x="6762" y="0"/>
                      <a:pt x="6092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36"/>
              <p:cNvSpPr/>
              <p:nvPr/>
            </p:nvSpPr>
            <p:spPr>
              <a:xfrm>
                <a:off x="6380173" y="2581558"/>
                <a:ext cx="355293" cy="450547"/>
              </a:xfrm>
              <a:custGeom>
                <a:avLst/>
                <a:gdLst/>
                <a:ahLst/>
                <a:cxnLst/>
                <a:rect l="l" t="t" r="r" b="b"/>
                <a:pathLst>
                  <a:path w="8232" h="10439" extrusionOk="0">
                    <a:moveTo>
                      <a:pt x="6695" y="0"/>
                    </a:moveTo>
                    <a:lnTo>
                      <a:pt x="0" y="10439"/>
                    </a:lnTo>
                    <a:cubicBezTo>
                      <a:pt x="747" y="10325"/>
                      <a:pt x="1772" y="10162"/>
                      <a:pt x="2863" y="9981"/>
                    </a:cubicBezTo>
                    <a:lnTo>
                      <a:pt x="8231" y="1255"/>
                    </a:lnTo>
                    <a:cubicBezTo>
                      <a:pt x="7849" y="537"/>
                      <a:pt x="7387" y="202"/>
                      <a:pt x="6695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36"/>
              <p:cNvSpPr/>
              <p:nvPr/>
            </p:nvSpPr>
            <p:spPr>
              <a:xfrm>
                <a:off x="6617466" y="2762700"/>
                <a:ext cx="205485" cy="230820"/>
              </a:xfrm>
              <a:custGeom>
                <a:avLst/>
                <a:gdLst/>
                <a:ahLst/>
                <a:cxnLst/>
                <a:rect l="l" t="t" r="r" b="b"/>
                <a:pathLst>
                  <a:path w="4761" h="5348" extrusionOk="0">
                    <a:moveTo>
                      <a:pt x="3854" y="0"/>
                    </a:moveTo>
                    <a:lnTo>
                      <a:pt x="1" y="5348"/>
                    </a:lnTo>
                    <a:cubicBezTo>
                      <a:pt x="1323" y="5125"/>
                      <a:pt x="2485" y="4915"/>
                      <a:pt x="3094" y="4777"/>
                    </a:cubicBezTo>
                    <a:cubicBezTo>
                      <a:pt x="3526" y="4210"/>
                      <a:pt x="4156" y="3383"/>
                      <a:pt x="4760" y="2578"/>
                    </a:cubicBezTo>
                    <a:cubicBezTo>
                      <a:pt x="4563" y="1906"/>
                      <a:pt x="4206" y="941"/>
                      <a:pt x="3854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p36"/>
            <p:cNvGrpSpPr/>
            <p:nvPr/>
          </p:nvGrpSpPr>
          <p:grpSpPr>
            <a:xfrm>
              <a:off x="6579654" y="2614126"/>
              <a:ext cx="1992120" cy="2075989"/>
              <a:chOff x="6648763" y="2488550"/>
              <a:chExt cx="2131066" cy="2212500"/>
            </a:xfrm>
          </p:grpSpPr>
          <p:sp>
            <p:nvSpPr>
              <p:cNvPr id="936" name="Google Shape;936;p36"/>
              <p:cNvSpPr/>
              <p:nvPr/>
            </p:nvSpPr>
            <p:spPr>
              <a:xfrm>
                <a:off x="6958667" y="4553318"/>
                <a:ext cx="171826" cy="147731"/>
              </a:xfrm>
              <a:custGeom>
                <a:avLst/>
                <a:gdLst/>
                <a:ahLst/>
                <a:cxnLst/>
                <a:rect l="l" t="t" r="r" b="b"/>
                <a:pathLst>
                  <a:path w="4450" h="3826" extrusionOk="0">
                    <a:moveTo>
                      <a:pt x="1969" y="0"/>
                    </a:moveTo>
                    <a:cubicBezTo>
                      <a:pt x="1969" y="0"/>
                      <a:pt x="1960" y="1276"/>
                      <a:pt x="1700" y="1750"/>
                    </a:cubicBezTo>
                    <a:cubicBezTo>
                      <a:pt x="1444" y="2220"/>
                      <a:pt x="0" y="2909"/>
                      <a:pt x="206" y="3425"/>
                    </a:cubicBezTo>
                    <a:cubicBezTo>
                      <a:pt x="322" y="3712"/>
                      <a:pt x="1090" y="3825"/>
                      <a:pt x="1896" y="3825"/>
                    </a:cubicBezTo>
                    <a:cubicBezTo>
                      <a:pt x="2540" y="3825"/>
                      <a:pt x="3208" y="3753"/>
                      <a:pt x="3589" y="3639"/>
                    </a:cubicBezTo>
                    <a:cubicBezTo>
                      <a:pt x="4449" y="3379"/>
                      <a:pt x="4202" y="0"/>
                      <a:pt x="420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36"/>
              <p:cNvSpPr/>
              <p:nvPr/>
            </p:nvSpPr>
            <p:spPr>
              <a:xfrm>
                <a:off x="6648763" y="4204531"/>
                <a:ext cx="190823" cy="144604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3745" extrusionOk="0">
                    <a:moveTo>
                      <a:pt x="2813" y="1"/>
                    </a:moveTo>
                    <a:cubicBezTo>
                      <a:pt x="2813" y="1"/>
                      <a:pt x="2654" y="945"/>
                      <a:pt x="1911" y="1251"/>
                    </a:cubicBezTo>
                    <a:cubicBezTo>
                      <a:pt x="1615" y="1373"/>
                      <a:pt x="1345" y="1394"/>
                      <a:pt x="1109" y="1394"/>
                    </a:cubicBezTo>
                    <a:cubicBezTo>
                      <a:pt x="992" y="1394"/>
                      <a:pt x="883" y="1389"/>
                      <a:pt x="783" y="1389"/>
                    </a:cubicBezTo>
                    <a:cubicBezTo>
                      <a:pt x="579" y="1389"/>
                      <a:pt x="414" y="1409"/>
                      <a:pt x="295" y="1537"/>
                    </a:cubicBezTo>
                    <a:cubicBezTo>
                      <a:pt x="1" y="1852"/>
                      <a:pt x="282" y="2196"/>
                      <a:pt x="836" y="2620"/>
                    </a:cubicBezTo>
                    <a:cubicBezTo>
                      <a:pt x="1387" y="3041"/>
                      <a:pt x="2066" y="3745"/>
                      <a:pt x="2610" y="3745"/>
                    </a:cubicBezTo>
                    <a:cubicBezTo>
                      <a:pt x="2614" y="3745"/>
                      <a:pt x="2617" y="3745"/>
                      <a:pt x="2620" y="3745"/>
                    </a:cubicBezTo>
                    <a:cubicBezTo>
                      <a:pt x="3170" y="3732"/>
                      <a:pt x="4941" y="1209"/>
                      <a:pt x="4941" y="1209"/>
                    </a:cubicBezTo>
                    <a:lnTo>
                      <a:pt x="28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36"/>
              <p:cNvSpPr/>
              <p:nvPr/>
            </p:nvSpPr>
            <p:spPr>
              <a:xfrm>
                <a:off x="7049908" y="4459953"/>
                <a:ext cx="62591" cy="93442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2420" extrusionOk="0">
                    <a:moveTo>
                      <a:pt x="0" y="0"/>
                    </a:moveTo>
                    <a:lnTo>
                      <a:pt x="0" y="2149"/>
                    </a:lnTo>
                    <a:cubicBezTo>
                      <a:pt x="0" y="2149"/>
                      <a:pt x="670" y="2420"/>
                      <a:pt x="1000" y="2420"/>
                    </a:cubicBezTo>
                    <a:cubicBezTo>
                      <a:pt x="1042" y="2420"/>
                      <a:pt x="1079" y="2416"/>
                      <a:pt x="1108" y="2406"/>
                    </a:cubicBezTo>
                    <a:lnTo>
                      <a:pt x="1364" y="2322"/>
                    </a:lnTo>
                    <a:lnTo>
                      <a:pt x="1620" y="3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36"/>
              <p:cNvSpPr/>
              <p:nvPr/>
            </p:nvSpPr>
            <p:spPr>
              <a:xfrm>
                <a:off x="6767071" y="4144411"/>
                <a:ext cx="89195" cy="103906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2691" extrusionOk="0">
                    <a:moveTo>
                      <a:pt x="1050" y="0"/>
                    </a:moveTo>
                    <a:lnTo>
                      <a:pt x="1" y="1872"/>
                    </a:lnTo>
                    <a:cubicBezTo>
                      <a:pt x="1" y="1872"/>
                      <a:pt x="576" y="2590"/>
                      <a:pt x="840" y="2641"/>
                    </a:cubicBezTo>
                    <a:lnTo>
                      <a:pt x="1101" y="2691"/>
                    </a:lnTo>
                    <a:lnTo>
                      <a:pt x="2309" y="1058"/>
                    </a:lnTo>
                    <a:lnTo>
                      <a:pt x="1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36"/>
              <p:cNvSpPr/>
              <p:nvPr/>
            </p:nvSpPr>
            <p:spPr>
              <a:xfrm>
                <a:off x="7002569" y="4528027"/>
                <a:ext cx="14815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05" extrusionOk="0">
                    <a:moveTo>
                      <a:pt x="1780" y="0"/>
                    </a:moveTo>
                    <a:cubicBezTo>
                      <a:pt x="701" y="0"/>
                      <a:pt x="1" y="416"/>
                      <a:pt x="101" y="655"/>
                    </a:cubicBezTo>
                    <a:cubicBezTo>
                      <a:pt x="257" y="1029"/>
                      <a:pt x="718" y="1104"/>
                      <a:pt x="1247" y="1104"/>
                    </a:cubicBezTo>
                    <a:cubicBezTo>
                      <a:pt x="1602" y="1104"/>
                      <a:pt x="1989" y="1071"/>
                      <a:pt x="2334" y="1071"/>
                    </a:cubicBezTo>
                    <a:cubicBezTo>
                      <a:pt x="2529" y="1071"/>
                      <a:pt x="2709" y="1074"/>
                      <a:pt x="2870" y="1074"/>
                    </a:cubicBezTo>
                    <a:cubicBezTo>
                      <a:pt x="3421" y="1074"/>
                      <a:pt x="3762" y="1032"/>
                      <a:pt x="3795" y="655"/>
                    </a:cubicBezTo>
                    <a:cubicBezTo>
                      <a:pt x="3837" y="168"/>
                      <a:pt x="2859" y="0"/>
                      <a:pt x="17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36"/>
              <p:cNvSpPr/>
              <p:nvPr/>
            </p:nvSpPr>
            <p:spPr>
              <a:xfrm>
                <a:off x="6794139" y="3672411"/>
                <a:ext cx="1480056" cy="823914"/>
              </a:xfrm>
              <a:custGeom>
                <a:avLst/>
                <a:gdLst/>
                <a:ahLst/>
                <a:cxnLst/>
                <a:rect l="l" t="t" r="r" b="b"/>
                <a:pathLst>
                  <a:path w="38331" h="21338" extrusionOk="0">
                    <a:moveTo>
                      <a:pt x="18276" y="1"/>
                    </a:moveTo>
                    <a:cubicBezTo>
                      <a:pt x="16166" y="1"/>
                      <a:pt x="13815" y="341"/>
                      <a:pt x="11363" y="1291"/>
                    </a:cubicBezTo>
                    <a:cubicBezTo>
                      <a:pt x="2704" y="4640"/>
                      <a:pt x="1" y="12623"/>
                      <a:pt x="1" y="12623"/>
                    </a:cubicBezTo>
                    <a:lnTo>
                      <a:pt x="404" y="13001"/>
                    </a:lnTo>
                    <a:lnTo>
                      <a:pt x="1331" y="13870"/>
                    </a:lnTo>
                    <a:cubicBezTo>
                      <a:pt x="1331" y="13870"/>
                      <a:pt x="5063" y="8632"/>
                      <a:pt x="10603" y="7813"/>
                    </a:cubicBezTo>
                    <a:cubicBezTo>
                      <a:pt x="10809" y="7784"/>
                      <a:pt x="11014" y="7763"/>
                      <a:pt x="11220" y="7742"/>
                    </a:cubicBezTo>
                    <a:lnTo>
                      <a:pt x="11220" y="7742"/>
                    </a:lnTo>
                    <a:cubicBezTo>
                      <a:pt x="9734" y="8841"/>
                      <a:pt x="8819" y="10075"/>
                      <a:pt x="8097" y="11318"/>
                    </a:cubicBezTo>
                    <a:cubicBezTo>
                      <a:pt x="7938" y="11599"/>
                      <a:pt x="7783" y="11876"/>
                      <a:pt x="7640" y="12153"/>
                    </a:cubicBezTo>
                    <a:cubicBezTo>
                      <a:pt x="6099" y="15112"/>
                      <a:pt x="6053" y="20527"/>
                      <a:pt x="6053" y="20527"/>
                    </a:cubicBezTo>
                    <a:cubicBezTo>
                      <a:pt x="6053" y="20527"/>
                      <a:pt x="6099" y="20787"/>
                      <a:pt x="7082" y="21169"/>
                    </a:cubicBezTo>
                    <a:cubicBezTo>
                      <a:pt x="7258" y="21236"/>
                      <a:pt x="7438" y="21286"/>
                      <a:pt x="7623" y="21312"/>
                    </a:cubicBezTo>
                    <a:cubicBezTo>
                      <a:pt x="7749" y="21330"/>
                      <a:pt x="7867" y="21337"/>
                      <a:pt x="7978" y="21337"/>
                    </a:cubicBezTo>
                    <a:cubicBezTo>
                      <a:pt x="8502" y="21337"/>
                      <a:pt x="8844" y="21169"/>
                      <a:pt x="8844" y="21169"/>
                    </a:cubicBezTo>
                    <a:cubicBezTo>
                      <a:pt x="8844" y="21169"/>
                      <a:pt x="9621" y="14172"/>
                      <a:pt x="14297" y="12237"/>
                    </a:cubicBezTo>
                    <a:cubicBezTo>
                      <a:pt x="15618" y="11691"/>
                      <a:pt x="17034" y="11488"/>
                      <a:pt x="18444" y="11488"/>
                    </a:cubicBezTo>
                    <a:cubicBezTo>
                      <a:pt x="22027" y="11488"/>
                      <a:pt x="25578" y="12798"/>
                      <a:pt x="27485" y="13114"/>
                    </a:cubicBezTo>
                    <a:lnTo>
                      <a:pt x="27489" y="13114"/>
                    </a:lnTo>
                    <a:cubicBezTo>
                      <a:pt x="28487" y="13434"/>
                      <a:pt x="29484" y="13564"/>
                      <a:pt x="30441" y="13564"/>
                    </a:cubicBezTo>
                    <a:cubicBezTo>
                      <a:pt x="33589" y="13564"/>
                      <a:pt x="36289" y="12155"/>
                      <a:pt x="37100" y="11469"/>
                    </a:cubicBezTo>
                    <a:cubicBezTo>
                      <a:pt x="38171" y="10562"/>
                      <a:pt x="38330" y="8930"/>
                      <a:pt x="38330" y="8930"/>
                    </a:cubicBezTo>
                    <a:lnTo>
                      <a:pt x="30376" y="1463"/>
                    </a:lnTo>
                    <a:cubicBezTo>
                      <a:pt x="29361" y="1559"/>
                      <a:pt x="28362" y="1798"/>
                      <a:pt x="27417" y="2180"/>
                    </a:cubicBezTo>
                    <a:cubicBezTo>
                      <a:pt x="27405" y="2174"/>
                      <a:pt x="23610" y="1"/>
                      <a:pt x="182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36"/>
              <p:cNvSpPr/>
              <p:nvPr/>
            </p:nvSpPr>
            <p:spPr>
              <a:xfrm>
                <a:off x="7513066" y="2840426"/>
                <a:ext cx="492425" cy="686955"/>
              </a:xfrm>
              <a:custGeom>
                <a:avLst/>
                <a:gdLst/>
                <a:ahLst/>
                <a:cxnLst/>
                <a:rect l="l" t="t" r="r" b="b"/>
                <a:pathLst>
                  <a:path w="12753" h="17791" extrusionOk="0">
                    <a:moveTo>
                      <a:pt x="1922" y="1"/>
                    </a:moveTo>
                    <a:cubicBezTo>
                      <a:pt x="1746" y="1"/>
                      <a:pt x="1552" y="155"/>
                      <a:pt x="1541" y="445"/>
                    </a:cubicBezTo>
                    <a:cubicBezTo>
                      <a:pt x="1529" y="886"/>
                      <a:pt x="1877" y="2292"/>
                      <a:pt x="1877" y="2292"/>
                    </a:cubicBezTo>
                    <a:cubicBezTo>
                      <a:pt x="1877" y="2292"/>
                      <a:pt x="1151" y="567"/>
                      <a:pt x="798" y="361"/>
                    </a:cubicBezTo>
                    <a:cubicBezTo>
                      <a:pt x="742" y="328"/>
                      <a:pt x="687" y="314"/>
                      <a:pt x="634" y="314"/>
                    </a:cubicBezTo>
                    <a:cubicBezTo>
                      <a:pt x="356" y="314"/>
                      <a:pt x="149" y="722"/>
                      <a:pt x="265" y="1029"/>
                    </a:cubicBezTo>
                    <a:cubicBezTo>
                      <a:pt x="404" y="1390"/>
                      <a:pt x="1147" y="2703"/>
                      <a:pt x="1147" y="2703"/>
                    </a:cubicBezTo>
                    <a:cubicBezTo>
                      <a:pt x="1147" y="2703"/>
                      <a:pt x="1137" y="2705"/>
                      <a:pt x="1120" y="2705"/>
                    </a:cubicBezTo>
                    <a:cubicBezTo>
                      <a:pt x="1068" y="2705"/>
                      <a:pt x="949" y="2688"/>
                      <a:pt x="845" y="2552"/>
                    </a:cubicBezTo>
                    <a:cubicBezTo>
                      <a:pt x="716" y="2386"/>
                      <a:pt x="531" y="2200"/>
                      <a:pt x="309" y="2200"/>
                    </a:cubicBezTo>
                    <a:cubicBezTo>
                      <a:pt x="284" y="2200"/>
                      <a:pt x="258" y="2203"/>
                      <a:pt x="232" y="2208"/>
                    </a:cubicBezTo>
                    <a:cubicBezTo>
                      <a:pt x="190" y="2216"/>
                      <a:pt x="152" y="2242"/>
                      <a:pt x="127" y="2275"/>
                    </a:cubicBezTo>
                    <a:cubicBezTo>
                      <a:pt x="1" y="2443"/>
                      <a:pt x="68" y="2850"/>
                      <a:pt x="232" y="3110"/>
                    </a:cubicBezTo>
                    <a:cubicBezTo>
                      <a:pt x="425" y="3417"/>
                      <a:pt x="983" y="3782"/>
                      <a:pt x="1306" y="3870"/>
                    </a:cubicBezTo>
                    <a:cubicBezTo>
                      <a:pt x="1625" y="3958"/>
                      <a:pt x="1915" y="4030"/>
                      <a:pt x="1915" y="4030"/>
                    </a:cubicBezTo>
                    <a:cubicBezTo>
                      <a:pt x="1915" y="4030"/>
                      <a:pt x="685" y="9016"/>
                      <a:pt x="3623" y="14145"/>
                    </a:cubicBezTo>
                    <a:cubicBezTo>
                      <a:pt x="5358" y="17170"/>
                      <a:pt x="7981" y="17790"/>
                      <a:pt x="9841" y="17790"/>
                    </a:cubicBezTo>
                    <a:cubicBezTo>
                      <a:pt x="11135" y="17790"/>
                      <a:pt x="12060" y="17490"/>
                      <a:pt x="12060" y="17490"/>
                    </a:cubicBezTo>
                    <a:cubicBezTo>
                      <a:pt x="12060" y="17490"/>
                      <a:pt x="12752" y="17234"/>
                      <a:pt x="12194" y="15778"/>
                    </a:cubicBezTo>
                    <a:cubicBezTo>
                      <a:pt x="12114" y="15572"/>
                      <a:pt x="12034" y="15383"/>
                      <a:pt x="11955" y="15199"/>
                    </a:cubicBezTo>
                    <a:cubicBezTo>
                      <a:pt x="11480" y="14090"/>
                      <a:pt x="11044" y="13440"/>
                      <a:pt x="11044" y="13440"/>
                    </a:cubicBezTo>
                    <a:cubicBezTo>
                      <a:pt x="11044" y="13440"/>
                      <a:pt x="10572" y="13643"/>
                      <a:pt x="9837" y="13643"/>
                    </a:cubicBezTo>
                    <a:cubicBezTo>
                      <a:pt x="9074" y="13643"/>
                      <a:pt x="8026" y="13423"/>
                      <a:pt x="6931" y="12529"/>
                    </a:cubicBezTo>
                    <a:cubicBezTo>
                      <a:pt x="4782" y="10775"/>
                      <a:pt x="3493" y="3874"/>
                      <a:pt x="3493" y="3874"/>
                    </a:cubicBezTo>
                    <a:cubicBezTo>
                      <a:pt x="3493" y="3874"/>
                      <a:pt x="3355" y="3807"/>
                      <a:pt x="3711" y="3421"/>
                    </a:cubicBezTo>
                    <a:cubicBezTo>
                      <a:pt x="4064" y="3031"/>
                      <a:pt x="4748" y="2477"/>
                      <a:pt x="4891" y="2166"/>
                    </a:cubicBezTo>
                    <a:cubicBezTo>
                      <a:pt x="5009" y="1898"/>
                      <a:pt x="4999" y="1657"/>
                      <a:pt x="4764" y="1657"/>
                    </a:cubicBezTo>
                    <a:cubicBezTo>
                      <a:pt x="4724" y="1657"/>
                      <a:pt x="4676" y="1664"/>
                      <a:pt x="4622" y="1679"/>
                    </a:cubicBezTo>
                    <a:cubicBezTo>
                      <a:pt x="4257" y="1788"/>
                      <a:pt x="3321" y="2712"/>
                      <a:pt x="3321" y="2712"/>
                    </a:cubicBezTo>
                    <a:cubicBezTo>
                      <a:pt x="3321" y="2712"/>
                      <a:pt x="3720" y="596"/>
                      <a:pt x="3590" y="307"/>
                    </a:cubicBezTo>
                    <a:cubicBezTo>
                      <a:pt x="3536" y="183"/>
                      <a:pt x="3410" y="127"/>
                      <a:pt x="3280" y="127"/>
                    </a:cubicBezTo>
                    <a:cubicBezTo>
                      <a:pt x="3104" y="127"/>
                      <a:pt x="2921" y="229"/>
                      <a:pt x="2897" y="407"/>
                    </a:cubicBezTo>
                    <a:cubicBezTo>
                      <a:pt x="2851" y="714"/>
                      <a:pt x="2519" y="2409"/>
                      <a:pt x="2519" y="2409"/>
                    </a:cubicBezTo>
                    <a:cubicBezTo>
                      <a:pt x="2519" y="2409"/>
                      <a:pt x="2318" y="374"/>
                      <a:pt x="2154" y="126"/>
                    </a:cubicBezTo>
                    <a:cubicBezTo>
                      <a:pt x="2100" y="42"/>
                      <a:pt x="2013" y="1"/>
                      <a:pt x="19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36"/>
              <p:cNvSpPr/>
              <p:nvPr/>
            </p:nvSpPr>
            <p:spPr>
              <a:xfrm>
                <a:off x="7895562" y="3271111"/>
                <a:ext cx="282026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7304" h="7755" extrusionOk="0">
                    <a:moveTo>
                      <a:pt x="4024" y="0"/>
                    </a:moveTo>
                    <a:cubicBezTo>
                      <a:pt x="2876" y="0"/>
                      <a:pt x="1735" y="196"/>
                      <a:pt x="1138" y="636"/>
                    </a:cubicBezTo>
                    <a:cubicBezTo>
                      <a:pt x="0" y="1476"/>
                      <a:pt x="298" y="4309"/>
                      <a:pt x="1138" y="5942"/>
                    </a:cubicBezTo>
                    <a:cubicBezTo>
                      <a:pt x="1977" y="7574"/>
                      <a:pt x="2913" y="7633"/>
                      <a:pt x="3577" y="7747"/>
                    </a:cubicBezTo>
                    <a:cubicBezTo>
                      <a:pt x="3607" y="7752"/>
                      <a:pt x="3639" y="7754"/>
                      <a:pt x="3673" y="7754"/>
                    </a:cubicBezTo>
                    <a:cubicBezTo>
                      <a:pt x="4391" y="7754"/>
                      <a:pt x="5958" y="6632"/>
                      <a:pt x="6615" y="4825"/>
                    </a:cubicBezTo>
                    <a:cubicBezTo>
                      <a:pt x="7304" y="2936"/>
                      <a:pt x="6758" y="443"/>
                      <a:pt x="6758" y="443"/>
                    </a:cubicBezTo>
                    <a:cubicBezTo>
                      <a:pt x="6106" y="160"/>
                      <a:pt x="5062" y="0"/>
                      <a:pt x="40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36"/>
              <p:cNvSpPr/>
              <p:nvPr/>
            </p:nvSpPr>
            <p:spPr>
              <a:xfrm>
                <a:off x="7919888" y="3251959"/>
                <a:ext cx="718463" cy="813643"/>
              </a:xfrm>
              <a:custGeom>
                <a:avLst/>
                <a:gdLst/>
                <a:ahLst/>
                <a:cxnLst/>
                <a:rect l="l" t="t" r="r" b="b"/>
                <a:pathLst>
                  <a:path w="18607" h="21072" extrusionOk="0">
                    <a:moveTo>
                      <a:pt x="8643" y="0"/>
                    </a:moveTo>
                    <a:cubicBezTo>
                      <a:pt x="8574" y="0"/>
                      <a:pt x="8531" y="1"/>
                      <a:pt x="8521" y="3"/>
                    </a:cubicBezTo>
                    <a:cubicBezTo>
                      <a:pt x="8365" y="28"/>
                      <a:pt x="6128" y="58"/>
                      <a:pt x="5469" y="944"/>
                    </a:cubicBezTo>
                    <a:cubicBezTo>
                      <a:pt x="4810" y="1829"/>
                      <a:pt x="4756" y="7185"/>
                      <a:pt x="3522" y="9359"/>
                    </a:cubicBezTo>
                    <a:cubicBezTo>
                      <a:pt x="2292" y="11537"/>
                      <a:pt x="688" y="11764"/>
                      <a:pt x="604" y="12079"/>
                    </a:cubicBezTo>
                    <a:cubicBezTo>
                      <a:pt x="516" y="12394"/>
                      <a:pt x="0" y="13854"/>
                      <a:pt x="2724" y="17116"/>
                    </a:cubicBezTo>
                    <a:cubicBezTo>
                      <a:pt x="3349" y="17879"/>
                      <a:pt x="4055" y="18580"/>
                      <a:pt x="4823" y="19197"/>
                    </a:cubicBezTo>
                    <a:cubicBezTo>
                      <a:pt x="6613" y="20626"/>
                      <a:pt x="8201" y="21071"/>
                      <a:pt x="9124" y="21071"/>
                    </a:cubicBezTo>
                    <a:cubicBezTo>
                      <a:pt x="9188" y="21071"/>
                      <a:pt x="9248" y="21069"/>
                      <a:pt x="9305" y="21065"/>
                    </a:cubicBezTo>
                    <a:cubicBezTo>
                      <a:pt x="10506" y="20981"/>
                      <a:pt x="12886" y="19294"/>
                      <a:pt x="15748" y="14484"/>
                    </a:cubicBezTo>
                    <a:cubicBezTo>
                      <a:pt x="18607" y="9674"/>
                      <a:pt x="17922" y="1917"/>
                      <a:pt x="17293" y="1116"/>
                    </a:cubicBezTo>
                    <a:cubicBezTo>
                      <a:pt x="17137" y="918"/>
                      <a:pt x="16944" y="755"/>
                      <a:pt x="16730" y="625"/>
                    </a:cubicBezTo>
                    <a:cubicBezTo>
                      <a:pt x="16113" y="251"/>
                      <a:pt x="15404" y="171"/>
                      <a:pt x="15404" y="171"/>
                    </a:cubicBezTo>
                    <a:cubicBezTo>
                      <a:pt x="15404" y="171"/>
                      <a:pt x="9576" y="0"/>
                      <a:pt x="86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36"/>
              <p:cNvSpPr/>
              <p:nvPr/>
            </p:nvSpPr>
            <p:spPr>
              <a:xfrm>
                <a:off x="8202185" y="3063259"/>
                <a:ext cx="307278" cy="260789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6754" extrusionOk="0">
                    <a:moveTo>
                      <a:pt x="7220" y="1"/>
                    </a:moveTo>
                    <a:lnTo>
                      <a:pt x="1936" y="1759"/>
                    </a:lnTo>
                    <a:cubicBezTo>
                      <a:pt x="1936" y="1759"/>
                      <a:pt x="2112" y="3203"/>
                      <a:pt x="1936" y="3744"/>
                    </a:cubicBezTo>
                    <a:cubicBezTo>
                      <a:pt x="1759" y="4290"/>
                      <a:pt x="1" y="5104"/>
                      <a:pt x="1" y="5104"/>
                    </a:cubicBezTo>
                    <a:cubicBezTo>
                      <a:pt x="1" y="5104"/>
                      <a:pt x="343" y="6754"/>
                      <a:pt x="3017" y="6754"/>
                    </a:cubicBezTo>
                    <a:cubicBezTo>
                      <a:pt x="3169" y="6754"/>
                      <a:pt x="3329" y="6748"/>
                      <a:pt x="3497" y="6737"/>
                    </a:cubicBezTo>
                    <a:cubicBezTo>
                      <a:pt x="6595" y="6532"/>
                      <a:pt x="7957" y="4915"/>
                      <a:pt x="7922" y="4915"/>
                    </a:cubicBezTo>
                    <a:lnTo>
                      <a:pt x="7922" y="4915"/>
                    </a:lnTo>
                    <a:cubicBezTo>
                      <a:pt x="7921" y="4915"/>
                      <a:pt x="7921" y="4915"/>
                      <a:pt x="7921" y="4915"/>
                    </a:cubicBezTo>
                    <a:cubicBezTo>
                      <a:pt x="7920" y="4916"/>
                      <a:pt x="7920" y="4916"/>
                      <a:pt x="7919" y="4916"/>
                    </a:cubicBezTo>
                    <a:cubicBezTo>
                      <a:pt x="7864" y="4916"/>
                      <a:pt x="7280" y="4270"/>
                      <a:pt x="6947" y="3875"/>
                    </a:cubicBezTo>
                    <a:cubicBezTo>
                      <a:pt x="6611" y="3472"/>
                      <a:pt x="7220" y="1"/>
                      <a:pt x="7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36"/>
              <p:cNvSpPr/>
              <p:nvPr/>
            </p:nvSpPr>
            <p:spPr>
              <a:xfrm>
                <a:off x="8376405" y="2593885"/>
                <a:ext cx="351721" cy="446747"/>
              </a:xfrm>
              <a:custGeom>
                <a:avLst/>
                <a:gdLst/>
                <a:ahLst/>
                <a:cxnLst/>
                <a:rect l="l" t="t" r="r" b="b"/>
                <a:pathLst>
                  <a:path w="9109" h="11570" extrusionOk="0">
                    <a:moveTo>
                      <a:pt x="5489" y="1"/>
                    </a:moveTo>
                    <a:cubicBezTo>
                      <a:pt x="5464" y="1"/>
                      <a:pt x="5439" y="1"/>
                      <a:pt x="5415" y="1"/>
                    </a:cubicBezTo>
                    <a:cubicBezTo>
                      <a:pt x="5083" y="5"/>
                      <a:pt x="4841" y="23"/>
                      <a:pt x="4784" y="23"/>
                    </a:cubicBezTo>
                    <a:cubicBezTo>
                      <a:pt x="4779" y="23"/>
                      <a:pt x="4775" y="23"/>
                      <a:pt x="4773" y="22"/>
                    </a:cubicBezTo>
                    <a:cubicBezTo>
                      <a:pt x="3883" y="559"/>
                      <a:pt x="3027" y="1155"/>
                      <a:pt x="2217" y="1806"/>
                    </a:cubicBezTo>
                    <a:cubicBezTo>
                      <a:pt x="1717" y="2205"/>
                      <a:pt x="1243" y="2641"/>
                      <a:pt x="891" y="3065"/>
                    </a:cubicBezTo>
                    <a:cubicBezTo>
                      <a:pt x="559" y="3460"/>
                      <a:pt x="358" y="4018"/>
                      <a:pt x="261" y="4669"/>
                    </a:cubicBezTo>
                    <a:cubicBezTo>
                      <a:pt x="1" y="6398"/>
                      <a:pt x="509" y="8753"/>
                      <a:pt x="1411" y="10264"/>
                    </a:cubicBezTo>
                    <a:cubicBezTo>
                      <a:pt x="1999" y="11252"/>
                      <a:pt x="3280" y="11570"/>
                      <a:pt x="4504" y="11570"/>
                    </a:cubicBezTo>
                    <a:cubicBezTo>
                      <a:pt x="5857" y="11570"/>
                      <a:pt x="7141" y="11182"/>
                      <a:pt x="7346" y="10885"/>
                    </a:cubicBezTo>
                    <a:cubicBezTo>
                      <a:pt x="7699" y="10385"/>
                      <a:pt x="7472" y="9101"/>
                      <a:pt x="7463" y="7153"/>
                    </a:cubicBezTo>
                    <a:cubicBezTo>
                      <a:pt x="7459" y="6885"/>
                      <a:pt x="7463" y="6604"/>
                      <a:pt x="7472" y="6310"/>
                    </a:cubicBezTo>
                    <a:cubicBezTo>
                      <a:pt x="7547" y="3884"/>
                      <a:pt x="9109" y="3162"/>
                      <a:pt x="8534" y="1407"/>
                    </a:cubicBezTo>
                    <a:cubicBezTo>
                      <a:pt x="8133" y="172"/>
                      <a:pt x="6467" y="1"/>
                      <a:pt x="54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36"/>
              <p:cNvSpPr/>
              <p:nvPr/>
            </p:nvSpPr>
            <p:spPr>
              <a:xfrm>
                <a:off x="8026845" y="2488550"/>
                <a:ext cx="565171" cy="297355"/>
              </a:xfrm>
              <a:custGeom>
                <a:avLst/>
                <a:gdLst/>
                <a:ahLst/>
                <a:cxnLst/>
                <a:rect l="l" t="t" r="r" b="b"/>
                <a:pathLst>
                  <a:path w="14637" h="7701" extrusionOk="0">
                    <a:moveTo>
                      <a:pt x="5372" y="0"/>
                    </a:moveTo>
                    <a:cubicBezTo>
                      <a:pt x="4875" y="0"/>
                      <a:pt x="4337" y="34"/>
                      <a:pt x="3807" y="123"/>
                    </a:cubicBezTo>
                    <a:cubicBezTo>
                      <a:pt x="2573" y="337"/>
                      <a:pt x="1394" y="849"/>
                      <a:pt x="911" y="1932"/>
                    </a:cubicBezTo>
                    <a:cubicBezTo>
                      <a:pt x="0" y="4005"/>
                      <a:pt x="1507" y="6263"/>
                      <a:pt x="1507" y="6263"/>
                    </a:cubicBezTo>
                    <a:cubicBezTo>
                      <a:pt x="1507" y="6263"/>
                      <a:pt x="4774" y="7700"/>
                      <a:pt x="7255" y="7700"/>
                    </a:cubicBezTo>
                    <a:cubicBezTo>
                      <a:pt x="7574" y="7700"/>
                      <a:pt x="7880" y="7677"/>
                      <a:pt x="8164" y="7623"/>
                    </a:cubicBezTo>
                    <a:cubicBezTo>
                      <a:pt x="8567" y="7548"/>
                      <a:pt x="8953" y="7472"/>
                      <a:pt x="9314" y="7397"/>
                    </a:cubicBezTo>
                    <a:cubicBezTo>
                      <a:pt x="11224" y="7002"/>
                      <a:pt x="12626" y="6574"/>
                      <a:pt x="13511" y="5844"/>
                    </a:cubicBezTo>
                    <a:cubicBezTo>
                      <a:pt x="13688" y="5693"/>
                      <a:pt x="13847" y="5516"/>
                      <a:pt x="13981" y="5323"/>
                    </a:cubicBezTo>
                    <a:cubicBezTo>
                      <a:pt x="14586" y="4454"/>
                      <a:pt x="14636" y="3321"/>
                      <a:pt x="14472" y="2729"/>
                    </a:cubicBezTo>
                    <a:lnTo>
                      <a:pt x="14472" y="2725"/>
                    </a:lnTo>
                    <a:cubicBezTo>
                      <a:pt x="14275" y="2007"/>
                      <a:pt x="13730" y="1235"/>
                      <a:pt x="11950" y="1138"/>
                    </a:cubicBezTo>
                    <a:cubicBezTo>
                      <a:pt x="10170" y="1046"/>
                      <a:pt x="8336" y="324"/>
                      <a:pt x="6825" y="102"/>
                    </a:cubicBezTo>
                    <a:cubicBezTo>
                      <a:pt x="6444" y="44"/>
                      <a:pt x="5935" y="0"/>
                      <a:pt x="53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36"/>
              <p:cNvSpPr/>
              <p:nvPr/>
            </p:nvSpPr>
            <p:spPr>
              <a:xfrm>
                <a:off x="7970432" y="2685242"/>
                <a:ext cx="693519" cy="462037"/>
              </a:xfrm>
              <a:custGeom>
                <a:avLst/>
                <a:gdLst/>
                <a:ahLst/>
                <a:cxnLst/>
                <a:rect l="l" t="t" r="r" b="b"/>
                <a:pathLst>
                  <a:path w="17961" h="11966" extrusionOk="0">
                    <a:moveTo>
                      <a:pt x="4554" y="0"/>
                    </a:moveTo>
                    <a:cubicBezTo>
                      <a:pt x="3242" y="0"/>
                      <a:pt x="2164" y="1096"/>
                      <a:pt x="1831" y="2777"/>
                    </a:cubicBezTo>
                    <a:cubicBezTo>
                      <a:pt x="1486" y="4531"/>
                      <a:pt x="1" y="10517"/>
                      <a:pt x="5617" y="11709"/>
                    </a:cubicBezTo>
                    <a:cubicBezTo>
                      <a:pt x="6470" y="11889"/>
                      <a:pt x="7255" y="11966"/>
                      <a:pt x="7975" y="11966"/>
                    </a:cubicBezTo>
                    <a:cubicBezTo>
                      <a:pt x="11990" y="11966"/>
                      <a:pt x="13931" y="9581"/>
                      <a:pt x="13931" y="9581"/>
                    </a:cubicBezTo>
                    <a:cubicBezTo>
                      <a:pt x="13931" y="9581"/>
                      <a:pt x="13936" y="9581"/>
                      <a:pt x="13936" y="9589"/>
                    </a:cubicBezTo>
                    <a:cubicBezTo>
                      <a:pt x="13957" y="9597"/>
                      <a:pt x="13973" y="9610"/>
                      <a:pt x="13990" y="9623"/>
                    </a:cubicBezTo>
                    <a:cubicBezTo>
                      <a:pt x="14156" y="9748"/>
                      <a:pt x="14661" y="10072"/>
                      <a:pt x="15290" y="10072"/>
                    </a:cubicBezTo>
                    <a:cubicBezTo>
                      <a:pt x="15695" y="10072"/>
                      <a:pt x="16151" y="9938"/>
                      <a:pt x="16601" y="9530"/>
                    </a:cubicBezTo>
                    <a:cubicBezTo>
                      <a:pt x="17910" y="8342"/>
                      <a:pt x="17961" y="6491"/>
                      <a:pt x="16601" y="5824"/>
                    </a:cubicBezTo>
                    <a:cubicBezTo>
                      <a:pt x="16365" y="5707"/>
                      <a:pt x="16146" y="5659"/>
                      <a:pt x="15942" y="5659"/>
                    </a:cubicBezTo>
                    <a:cubicBezTo>
                      <a:pt x="14970" y="5659"/>
                      <a:pt x="14336" y="6761"/>
                      <a:pt x="13805" y="6886"/>
                    </a:cubicBezTo>
                    <a:cubicBezTo>
                      <a:pt x="13757" y="6897"/>
                      <a:pt x="13707" y="6903"/>
                      <a:pt x="13656" y="6903"/>
                    </a:cubicBezTo>
                    <a:cubicBezTo>
                      <a:pt x="13039" y="6903"/>
                      <a:pt x="12325" y="6094"/>
                      <a:pt x="12693" y="4930"/>
                    </a:cubicBezTo>
                    <a:cubicBezTo>
                      <a:pt x="12928" y="4175"/>
                      <a:pt x="13537" y="3461"/>
                      <a:pt x="13835" y="2781"/>
                    </a:cubicBezTo>
                    <a:cubicBezTo>
                      <a:pt x="14040" y="2324"/>
                      <a:pt x="14108" y="1883"/>
                      <a:pt x="13831" y="1463"/>
                    </a:cubicBezTo>
                    <a:cubicBezTo>
                      <a:pt x="13450" y="893"/>
                      <a:pt x="12979" y="614"/>
                      <a:pt x="12447" y="614"/>
                    </a:cubicBezTo>
                    <a:cubicBezTo>
                      <a:pt x="12012" y="614"/>
                      <a:pt x="11536" y="801"/>
                      <a:pt x="11035" y="1169"/>
                    </a:cubicBezTo>
                    <a:cubicBezTo>
                      <a:pt x="10395" y="1640"/>
                      <a:pt x="9460" y="1740"/>
                      <a:pt x="8780" y="1740"/>
                    </a:cubicBezTo>
                    <a:cubicBezTo>
                      <a:pt x="8279" y="1740"/>
                      <a:pt x="7917" y="1686"/>
                      <a:pt x="7917" y="1686"/>
                    </a:cubicBezTo>
                    <a:cubicBezTo>
                      <a:pt x="5491" y="1094"/>
                      <a:pt x="6112" y="103"/>
                      <a:pt x="4727" y="7"/>
                    </a:cubicBezTo>
                    <a:cubicBezTo>
                      <a:pt x="4669" y="2"/>
                      <a:pt x="4611" y="0"/>
                      <a:pt x="45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36"/>
              <p:cNvSpPr/>
              <p:nvPr/>
            </p:nvSpPr>
            <p:spPr>
              <a:xfrm>
                <a:off x="8511085" y="2952055"/>
                <a:ext cx="91396" cy="87573"/>
              </a:xfrm>
              <a:custGeom>
                <a:avLst/>
                <a:gdLst/>
                <a:ahLst/>
                <a:cxnLst/>
                <a:rect l="l" t="t" r="r" b="b"/>
                <a:pathLst>
                  <a:path w="2367" h="2268" extrusionOk="0">
                    <a:moveTo>
                      <a:pt x="1502" y="1"/>
                    </a:moveTo>
                    <a:cubicBezTo>
                      <a:pt x="1191" y="1"/>
                      <a:pt x="838" y="161"/>
                      <a:pt x="521" y="467"/>
                    </a:cubicBezTo>
                    <a:cubicBezTo>
                      <a:pt x="521" y="467"/>
                      <a:pt x="1" y="1260"/>
                      <a:pt x="395" y="1903"/>
                    </a:cubicBezTo>
                    <a:cubicBezTo>
                      <a:pt x="543" y="2141"/>
                      <a:pt x="854" y="2267"/>
                      <a:pt x="1186" y="2267"/>
                    </a:cubicBezTo>
                    <a:cubicBezTo>
                      <a:pt x="1747" y="2267"/>
                      <a:pt x="2367" y="1905"/>
                      <a:pt x="2351" y="1113"/>
                    </a:cubicBezTo>
                    <a:cubicBezTo>
                      <a:pt x="2336" y="357"/>
                      <a:pt x="1966" y="1"/>
                      <a:pt x="1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36"/>
              <p:cNvSpPr/>
              <p:nvPr/>
            </p:nvSpPr>
            <p:spPr>
              <a:xfrm>
                <a:off x="8065728" y="2825676"/>
                <a:ext cx="36991" cy="44443"/>
              </a:xfrm>
              <a:custGeom>
                <a:avLst/>
                <a:gdLst/>
                <a:ahLst/>
                <a:cxnLst/>
                <a:rect l="l" t="t" r="r" b="b"/>
                <a:pathLst>
                  <a:path w="958" h="1151" extrusionOk="0">
                    <a:moveTo>
                      <a:pt x="479" y="0"/>
                    </a:moveTo>
                    <a:cubicBezTo>
                      <a:pt x="215" y="0"/>
                      <a:pt x="1" y="256"/>
                      <a:pt x="1" y="575"/>
                    </a:cubicBezTo>
                    <a:cubicBezTo>
                      <a:pt x="1" y="890"/>
                      <a:pt x="215" y="1150"/>
                      <a:pt x="479" y="1150"/>
                    </a:cubicBezTo>
                    <a:cubicBezTo>
                      <a:pt x="744" y="1150"/>
                      <a:pt x="958" y="890"/>
                      <a:pt x="958" y="575"/>
                    </a:cubicBezTo>
                    <a:cubicBezTo>
                      <a:pt x="958" y="256"/>
                      <a:pt x="744" y="0"/>
                      <a:pt x="4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36"/>
              <p:cNvSpPr/>
              <p:nvPr/>
            </p:nvSpPr>
            <p:spPr>
              <a:xfrm>
                <a:off x="8334587" y="2838303"/>
                <a:ext cx="44443" cy="53054"/>
              </a:xfrm>
              <a:custGeom>
                <a:avLst/>
                <a:gdLst/>
                <a:ahLst/>
                <a:cxnLst/>
                <a:rect l="l" t="t" r="r" b="b"/>
                <a:pathLst>
                  <a:path w="1151" h="1374" extrusionOk="0">
                    <a:moveTo>
                      <a:pt x="576" y="1"/>
                    </a:moveTo>
                    <a:cubicBezTo>
                      <a:pt x="257" y="1"/>
                      <a:pt x="1" y="307"/>
                      <a:pt x="1" y="689"/>
                    </a:cubicBezTo>
                    <a:cubicBezTo>
                      <a:pt x="1" y="1067"/>
                      <a:pt x="261" y="1373"/>
                      <a:pt x="576" y="1373"/>
                    </a:cubicBezTo>
                    <a:cubicBezTo>
                      <a:pt x="895" y="1373"/>
                      <a:pt x="1151" y="1067"/>
                      <a:pt x="1151" y="689"/>
                    </a:cubicBezTo>
                    <a:cubicBezTo>
                      <a:pt x="1151" y="307"/>
                      <a:pt x="895" y="1"/>
                      <a:pt x="5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36"/>
              <p:cNvSpPr/>
              <p:nvPr/>
            </p:nvSpPr>
            <p:spPr>
              <a:xfrm>
                <a:off x="8180291" y="2781465"/>
                <a:ext cx="68112" cy="145144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759" extrusionOk="0">
                    <a:moveTo>
                      <a:pt x="1373" y="0"/>
                    </a:moveTo>
                    <a:cubicBezTo>
                      <a:pt x="1323" y="0"/>
                      <a:pt x="1269" y="41"/>
                      <a:pt x="1269" y="41"/>
                    </a:cubicBezTo>
                    <a:cubicBezTo>
                      <a:pt x="597" y="1129"/>
                      <a:pt x="135" y="2086"/>
                      <a:pt x="64" y="2740"/>
                    </a:cubicBezTo>
                    <a:cubicBezTo>
                      <a:pt x="0" y="3325"/>
                      <a:pt x="1144" y="3759"/>
                      <a:pt x="1507" y="3759"/>
                    </a:cubicBezTo>
                    <a:cubicBezTo>
                      <a:pt x="1550" y="3759"/>
                      <a:pt x="1583" y="3752"/>
                      <a:pt x="1600" y="3739"/>
                    </a:cubicBezTo>
                    <a:cubicBezTo>
                      <a:pt x="1764" y="3622"/>
                      <a:pt x="526" y="3395"/>
                      <a:pt x="408" y="2845"/>
                    </a:cubicBezTo>
                    <a:cubicBezTo>
                      <a:pt x="286" y="2291"/>
                      <a:pt x="1462" y="318"/>
                      <a:pt x="1449" y="113"/>
                    </a:cubicBezTo>
                    <a:cubicBezTo>
                      <a:pt x="1445" y="25"/>
                      <a:pt x="1411" y="0"/>
                      <a:pt x="1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36"/>
              <p:cNvSpPr/>
              <p:nvPr/>
            </p:nvSpPr>
            <p:spPr>
              <a:xfrm>
                <a:off x="8088895" y="2916918"/>
                <a:ext cx="334925" cy="169741"/>
              </a:xfrm>
              <a:custGeom>
                <a:avLst/>
                <a:gdLst/>
                <a:ahLst/>
                <a:cxnLst/>
                <a:rect l="l" t="t" r="r" b="b"/>
                <a:pathLst>
                  <a:path w="8674" h="4396" extrusionOk="0">
                    <a:moveTo>
                      <a:pt x="1471" y="0"/>
                    </a:moveTo>
                    <a:cubicBezTo>
                      <a:pt x="1226" y="0"/>
                      <a:pt x="929" y="69"/>
                      <a:pt x="672" y="256"/>
                    </a:cubicBezTo>
                    <a:cubicBezTo>
                      <a:pt x="412" y="449"/>
                      <a:pt x="194" y="764"/>
                      <a:pt x="118" y="1247"/>
                    </a:cubicBezTo>
                    <a:cubicBezTo>
                      <a:pt x="1" y="1986"/>
                      <a:pt x="274" y="2729"/>
                      <a:pt x="874" y="3308"/>
                    </a:cubicBezTo>
                    <a:cubicBezTo>
                      <a:pt x="1336" y="3757"/>
                      <a:pt x="1986" y="4109"/>
                      <a:pt x="2800" y="4290"/>
                    </a:cubicBezTo>
                    <a:cubicBezTo>
                      <a:pt x="3126" y="4362"/>
                      <a:pt x="3474" y="4396"/>
                      <a:pt x="3829" y="4396"/>
                    </a:cubicBezTo>
                    <a:cubicBezTo>
                      <a:pt x="4307" y="4396"/>
                      <a:pt x="4799" y="4334"/>
                      <a:pt x="5273" y="4219"/>
                    </a:cubicBezTo>
                    <a:cubicBezTo>
                      <a:pt x="6477" y="3929"/>
                      <a:pt x="7560" y="3295"/>
                      <a:pt x="7992" y="2473"/>
                    </a:cubicBezTo>
                    <a:cubicBezTo>
                      <a:pt x="8673" y="1170"/>
                      <a:pt x="7503" y="238"/>
                      <a:pt x="6741" y="238"/>
                    </a:cubicBezTo>
                    <a:cubicBezTo>
                      <a:pt x="6694" y="238"/>
                      <a:pt x="6650" y="241"/>
                      <a:pt x="6607" y="248"/>
                    </a:cubicBezTo>
                    <a:cubicBezTo>
                      <a:pt x="6599" y="248"/>
                      <a:pt x="6595" y="252"/>
                      <a:pt x="6591" y="252"/>
                    </a:cubicBezTo>
                    <a:cubicBezTo>
                      <a:pt x="5912" y="379"/>
                      <a:pt x="4646" y="1026"/>
                      <a:pt x="3626" y="1026"/>
                    </a:cubicBezTo>
                    <a:cubicBezTo>
                      <a:pt x="3529" y="1026"/>
                      <a:pt x="3434" y="1021"/>
                      <a:pt x="3342" y="1008"/>
                    </a:cubicBezTo>
                    <a:cubicBezTo>
                      <a:pt x="2234" y="861"/>
                      <a:pt x="2221" y="277"/>
                      <a:pt x="1877" y="84"/>
                    </a:cubicBezTo>
                    <a:cubicBezTo>
                      <a:pt x="1789" y="34"/>
                      <a:pt x="1643" y="0"/>
                      <a:pt x="14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36"/>
              <p:cNvSpPr/>
              <p:nvPr/>
            </p:nvSpPr>
            <p:spPr>
              <a:xfrm>
                <a:off x="8106232" y="2916918"/>
                <a:ext cx="242216" cy="93713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2427" extrusionOk="0">
                    <a:moveTo>
                      <a:pt x="1026" y="0"/>
                    </a:moveTo>
                    <a:cubicBezTo>
                      <a:pt x="781" y="0"/>
                      <a:pt x="484" y="69"/>
                      <a:pt x="228" y="256"/>
                    </a:cubicBezTo>
                    <a:cubicBezTo>
                      <a:pt x="89" y="756"/>
                      <a:pt x="1" y="1528"/>
                      <a:pt x="685" y="1784"/>
                    </a:cubicBezTo>
                    <a:cubicBezTo>
                      <a:pt x="833" y="1840"/>
                      <a:pt x="968" y="1863"/>
                      <a:pt x="1091" y="1863"/>
                    </a:cubicBezTo>
                    <a:cubicBezTo>
                      <a:pt x="1738" y="1863"/>
                      <a:pt x="2037" y="1199"/>
                      <a:pt x="2104" y="1033"/>
                    </a:cubicBezTo>
                    <a:lnTo>
                      <a:pt x="2104" y="1033"/>
                    </a:lnTo>
                    <a:cubicBezTo>
                      <a:pt x="2045" y="1234"/>
                      <a:pt x="1789" y="2250"/>
                      <a:pt x="2754" y="2410"/>
                    </a:cubicBezTo>
                    <a:cubicBezTo>
                      <a:pt x="2825" y="2421"/>
                      <a:pt x="2891" y="2427"/>
                      <a:pt x="2954" y="2427"/>
                    </a:cubicBezTo>
                    <a:cubicBezTo>
                      <a:pt x="3766" y="2427"/>
                      <a:pt x="3948" y="1507"/>
                      <a:pt x="3976" y="1335"/>
                    </a:cubicBezTo>
                    <a:lnTo>
                      <a:pt x="3976" y="1335"/>
                    </a:lnTo>
                    <a:cubicBezTo>
                      <a:pt x="3959" y="1474"/>
                      <a:pt x="3942" y="2103"/>
                      <a:pt x="4966" y="2200"/>
                    </a:cubicBezTo>
                    <a:cubicBezTo>
                      <a:pt x="5032" y="2206"/>
                      <a:pt x="5094" y="2209"/>
                      <a:pt x="5153" y="2209"/>
                    </a:cubicBezTo>
                    <a:cubicBezTo>
                      <a:pt x="6130" y="2209"/>
                      <a:pt x="6273" y="1417"/>
                      <a:pt x="6221" y="756"/>
                    </a:cubicBezTo>
                    <a:cubicBezTo>
                      <a:pt x="6213" y="584"/>
                      <a:pt x="6192" y="416"/>
                      <a:pt x="6162" y="248"/>
                    </a:cubicBezTo>
                    <a:cubicBezTo>
                      <a:pt x="6154" y="248"/>
                      <a:pt x="6150" y="252"/>
                      <a:pt x="6146" y="252"/>
                    </a:cubicBezTo>
                    <a:cubicBezTo>
                      <a:pt x="5467" y="379"/>
                      <a:pt x="4201" y="1026"/>
                      <a:pt x="3181" y="1026"/>
                    </a:cubicBezTo>
                    <a:cubicBezTo>
                      <a:pt x="3084" y="1026"/>
                      <a:pt x="2989" y="1021"/>
                      <a:pt x="2897" y="1008"/>
                    </a:cubicBezTo>
                    <a:cubicBezTo>
                      <a:pt x="1789" y="861"/>
                      <a:pt x="1776" y="277"/>
                      <a:pt x="1432" y="84"/>
                    </a:cubicBezTo>
                    <a:cubicBezTo>
                      <a:pt x="1344" y="34"/>
                      <a:pt x="1198" y="0"/>
                      <a:pt x="10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36"/>
              <p:cNvSpPr/>
              <p:nvPr/>
            </p:nvSpPr>
            <p:spPr>
              <a:xfrm>
                <a:off x="8122604" y="3027543"/>
                <a:ext cx="169895" cy="59116"/>
              </a:xfrm>
              <a:custGeom>
                <a:avLst/>
                <a:gdLst/>
                <a:ahLst/>
                <a:cxnLst/>
                <a:rect l="l" t="t" r="r" b="b"/>
                <a:pathLst>
                  <a:path w="4400" h="1531" extrusionOk="0">
                    <a:moveTo>
                      <a:pt x="1605" y="1"/>
                    </a:moveTo>
                    <a:cubicBezTo>
                      <a:pt x="790" y="1"/>
                      <a:pt x="271" y="258"/>
                      <a:pt x="1" y="443"/>
                    </a:cubicBezTo>
                    <a:cubicBezTo>
                      <a:pt x="463" y="892"/>
                      <a:pt x="1113" y="1244"/>
                      <a:pt x="1927" y="1425"/>
                    </a:cubicBezTo>
                    <a:cubicBezTo>
                      <a:pt x="2253" y="1497"/>
                      <a:pt x="2601" y="1531"/>
                      <a:pt x="2956" y="1531"/>
                    </a:cubicBezTo>
                    <a:cubicBezTo>
                      <a:pt x="3434" y="1531"/>
                      <a:pt x="3926" y="1469"/>
                      <a:pt x="4400" y="1354"/>
                    </a:cubicBezTo>
                    <a:cubicBezTo>
                      <a:pt x="4022" y="879"/>
                      <a:pt x="3300" y="199"/>
                      <a:pt x="2204" y="44"/>
                    </a:cubicBezTo>
                    <a:cubicBezTo>
                      <a:pt x="1989" y="14"/>
                      <a:pt x="1789" y="1"/>
                      <a:pt x="16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36"/>
              <p:cNvSpPr/>
              <p:nvPr/>
            </p:nvSpPr>
            <p:spPr>
              <a:xfrm>
                <a:off x="8170986" y="3229216"/>
                <a:ext cx="376317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9746" h="3060" extrusionOk="0">
                    <a:moveTo>
                      <a:pt x="619" y="0"/>
                    </a:moveTo>
                    <a:cubicBezTo>
                      <a:pt x="311" y="0"/>
                      <a:pt x="0" y="400"/>
                      <a:pt x="104" y="840"/>
                    </a:cubicBezTo>
                    <a:cubicBezTo>
                      <a:pt x="246" y="1449"/>
                      <a:pt x="825" y="2364"/>
                      <a:pt x="3272" y="2939"/>
                    </a:cubicBezTo>
                    <a:cubicBezTo>
                      <a:pt x="3628" y="3022"/>
                      <a:pt x="3998" y="3059"/>
                      <a:pt x="4372" y="3059"/>
                    </a:cubicBezTo>
                    <a:cubicBezTo>
                      <a:pt x="6585" y="3059"/>
                      <a:pt x="8957" y="1777"/>
                      <a:pt x="9338" y="1339"/>
                    </a:cubicBezTo>
                    <a:cubicBezTo>
                      <a:pt x="9746" y="874"/>
                      <a:pt x="9346" y="111"/>
                      <a:pt x="9030" y="111"/>
                    </a:cubicBezTo>
                    <a:cubicBezTo>
                      <a:pt x="8999" y="111"/>
                      <a:pt x="8968" y="118"/>
                      <a:pt x="8939" y="135"/>
                    </a:cubicBezTo>
                    <a:cubicBezTo>
                      <a:pt x="8630" y="309"/>
                      <a:pt x="6671" y="1903"/>
                      <a:pt x="4384" y="1903"/>
                    </a:cubicBezTo>
                    <a:cubicBezTo>
                      <a:pt x="4308" y="1903"/>
                      <a:pt x="4231" y="1901"/>
                      <a:pt x="4154" y="1898"/>
                    </a:cubicBezTo>
                    <a:cubicBezTo>
                      <a:pt x="1770" y="1789"/>
                      <a:pt x="1023" y="311"/>
                      <a:pt x="947" y="198"/>
                    </a:cubicBezTo>
                    <a:cubicBezTo>
                      <a:pt x="854" y="59"/>
                      <a:pt x="737" y="0"/>
                      <a:pt x="61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36"/>
              <p:cNvSpPr/>
              <p:nvPr/>
            </p:nvSpPr>
            <p:spPr>
              <a:xfrm>
                <a:off x="8084687" y="3438651"/>
                <a:ext cx="679734" cy="453349"/>
              </a:xfrm>
              <a:custGeom>
                <a:avLst/>
                <a:gdLst/>
                <a:ahLst/>
                <a:cxnLst/>
                <a:rect l="l" t="t" r="r" b="b"/>
                <a:pathLst>
                  <a:path w="17604" h="11741" extrusionOk="0">
                    <a:moveTo>
                      <a:pt x="994" y="0"/>
                    </a:moveTo>
                    <a:cubicBezTo>
                      <a:pt x="870" y="0"/>
                      <a:pt x="734" y="40"/>
                      <a:pt x="601" y="159"/>
                    </a:cubicBezTo>
                    <a:cubicBezTo>
                      <a:pt x="328" y="402"/>
                      <a:pt x="148" y="826"/>
                      <a:pt x="64" y="1070"/>
                    </a:cubicBezTo>
                    <a:cubicBezTo>
                      <a:pt x="17" y="1187"/>
                      <a:pt x="1" y="1259"/>
                      <a:pt x="1" y="1259"/>
                    </a:cubicBezTo>
                    <a:cubicBezTo>
                      <a:pt x="1" y="1259"/>
                      <a:pt x="13" y="1338"/>
                      <a:pt x="51" y="1494"/>
                    </a:cubicBezTo>
                    <a:cubicBezTo>
                      <a:pt x="320" y="2547"/>
                      <a:pt x="1638" y="6946"/>
                      <a:pt x="5722" y="9876"/>
                    </a:cubicBezTo>
                    <a:cubicBezTo>
                      <a:pt x="7552" y="11188"/>
                      <a:pt x="9316" y="11740"/>
                      <a:pt x="10874" y="11740"/>
                    </a:cubicBezTo>
                    <a:cubicBezTo>
                      <a:pt x="13291" y="11740"/>
                      <a:pt x="15212" y="10411"/>
                      <a:pt x="16118" y="8532"/>
                    </a:cubicBezTo>
                    <a:cubicBezTo>
                      <a:pt x="17604" y="5439"/>
                      <a:pt x="16605" y="1834"/>
                      <a:pt x="16605" y="1834"/>
                    </a:cubicBezTo>
                    <a:lnTo>
                      <a:pt x="16605" y="1834"/>
                    </a:lnTo>
                    <a:lnTo>
                      <a:pt x="15069" y="2362"/>
                    </a:lnTo>
                    <a:lnTo>
                      <a:pt x="12026" y="3416"/>
                    </a:lnTo>
                    <a:cubicBezTo>
                      <a:pt x="12026" y="3416"/>
                      <a:pt x="13591" y="5523"/>
                      <a:pt x="11749" y="7156"/>
                    </a:cubicBezTo>
                    <a:cubicBezTo>
                      <a:pt x="11230" y="7617"/>
                      <a:pt x="10646" y="7810"/>
                      <a:pt x="10031" y="7810"/>
                    </a:cubicBezTo>
                    <a:cubicBezTo>
                      <a:pt x="8464" y="7810"/>
                      <a:pt x="6701" y="6554"/>
                      <a:pt x="5323" y="5288"/>
                    </a:cubicBezTo>
                    <a:cubicBezTo>
                      <a:pt x="3690" y="3781"/>
                      <a:pt x="2011" y="1112"/>
                      <a:pt x="1554" y="360"/>
                    </a:cubicBezTo>
                    <a:cubicBezTo>
                      <a:pt x="1474" y="234"/>
                      <a:pt x="1432" y="159"/>
                      <a:pt x="1432" y="159"/>
                    </a:cubicBezTo>
                    <a:cubicBezTo>
                      <a:pt x="1432" y="159"/>
                      <a:pt x="124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36"/>
              <p:cNvSpPr/>
              <p:nvPr/>
            </p:nvSpPr>
            <p:spPr>
              <a:xfrm>
                <a:off x="7937843" y="3244430"/>
                <a:ext cx="202136" cy="184529"/>
              </a:xfrm>
              <a:custGeom>
                <a:avLst/>
                <a:gdLst/>
                <a:ahLst/>
                <a:cxnLst/>
                <a:rect l="l" t="t" r="r" b="b"/>
                <a:pathLst>
                  <a:path w="5235" h="4779" extrusionOk="0">
                    <a:moveTo>
                      <a:pt x="3597" y="1"/>
                    </a:moveTo>
                    <a:cubicBezTo>
                      <a:pt x="2654" y="1"/>
                      <a:pt x="827" y="221"/>
                      <a:pt x="568" y="324"/>
                    </a:cubicBezTo>
                    <a:cubicBezTo>
                      <a:pt x="253" y="454"/>
                      <a:pt x="1" y="1080"/>
                      <a:pt x="1" y="1080"/>
                    </a:cubicBezTo>
                    <a:cubicBezTo>
                      <a:pt x="1" y="1080"/>
                      <a:pt x="845" y="3292"/>
                      <a:pt x="971" y="3552"/>
                    </a:cubicBezTo>
                    <a:cubicBezTo>
                      <a:pt x="1094" y="3807"/>
                      <a:pt x="3090" y="4779"/>
                      <a:pt x="3708" y="4779"/>
                    </a:cubicBezTo>
                    <a:cubicBezTo>
                      <a:pt x="3721" y="4779"/>
                      <a:pt x="3733" y="4778"/>
                      <a:pt x="3745" y="4778"/>
                    </a:cubicBezTo>
                    <a:cubicBezTo>
                      <a:pt x="4316" y="4736"/>
                      <a:pt x="5176" y="4249"/>
                      <a:pt x="5176" y="4249"/>
                    </a:cubicBezTo>
                    <a:cubicBezTo>
                      <a:pt x="5176" y="4249"/>
                      <a:pt x="5235" y="3401"/>
                      <a:pt x="5075" y="2679"/>
                    </a:cubicBezTo>
                    <a:cubicBezTo>
                      <a:pt x="4920" y="1953"/>
                      <a:pt x="4605" y="169"/>
                      <a:pt x="4060" y="35"/>
                    </a:cubicBezTo>
                    <a:cubicBezTo>
                      <a:pt x="3963" y="11"/>
                      <a:pt x="3801" y="1"/>
                      <a:pt x="35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36"/>
              <p:cNvSpPr/>
              <p:nvPr/>
            </p:nvSpPr>
            <p:spPr>
              <a:xfrm>
                <a:off x="7963791" y="3314704"/>
                <a:ext cx="181402" cy="182290"/>
              </a:xfrm>
              <a:custGeom>
                <a:avLst/>
                <a:gdLst/>
                <a:ahLst/>
                <a:cxnLst/>
                <a:rect l="l" t="t" r="r" b="b"/>
                <a:pathLst>
                  <a:path w="4698" h="4721" extrusionOk="0">
                    <a:moveTo>
                      <a:pt x="4156" y="0"/>
                    </a:moveTo>
                    <a:cubicBezTo>
                      <a:pt x="4083" y="0"/>
                      <a:pt x="3997" y="35"/>
                      <a:pt x="3896" y="116"/>
                    </a:cubicBezTo>
                    <a:cubicBezTo>
                      <a:pt x="3535" y="406"/>
                      <a:pt x="3585" y="1094"/>
                      <a:pt x="3640" y="1467"/>
                    </a:cubicBezTo>
                    <a:cubicBezTo>
                      <a:pt x="3694" y="1841"/>
                      <a:pt x="3472" y="2185"/>
                      <a:pt x="3035" y="2341"/>
                    </a:cubicBezTo>
                    <a:cubicBezTo>
                      <a:pt x="2942" y="2375"/>
                      <a:pt x="2817" y="2389"/>
                      <a:pt x="2675" y="2389"/>
                    </a:cubicBezTo>
                    <a:cubicBezTo>
                      <a:pt x="2156" y="2389"/>
                      <a:pt x="1417" y="2198"/>
                      <a:pt x="1226" y="2105"/>
                    </a:cubicBezTo>
                    <a:cubicBezTo>
                      <a:pt x="1155" y="2059"/>
                      <a:pt x="1096" y="1996"/>
                      <a:pt x="1054" y="1921"/>
                    </a:cubicBezTo>
                    <a:cubicBezTo>
                      <a:pt x="823" y="1589"/>
                      <a:pt x="567" y="934"/>
                      <a:pt x="567" y="934"/>
                    </a:cubicBezTo>
                    <a:cubicBezTo>
                      <a:pt x="399" y="1056"/>
                      <a:pt x="257" y="1216"/>
                      <a:pt x="152" y="1392"/>
                    </a:cubicBezTo>
                    <a:cubicBezTo>
                      <a:pt x="1" y="1669"/>
                      <a:pt x="131" y="2022"/>
                      <a:pt x="215" y="2126"/>
                    </a:cubicBezTo>
                    <a:cubicBezTo>
                      <a:pt x="290" y="2227"/>
                      <a:pt x="357" y="2332"/>
                      <a:pt x="420" y="2437"/>
                    </a:cubicBezTo>
                    <a:cubicBezTo>
                      <a:pt x="420" y="2437"/>
                      <a:pt x="252" y="2513"/>
                      <a:pt x="248" y="2664"/>
                    </a:cubicBezTo>
                    <a:cubicBezTo>
                      <a:pt x="240" y="2815"/>
                      <a:pt x="555" y="3121"/>
                      <a:pt x="555" y="3121"/>
                    </a:cubicBezTo>
                    <a:cubicBezTo>
                      <a:pt x="555" y="3121"/>
                      <a:pt x="504" y="3134"/>
                      <a:pt x="513" y="3314"/>
                    </a:cubicBezTo>
                    <a:cubicBezTo>
                      <a:pt x="521" y="3491"/>
                      <a:pt x="1201" y="4045"/>
                      <a:pt x="1436" y="4129"/>
                    </a:cubicBezTo>
                    <a:cubicBezTo>
                      <a:pt x="1528" y="4161"/>
                      <a:pt x="1686" y="4167"/>
                      <a:pt x="1862" y="4167"/>
                    </a:cubicBezTo>
                    <a:cubicBezTo>
                      <a:pt x="1946" y="4167"/>
                      <a:pt x="2034" y="4165"/>
                      <a:pt x="2120" y="4165"/>
                    </a:cubicBezTo>
                    <a:cubicBezTo>
                      <a:pt x="2316" y="4165"/>
                      <a:pt x="2504" y="4172"/>
                      <a:pt x="2620" y="4213"/>
                    </a:cubicBezTo>
                    <a:cubicBezTo>
                      <a:pt x="2897" y="4313"/>
                      <a:pt x="3044" y="4519"/>
                      <a:pt x="3182" y="4704"/>
                    </a:cubicBezTo>
                    <a:lnTo>
                      <a:pt x="3186" y="4704"/>
                    </a:lnTo>
                    <a:cubicBezTo>
                      <a:pt x="3195" y="4715"/>
                      <a:pt x="3209" y="4721"/>
                      <a:pt x="3227" y="4721"/>
                    </a:cubicBezTo>
                    <a:cubicBezTo>
                      <a:pt x="3282" y="4721"/>
                      <a:pt x="3377" y="4673"/>
                      <a:pt x="3493" y="4594"/>
                    </a:cubicBezTo>
                    <a:cubicBezTo>
                      <a:pt x="3933" y="4296"/>
                      <a:pt x="4685" y="3570"/>
                      <a:pt x="4685" y="3570"/>
                    </a:cubicBezTo>
                    <a:cubicBezTo>
                      <a:pt x="4504" y="3226"/>
                      <a:pt x="4672" y="2580"/>
                      <a:pt x="4685" y="2139"/>
                    </a:cubicBezTo>
                    <a:cubicBezTo>
                      <a:pt x="4697" y="1703"/>
                      <a:pt x="4555" y="851"/>
                      <a:pt x="4492" y="490"/>
                    </a:cubicBezTo>
                    <a:cubicBezTo>
                      <a:pt x="4446" y="230"/>
                      <a:pt x="4344" y="0"/>
                      <a:pt x="41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36"/>
              <p:cNvSpPr/>
              <p:nvPr/>
            </p:nvSpPr>
            <p:spPr>
              <a:xfrm>
                <a:off x="6735177" y="4174452"/>
                <a:ext cx="121552" cy="10228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2649" extrusionOk="0">
                    <a:moveTo>
                      <a:pt x="613" y="1"/>
                    </a:moveTo>
                    <a:cubicBezTo>
                      <a:pt x="565" y="1"/>
                      <a:pt x="528" y="16"/>
                      <a:pt x="504" y="49"/>
                    </a:cubicBezTo>
                    <a:cubicBezTo>
                      <a:pt x="189" y="494"/>
                      <a:pt x="0" y="943"/>
                      <a:pt x="592" y="1422"/>
                    </a:cubicBezTo>
                    <a:cubicBezTo>
                      <a:pt x="1137" y="1863"/>
                      <a:pt x="2020" y="2649"/>
                      <a:pt x="2455" y="2649"/>
                    </a:cubicBezTo>
                    <a:cubicBezTo>
                      <a:pt x="2492" y="2649"/>
                      <a:pt x="2526" y="2643"/>
                      <a:pt x="2556" y="2631"/>
                    </a:cubicBezTo>
                    <a:cubicBezTo>
                      <a:pt x="2938" y="2480"/>
                      <a:pt x="3148" y="1833"/>
                      <a:pt x="2472" y="1287"/>
                    </a:cubicBezTo>
                    <a:cubicBezTo>
                      <a:pt x="1878" y="808"/>
                      <a:pt x="963" y="1"/>
                      <a:pt x="6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36"/>
              <p:cNvSpPr/>
              <p:nvPr/>
            </p:nvSpPr>
            <p:spPr>
              <a:xfrm>
                <a:off x="8480311" y="3295784"/>
                <a:ext cx="299517" cy="298089"/>
              </a:xfrm>
              <a:custGeom>
                <a:avLst/>
                <a:gdLst/>
                <a:ahLst/>
                <a:cxnLst/>
                <a:rect l="l" t="t" r="r" b="b"/>
                <a:pathLst>
                  <a:path w="7757" h="7720" extrusionOk="0">
                    <a:moveTo>
                      <a:pt x="2948" y="0"/>
                    </a:moveTo>
                    <a:cubicBezTo>
                      <a:pt x="2547" y="0"/>
                      <a:pt x="2209" y="110"/>
                      <a:pt x="1977" y="325"/>
                    </a:cubicBezTo>
                    <a:cubicBezTo>
                      <a:pt x="9" y="2125"/>
                      <a:pt x="0" y="3989"/>
                      <a:pt x="344" y="5618"/>
                    </a:cubicBezTo>
                    <a:cubicBezTo>
                      <a:pt x="689" y="7250"/>
                      <a:pt x="1415" y="7561"/>
                      <a:pt x="2233" y="7708"/>
                    </a:cubicBezTo>
                    <a:cubicBezTo>
                      <a:pt x="2275" y="7715"/>
                      <a:pt x="2324" y="7719"/>
                      <a:pt x="2378" y="7719"/>
                    </a:cubicBezTo>
                    <a:cubicBezTo>
                      <a:pt x="3389" y="7719"/>
                      <a:pt x="6419" y="6437"/>
                      <a:pt x="7073" y="5676"/>
                    </a:cubicBezTo>
                    <a:cubicBezTo>
                      <a:pt x="7757" y="4875"/>
                      <a:pt x="6615" y="1983"/>
                      <a:pt x="5297" y="954"/>
                    </a:cubicBezTo>
                    <a:cubicBezTo>
                      <a:pt x="4471" y="310"/>
                      <a:pt x="3621" y="0"/>
                      <a:pt x="29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2" name="Google Shape;962;p36"/>
            <p:cNvGrpSpPr/>
            <p:nvPr/>
          </p:nvGrpSpPr>
          <p:grpSpPr>
            <a:xfrm>
              <a:off x="2815860" y="3212009"/>
              <a:ext cx="2845200" cy="1868970"/>
              <a:chOff x="3280670" y="3020482"/>
              <a:chExt cx="2770939" cy="1813654"/>
            </a:xfrm>
          </p:grpSpPr>
          <p:sp>
            <p:nvSpPr>
              <p:cNvPr id="963" name="Google Shape;963;p36"/>
              <p:cNvSpPr/>
              <p:nvPr/>
            </p:nvSpPr>
            <p:spPr>
              <a:xfrm rot="-4317798">
                <a:off x="3729289" y="3604367"/>
                <a:ext cx="270795" cy="84596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3027" extrusionOk="0">
                    <a:moveTo>
                      <a:pt x="1301" y="0"/>
                    </a:moveTo>
                    <a:cubicBezTo>
                      <a:pt x="1301" y="0"/>
                      <a:pt x="0" y="8353"/>
                      <a:pt x="508" y="14028"/>
                    </a:cubicBezTo>
                    <a:cubicBezTo>
                      <a:pt x="856" y="17910"/>
                      <a:pt x="1528" y="20684"/>
                      <a:pt x="1914" y="22057"/>
                    </a:cubicBezTo>
                    <a:cubicBezTo>
                      <a:pt x="2094" y="22691"/>
                      <a:pt x="2212" y="23026"/>
                      <a:pt x="2212" y="23026"/>
                    </a:cubicBezTo>
                    <a:lnTo>
                      <a:pt x="7370" y="21272"/>
                    </a:lnTo>
                    <a:cubicBezTo>
                      <a:pt x="7370" y="21272"/>
                      <a:pt x="7144" y="20542"/>
                      <a:pt x="6804" y="19358"/>
                    </a:cubicBezTo>
                    <a:cubicBezTo>
                      <a:pt x="6644" y="18812"/>
                      <a:pt x="6464" y="18174"/>
                      <a:pt x="6267" y="17465"/>
                    </a:cubicBezTo>
                    <a:cubicBezTo>
                      <a:pt x="5687" y="15366"/>
                      <a:pt x="4986" y="12659"/>
                      <a:pt x="4449" y="10019"/>
                    </a:cubicBezTo>
                    <a:cubicBezTo>
                      <a:pt x="3849" y="7052"/>
                      <a:pt x="3450" y="4042"/>
                      <a:pt x="3253" y="1020"/>
                    </a:cubicBezTo>
                    <a:cubicBezTo>
                      <a:pt x="3215" y="365"/>
                      <a:pt x="3203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36"/>
              <p:cNvSpPr/>
              <p:nvPr/>
            </p:nvSpPr>
            <p:spPr>
              <a:xfrm rot="-4317798">
                <a:off x="3729289" y="3604367"/>
                <a:ext cx="270795" cy="84596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3027" extrusionOk="0">
                    <a:moveTo>
                      <a:pt x="1301" y="0"/>
                    </a:moveTo>
                    <a:cubicBezTo>
                      <a:pt x="1301" y="0"/>
                      <a:pt x="0" y="8353"/>
                      <a:pt x="508" y="14028"/>
                    </a:cubicBezTo>
                    <a:cubicBezTo>
                      <a:pt x="856" y="17910"/>
                      <a:pt x="1528" y="20684"/>
                      <a:pt x="1914" y="22057"/>
                    </a:cubicBezTo>
                    <a:cubicBezTo>
                      <a:pt x="2094" y="22691"/>
                      <a:pt x="2212" y="23026"/>
                      <a:pt x="2212" y="23026"/>
                    </a:cubicBezTo>
                    <a:lnTo>
                      <a:pt x="7370" y="21272"/>
                    </a:lnTo>
                    <a:cubicBezTo>
                      <a:pt x="7370" y="21272"/>
                      <a:pt x="7144" y="20542"/>
                      <a:pt x="6804" y="19358"/>
                    </a:cubicBezTo>
                    <a:cubicBezTo>
                      <a:pt x="6644" y="18812"/>
                      <a:pt x="6464" y="18174"/>
                      <a:pt x="6267" y="17465"/>
                    </a:cubicBezTo>
                    <a:cubicBezTo>
                      <a:pt x="5687" y="15366"/>
                      <a:pt x="4986" y="12659"/>
                      <a:pt x="4449" y="10019"/>
                    </a:cubicBezTo>
                    <a:cubicBezTo>
                      <a:pt x="3849" y="7052"/>
                      <a:pt x="3450" y="4042"/>
                      <a:pt x="3253" y="1020"/>
                    </a:cubicBezTo>
                    <a:cubicBezTo>
                      <a:pt x="3215" y="365"/>
                      <a:pt x="3203" y="0"/>
                      <a:pt x="3203" y="0"/>
                    </a:cubicBezTo>
                    <a:close/>
                  </a:path>
                </a:pathLst>
              </a:custGeom>
              <a:solidFill>
                <a:srgbClr val="202F34">
                  <a:alpha val="405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36"/>
              <p:cNvSpPr/>
              <p:nvPr/>
            </p:nvSpPr>
            <p:spPr>
              <a:xfrm rot="-4317798">
                <a:off x="3665144" y="3652449"/>
                <a:ext cx="94159" cy="161353"/>
              </a:xfrm>
              <a:custGeom>
                <a:avLst/>
                <a:gdLst/>
                <a:ahLst/>
                <a:cxnLst/>
                <a:rect l="l" t="t" r="r" b="b"/>
                <a:pathLst>
                  <a:path w="2563" h="4392" extrusionOk="0">
                    <a:moveTo>
                      <a:pt x="854" y="1"/>
                    </a:moveTo>
                    <a:cubicBezTo>
                      <a:pt x="839" y="1"/>
                      <a:pt x="825" y="2"/>
                      <a:pt x="811" y="5"/>
                    </a:cubicBezTo>
                    <a:cubicBezTo>
                      <a:pt x="227" y="131"/>
                      <a:pt x="252" y="996"/>
                      <a:pt x="483" y="1659"/>
                    </a:cubicBezTo>
                    <a:cubicBezTo>
                      <a:pt x="710" y="2318"/>
                      <a:pt x="1" y="2876"/>
                      <a:pt x="1" y="2876"/>
                    </a:cubicBezTo>
                    <a:lnTo>
                      <a:pt x="911" y="4392"/>
                    </a:lnTo>
                    <a:cubicBezTo>
                      <a:pt x="911" y="4392"/>
                      <a:pt x="2309" y="3741"/>
                      <a:pt x="2439" y="3082"/>
                    </a:cubicBezTo>
                    <a:cubicBezTo>
                      <a:pt x="2562" y="2435"/>
                      <a:pt x="1454" y="1"/>
                      <a:pt x="8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36"/>
              <p:cNvSpPr/>
              <p:nvPr/>
            </p:nvSpPr>
            <p:spPr>
              <a:xfrm rot="-4317798">
                <a:off x="3292251" y="3884948"/>
                <a:ext cx="153160" cy="135563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3690" extrusionOk="0">
                    <a:moveTo>
                      <a:pt x="2075" y="1"/>
                    </a:moveTo>
                    <a:cubicBezTo>
                      <a:pt x="1459" y="1"/>
                      <a:pt x="843" y="169"/>
                      <a:pt x="559" y="336"/>
                    </a:cubicBezTo>
                    <a:cubicBezTo>
                      <a:pt x="1" y="667"/>
                      <a:pt x="840" y="1074"/>
                      <a:pt x="1499" y="1733"/>
                    </a:cubicBezTo>
                    <a:cubicBezTo>
                      <a:pt x="2158" y="2397"/>
                      <a:pt x="1810" y="3689"/>
                      <a:pt x="1810" y="3689"/>
                    </a:cubicBezTo>
                    <a:lnTo>
                      <a:pt x="3761" y="3312"/>
                    </a:lnTo>
                    <a:cubicBezTo>
                      <a:pt x="3761" y="3312"/>
                      <a:pt x="4169" y="1557"/>
                      <a:pt x="3560" y="617"/>
                    </a:cubicBezTo>
                    <a:cubicBezTo>
                      <a:pt x="3260" y="156"/>
                      <a:pt x="2667" y="1"/>
                      <a:pt x="20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36"/>
              <p:cNvSpPr/>
              <p:nvPr/>
            </p:nvSpPr>
            <p:spPr>
              <a:xfrm rot="-4317798">
                <a:off x="3719562" y="3804410"/>
                <a:ext cx="628695" cy="799563"/>
              </a:xfrm>
              <a:custGeom>
                <a:avLst/>
                <a:gdLst/>
                <a:ahLst/>
                <a:cxnLst/>
                <a:rect l="l" t="t" r="r" b="b"/>
                <a:pathLst>
                  <a:path w="17113" h="21764" extrusionOk="0">
                    <a:moveTo>
                      <a:pt x="16223" y="1"/>
                    </a:moveTo>
                    <a:cubicBezTo>
                      <a:pt x="16188" y="1"/>
                      <a:pt x="16168" y="4"/>
                      <a:pt x="16168" y="4"/>
                    </a:cubicBezTo>
                    <a:cubicBezTo>
                      <a:pt x="16168" y="4"/>
                      <a:pt x="3517" y="6715"/>
                      <a:pt x="1759" y="11160"/>
                    </a:cubicBezTo>
                    <a:cubicBezTo>
                      <a:pt x="0" y="15609"/>
                      <a:pt x="3895" y="20718"/>
                      <a:pt x="3895" y="20718"/>
                    </a:cubicBezTo>
                    <a:cubicBezTo>
                      <a:pt x="4361" y="20940"/>
                      <a:pt x="4839" y="21133"/>
                      <a:pt x="5331" y="21297"/>
                    </a:cubicBezTo>
                    <a:cubicBezTo>
                      <a:pt x="6045" y="21538"/>
                      <a:pt x="6919" y="21764"/>
                      <a:pt x="7700" y="21764"/>
                    </a:cubicBezTo>
                    <a:cubicBezTo>
                      <a:pt x="8167" y="21764"/>
                      <a:pt x="8601" y="21683"/>
                      <a:pt x="8949" y="21477"/>
                    </a:cubicBezTo>
                    <a:cubicBezTo>
                      <a:pt x="10552" y="20541"/>
                      <a:pt x="10854" y="18254"/>
                      <a:pt x="10854" y="18254"/>
                    </a:cubicBezTo>
                    <a:cubicBezTo>
                      <a:pt x="10854" y="18254"/>
                      <a:pt x="9964" y="17553"/>
                      <a:pt x="9213" y="16189"/>
                    </a:cubicBezTo>
                    <a:cubicBezTo>
                      <a:pt x="8630" y="15123"/>
                      <a:pt x="8290" y="13943"/>
                      <a:pt x="8227" y="12730"/>
                    </a:cubicBezTo>
                    <a:cubicBezTo>
                      <a:pt x="8189" y="12147"/>
                      <a:pt x="8210" y="11563"/>
                      <a:pt x="8290" y="10984"/>
                    </a:cubicBezTo>
                    <a:cubicBezTo>
                      <a:pt x="8785" y="7286"/>
                      <a:pt x="13826" y="3555"/>
                      <a:pt x="16029" y="2086"/>
                    </a:cubicBezTo>
                    <a:cubicBezTo>
                      <a:pt x="16659" y="1666"/>
                      <a:pt x="17058" y="1427"/>
                      <a:pt x="17058" y="1427"/>
                    </a:cubicBezTo>
                    <a:cubicBezTo>
                      <a:pt x="17058" y="1427"/>
                      <a:pt x="17112" y="1095"/>
                      <a:pt x="16881" y="512"/>
                    </a:cubicBezTo>
                    <a:cubicBezTo>
                      <a:pt x="16698" y="49"/>
                      <a:pt x="16356" y="1"/>
                      <a:pt x="162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36"/>
              <p:cNvSpPr/>
              <p:nvPr/>
            </p:nvSpPr>
            <p:spPr>
              <a:xfrm rot="-4317798">
                <a:off x="3373785" y="3922435"/>
                <a:ext cx="142359" cy="54703"/>
              </a:xfrm>
              <a:custGeom>
                <a:avLst/>
                <a:gdLst/>
                <a:ahLst/>
                <a:cxnLst/>
                <a:rect l="l" t="t" r="r" b="b"/>
                <a:pathLst>
                  <a:path w="3875" h="1489" extrusionOk="0">
                    <a:moveTo>
                      <a:pt x="3139" y="1"/>
                    </a:moveTo>
                    <a:cubicBezTo>
                      <a:pt x="2581" y="1"/>
                      <a:pt x="714" y="366"/>
                      <a:pt x="714" y="366"/>
                    </a:cubicBezTo>
                    <a:cubicBezTo>
                      <a:pt x="0" y="496"/>
                      <a:pt x="151" y="1462"/>
                      <a:pt x="714" y="1487"/>
                    </a:cubicBezTo>
                    <a:cubicBezTo>
                      <a:pt x="732" y="1488"/>
                      <a:pt x="751" y="1488"/>
                      <a:pt x="771" y="1488"/>
                    </a:cubicBezTo>
                    <a:cubicBezTo>
                      <a:pt x="1384" y="1488"/>
                      <a:pt x="3053" y="1127"/>
                      <a:pt x="3459" y="904"/>
                    </a:cubicBezTo>
                    <a:cubicBezTo>
                      <a:pt x="3874" y="673"/>
                      <a:pt x="3585" y="85"/>
                      <a:pt x="3253" y="10"/>
                    </a:cubicBezTo>
                    <a:cubicBezTo>
                      <a:pt x="3227" y="4"/>
                      <a:pt x="3188" y="1"/>
                      <a:pt x="3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36"/>
              <p:cNvSpPr/>
              <p:nvPr/>
            </p:nvSpPr>
            <p:spPr>
              <a:xfrm rot="-4317798">
                <a:off x="3728054" y="3742022"/>
                <a:ext cx="72594" cy="105695"/>
              </a:xfrm>
              <a:custGeom>
                <a:avLst/>
                <a:gdLst/>
                <a:ahLst/>
                <a:cxnLst/>
                <a:rect l="l" t="t" r="r" b="b"/>
                <a:pathLst>
                  <a:path w="1976" h="2877" extrusionOk="0">
                    <a:moveTo>
                      <a:pt x="705" y="0"/>
                    </a:moveTo>
                    <a:cubicBezTo>
                      <a:pt x="651" y="0"/>
                      <a:pt x="594" y="8"/>
                      <a:pt x="534" y="23"/>
                    </a:cubicBezTo>
                    <a:cubicBezTo>
                      <a:pt x="1" y="153"/>
                      <a:pt x="177" y="707"/>
                      <a:pt x="303" y="1420"/>
                    </a:cubicBezTo>
                    <a:cubicBezTo>
                      <a:pt x="433" y="2130"/>
                      <a:pt x="735" y="2743"/>
                      <a:pt x="1067" y="2843"/>
                    </a:cubicBezTo>
                    <a:cubicBezTo>
                      <a:pt x="1135" y="2864"/>
                      <a:pt x="1216" y="2876"/>
                      <a:pt x="1299" y="2876"/>
                    </a:cubicBezTo>
                    <a:cubicBezTo>
                      <a:pt x="1618" y="2876"/>
                      <a:pt x="1976" y="2696"/>
                      <a:pt x="1856" y="2130"/>
                    </a:cubicBezTo>
                    <a:cubicBezTo>
                      <a:pt x="1711" y="1467"/>
                      <a:pt x="1481" y="0"/>
                      <a:pt x="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36"/>
              <p:cNvSpPr/>
              <p:nvPr/>
            </p:nvSpPr>
            <p:spPr>
              <a:xfrm rot="-4317798">
                <a:off x="3987535" y="3887799"/>
                <a:ext cx="864148" cy="817785"/>
              </a:xfrm>
              <a:custGeom>
                <a:avLst/>
                <a:gdLst/>
                <a:ahLst/>
                <a:cxnLst/>
                <a:rect l="l" t="t" r="r" b="b"/>
                <a:pathLst>
                  <a:path w="23522" h="22260" extrusionOk="0">
                    <a:moveTo>
                      <a:pt x="20505" y="0"/>
                    </a:moveTo>
                    <a:cubicBezTo>
                      <a:pt x="20251" y="0"/>
                      <a:pt x="19978" y="18"/>
                      <a:pt x="19686" y="55"/>
                    </a:cubicBezTo>
                    <a:cubicBezTo>
                      <a:pt x="16786" y="416"/>
                      <a:pt x="16278" y="2069"/>
                      <a:pt x="15086" y="2628"/>
                    </a:cubicBezTo>
                    <a:cubicBezTo>
                      <a:pt x="14769" y="2775"/>
                      <a:pt x="14411" y="2822"/>
                      <a:pt x="14015" y="2822"/>
                    </a:cubicBezTo>
                    <a:cubicBezTo>
                      <a:pt x="13335" y="2822"/>
                      <a:pt x="12546" y="2684"/>
                      <a:pt x="11672" y="2684"/>
                    </a:cubicBezTo>
                    <a:cubicBezTo>
                      <a:pt x="11129" y="2684"/>
                      <a:pt x="10554" y="2737"/>
                      <a:pt x="9952" y="2909"/>
                    </a:cubicBezTo>
                    <a:cubicBezTo>
                      <a:pt x="7816" y="3517"/>
                      <a:pt x="6519" y="4558"/>
                      <a:pt x="6167" y="6413"/>
                    </a:cubicBezTo>
                    <a:cubicBezTo>
                      <a:pt x="6003" y="7253"/>
                      <a:pt x="5915" y="7853"/>
                      <a:pt x="5801" y="8302"/>
                    </a:cubicBezTo>
                    <a:cubicBezTo>
                      <a:pt x="5667" y="8844"/>
                      <a:pt x="5499" y="9163"/>
                      <a:pt x="5121" y="9414"/>
                    </a:cubicBezTo>
                    <a:cubicBezTo>
                      <a:pt x="4433" y="9868"/>
                      <a:pt x="2960" y="9822"/>
                      <a:pt x="2276" y="10938"/>
                    </a:cubicBezTo>
                    <a:cubicBezTo>
                      <a:pt x="1587" y="12055"/>
                      <a:pt x="1541" y="12739"/>
                      <a:pt x="1667" y="14879"/>
                    </a:cubicBezTo>
                    <a:cubicBezTo>
                      <a:pt x="1793" y="17016"/>
                      <a:pt x="446" y="16991"/>
                      <a:pt x="190" y="18183"/>
                    </a:cubicBezTo>
                    <a:cubicBezTo>
                      <a:pt x="68" y="18762"/>
                      <a:pt x="1" y="19601"/>
                      <a:pt x="240" y="20369"/>
                    </a:cubicBezTo>
                    <a:cubicBezTo>
                      <a:pt x="496" y="21188"/>
                      <a:pt x="1105" y="21927"/>
                      <a:pt x="2376" y="22174"/>
                    </a:cubicBezTo>
                    <a:cubicBezTo>
                      <a:pt x="2679" y="22233"/>
                      <a:pt x="2983" y="22260"/>
                      <a:pt x="3286" y="22260"/>
                    </a:cubicBezTo>
                    <a:cubicBezTo>
                      <a:pt x="5452" y="22260"/>
                      <a:pt x="7614" y="20910"/>
                      <a:pt x="9440" y="20516"/>
                    </a:cubicBezTo>
                    <a:cubicBezTo>
                      <a:pt x="10933" y="20192"/>
                      <a:pt x="12112" y="19670"/>
                      <a:pt x="13277" y="19670"/>
                    </a:cubicBezTo>
                    <a:cubicBezTo>
                      <a:pt x="13740" y="19670"/>
                      <a:pt x="14201" y="19752"/>
                      <a:pt x="14679" y="19962"/>
                    </a:cubicBezTo>
                    <a:cubicBezTo>
                      <a:pt x="15111" y="20147"/>
                      <a:pt x="15526" y="20374"/>
                      <a:pt x="15917" y="20638"/>
                    </a:cubicBezTo>
                    <a:cubicBezTo>
                      <a:pt x="16534" y="21062"/>
                      <a:pt x="16685" y="21368"/>
                      <a:pt x="16685" y="21368"/>
                    </a:cubicBezTo>
                    <a:lnTo>
                      <a:pt x="22150" y="14271"/>
                    </a:lnTo>
                    <a:cubicBezTo>
                      <a:pt x="21642" y="12693"/>
                      <a:pt x="23040" y="7333"/>
                      <a:pt x="23291" y="4231"/>
                    </a:cubicBezTo>
                    <a:cubicBezTo>
                      <a:pt x="23522" y="1442"/>
                      <a:pt x="22768" y="0"/>
                      <a:pt x="205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36"/>
              <p:cNvSpPr/>
              <p:nvPr/>
            </p:nvSpPr>
            <p:spPr>
              <a:xfrm rot="-4317798">
                <a:off x="5052630" y="2918331"/>
                <a:ext cx="655367" cy="1198573"/>
              </a:xfrm>
              <a:custGeom>
                <a:avLst/>
                <a:gdLst/>
                <a:ahLst/>
                <a:cxnLst/>
                <a:rect l="l" t="t" r="r" b="b"/>
                <a:pathLst>
                  <a:path w="17839" h="32625" extrusionOk="0">
                    <a:moveTo>
                      <a:pt x="7870" y="0"/>
                    </a:moveTo>
                    <a:cubicBezTo>
                      <a:pt x="6301" y="0"/>
                      <a:pt x="4690" y="545"/>
                      <a:pt x="3216" y="1799"/>
                    </a:cubicBezTo>
                    <a:cubicBezTo>
                      <a:pt x="2267" y="2609"/>
                      <a:pt x="1763" y="3511"/>
                      <a:pt x="1537" y="4401"/>
                    </a:cubicBezTo>
                    <a:cubicBezTo>
                      <a:pt x="911" y="6873"/>
                      <a:pt x="2418" y="9241"/>
                      <a:pt x="2418" y="9241"/>
                    </a:cubicBezTo>
                    <a:cubicBezTo>
                      <a:pt x="2418" y="9241"/>
                      <a:pt x="1" y="15885"/>
                      <a:pt x="429" y="21560"/>
                    </a:cubicBezTo>
                    <a:cubicBezTo>
                      <a:pt x="843" y="27007"/>
                      <a:pt x="4630" y="32625"/>
                      <a:pt x="7124" y="32625"/>
                    </a:cubicBezTo>
                    <a:cubicBezTo>
                      <a:pt x="7230" y="32625"/>
                      <a:pt x="7333" y="32615"/>
                      <a:pt x="7434" y="32594"/>
                    </a:cubicBezTo>
                    <a:cubicBezTo>
                      <a:pt x="9910" y="32086"/>
                      <a:pt x="8815" y="29513"/>
                      <a:pt x="8815" y="29434"/>
                    </a:cubicBezTo>
                    <a:cubicBezTo>
                      <a:pt x="8815" y="29432"/>
                      <a:pt x="8816" y="29431"/>
                      <a:pt x="8818" y="29431"/>
                    </a:cubicBezTo>
                    <a:cubicBezTo>
                      <a:pt x="8868" y="29431"/>
                      <a:pt x="9419" y="29841"/>
                      <a:pt x="10103" y="29841"/>
                    </a:cubicBezTo>
                    <a:cubicBezTo>
                      <a:pt x="10676" y="29841"/>
                      <a:pt x="11344" y="29554"/>
                      <a:pt x="11891" y="28498"/>
                    </a:cubicBezTo>
                    <a:cubicBezTo>
                      <a:pt x="13096" y="26164"/>
                      <a:pt x="11942" y="21312"/>
                      <a:pt x="11896" y="21115"/>
                    </a:cubicBezTo>
                    <a:lnTo>
                      <a:pt x="11896" y="21115"/>
                    </a:lnTo>
                    <a:cubicBezTo>
                      <a:pt x="11919" y="21158"/>
                      <a:pt x="12115" y="21539"/>
                      <a:pt x="12529" y="21539"/>
                    </a:cubicBezTo>
                    <a:cubicBezTo>
                      <a:pt x="12554" y="21539"/>
                      <a:pt x="12579" y="21537"/>
                      <a:pt x="12605" y="21534"/>
                    </a:cubicBezTo>
                    <a:cubicBezTo>
                      <a:pt x="13104" y="21480"/>
                      <a:pt x="13822" y="20649"/>
                      <a:pt x="13742" y="19096"/>
                    </a:cubicBezTo>
                    <a:cubicBezTo>
                      <a:pt x="13658" y="17543"/>
                      <a:pt x="13822" y="16233"/>
                      <a:pt x="15828" y="13312"/>
                    </a:cubicBezTo>
                    <a:cubicBezTo>
                      <a:pt x="17839" y="10395"/>
                      <a:pt x="16445" y="5841"/>
                      <a:pt x="13822" y="2869"/>
                    </a:cubicBezTo>
                    <a:cubicBezTo>
                      <a:pt x="12277" y="1119"/>
                      <a:pt x="10117" y="0"/>
                      <a:pt x="7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36"/>
              <p:cNvSpPr/>
              <p:nvPr/>
            </p:nvSpPr>
            <p:spPr>
              <a:xfrm rot="-4317798">
                <a:off x="5263417" y="3579935"/>
                <a:ext cx="320758" cy="402573"/>
              </a:xfrm>
              <a:custGeom>
                <a:avLst/>
                <a:gdLst/>
                <a:ahLst/>
                <a:cxnLst/>
                <a:rect l="l" t="t" r="r" b="b"/>
                <a:pathLst>
                  <a:path w="8731" h="10958" extrusionOk="0">
                    <a:moveTo>
                      <a:pt x="3547" y="1"/>
                    </a:moveTo>
                    <a:lnTo>
                      <a:pt x="2636" y="72"/>
                    </a:lnTo>
                    <a:lnTo>
                      <a:pt x="462" y="240"/>
                    </a:lnTo>
                    <a:cubicBezTo>
                      <a:pt x="462" y="240"/>
                      <a:pt x="0" y="3489"/>
                      <a:pt x="2099" y="6498"/>
                    </a:cubicBezTo>
                    <a:cubicBezTo>
                      <a:pt x="4193" y="9508"/>
                      <a:pt x="7740" y="10956"/>
                      <a:pt x="7740" y="10956"/>
                    </a:cubicBezTo>
                    <a:cubicBezTo>
                      <a:pt x="7740" y="10956"/>
                      <a:pt x="7750" y="10958"/>
                      <a:pt x="7771" y="10958"/>
                    </a:cubicBezTo>
                    <a:cubicBezTo>
                      <a:pt x="7830" y="10958"/>
                      <a:pt x="7975" y="10939"/>
                      <a:pt x="8206" y="10796"/>
                    </a:cubicBezTo>
                    <a:cubicBezTo>
                      <a:pt x="8239" y="10775"/>
                      <a:pt x="8277" y="10750"/>
                      <a:pt x="8311" y="10729"/>
                    </a:cubicBezTo>
                    <a:cubicBezTo>
                      <a:pt x="8697" y="10460"/>
                      <a:pt x="8730" y="9814"/>
                      <a:pt x="8730" y="9814"/>
                    </a:cubicBezTo>
                    <a:cubicBezTo>
                      <a:pt x="8730" y="9814"/>
                      <a:pt x="8223" y="9667"/>
                      <a:pt x="7513" y="9163"/>
                    </a:cubicBezTo>
                    <a:cubicBezTo>
                      <a:pt x="6741" y="8618"/>
                      <a:pt x="5734" y="7640"/>
                      <a:pt x="4915" y="5965"/>
                    </a:cubicBezTo>
                    <a:cubicBezTo>
                      <a:pt x="4391" y="4882"/>
                      <a:pt x="4009" y="3741"/>
                      <a:pt x="3778" y="2565"/>
                    </a:cubicBezTo>
                    <a:cubicBezTo>
                      <a:pt x="3677" y="2049"/>
                      <a:pt x="3606" y="1533"/>
                      <a:pt x="3568" y="1008"/>
                    </a:cubicBezTo>
                    <a:cubicBezTo>
                      <a:pt x="3538" y="672"/>
                      <a:pt x="3530" y="337"/>
                      <a:pt x="35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36"/>
              <p:cNvSpPr/>
              <p:nvPr/>
            </p:nvSpPr>
            <p:spPr>
              <a:xfrm rot="-4317798">
                <a:off x="4930983" y="3642425"/>
                <a:ext cx="289641" cy="319179"/>
              </a:xfrm>
              <a:custGeom>
                <a:avLst/>
                <a:gdLst/>
                <a:ahLst/>
                <a:cxnLst/>
                <a:rect l="l" t="t" r="r" b="b"/>
                <a:pathLst>
                  <a:path w="7884" h="8688" extrusionOk="0">
                    <a:moveTo>
                      <a:pt x="5056" y="1"/>
                    </a:moveTo>
                    <a:cubicBezTo>
                      <a:pt x="4885" y="1"/>
                      <a:pt x="4711" y="12"/>
                      <a:pt x="4534" y="33"/>
                    </a:cubicBezTo>
                    <a:cubicBezTo>
                      <a:pt x="3560" y="150"/>
                      <a:pt x="2519" y="574"/>
                      <a:pt x="1755" y="1170"/>
                    </a:cubicBezTo>
                    <a:cubicBezTo>
                      <a:pt x="1" y="2547"/>
                      <a:pt x="1944" y="5980"/>
                      <a:pt x="2104" y="7084"/>
                    </a:cubicBezTo>
                    <a:cubicBezTo>
                      <a:pt x="2263" y="8188"/>
                      <a:pt x="2515" y="8683"/>
                      <a:pt x="3623" y="8687"/>
                    </a:cubicBezTo>
                    <a:cubicBezTo>
                      <a:pt x="3967" y="8683"/>
                      <a:pt x="4316" y="8662"/>
                      <a:pt x="4660" y="8616"/>
                    </a:cubicBezTo>
                    <a:cubicBezTo>
                      <a:pt x="5877" y="8465"/>
                      <a:pt x="7380" y="8079"/>
                      <a:pt x="7321" y="7395"/>
                    </a:cubicBezTo>
                    <a:cubicBezTo>
                      <a:pt x="7245" y="6488"/>
                      <a:pt x="7883" y="4528"/>
                      <a:pt x="7208" y="1439"/>
                    </a:cubicBezTo>
                    <a:cubicBezTo>
                      <a:pt x="6984" y="417"/>
                      <a:pt x="6104" y="1"/>
                      <a:pt x="50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36"/>
              <p:cNvSpPr/>
              <p:nvPr/>
            </p:nvSpPr>
            <p:spPr>
              <a:xfrm rot="-4317798">
                <a:off x="4565619" y="3992610"/>
                <a:ext cx="279428" cy="303198"/>
              </a:xfrm>
              <a:custGeom>
                <a:avLst/>
                <a:gdLst/>
                <a:ahLst/>
                <a:cxnLst/>
                <a:rect l="l" t="t" r="r" b="b"/>
                <a:pathLst>
                  <a:path w="7606" h="8253" extrusionOk="0">
                    <a:moveTo>
                      <a:pt x="5838" y="0"/>
                    </a:moveTo>
                    <a:cubicBezTo>
                      <a:pt x="4493" y="0"/>
                      <a:pt x="2030" y="1603"/>
                      <a:pt x="1016" y="4046"/>
                    </a:cubicBezTo>
                    <a:cubicBezTo>
                      <a:pt x="0" y="6510"/>
                      <a:pt x="403" y="7039"/>
                      <a:pt x="534" y="7404"/>
                    </a:cubicBezTo>
                    <a:cubicBezTo>
                      <a:pt x="668" y="7774"/>
                      <a:pt x="1285" y="8252"/>
                      <a:pt x="1285" y="8252"/>
                    </a:cubicBezTo>
                    <a:cubicBezTo>
                      <a:pt x="1285" y="8252"/>
                      <a:pt x="1289" y="8253"/>
                      <a:pt x="1297" y="8253"/>
                    </a:cubicBezTo>
                    <a:cubicBezTo>
                      <a:pt x="1379" y="8253"/>
                      <a:pt x="1898" y="8184"/>
                      <a:pt x="3669" y="6728"/>
                    </a:cubicBezTo>
                    <a:cubicBezTo>
                      <a:pt x="5625" y="5121"/>
                      <a:pt x="7606" y="647"/>
                      <a:pt x="7606" y="647"/>
                    </a:cubicBezTo>
                    <a:cubicBezTo>
                      <a:pt x="7606" y="647"/>
                      <a:pt x="7203" y="21"/>
                      <a:pt x="5864" y="0"/>
                    </a:cubicBezTo>
                    <a:cubicBezTo>
                      <a:pt x="5855" y="0"/>
                      <a:pt x="5847" y="0"/>
                      <a:pt x="58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36"/>
              <p:cNvSpPr/>
              <p:nvPr/>
            </p:nvSpPr>
            <p:spPr>
              <a:xfrm rot="-4317798">
                <a:off x="4558330" y="3709015"/>
                <a:ext cx="668482" cy="498165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3560" extrusionOk="0">
                    <a:moveTo>
                      <a:pt x="6403" y="1"/>
                    </a:moveTo>
                    <a:cubicBezTo>
                      <a:pt x="5630" y="1"/>
                      <a:pt x="2216" y="2089"/>
                      <a:pt x="1138" y="4342"/>
                    </a:cubicBezTo>
                    <a:cubicBezTo>
                      <a:pt x="1125" y="4363"/>
                      <a:pt x="1112" y="4392"/>
                      <a:pt x="1100" y="4413"/>
                    </a:cubicBezTo>
                    <a:cubicBezTo>
                      <a:pt x="0" y="6822"/>
                      <a:pt x="189" y="7628"/>
                      <a:pt x="189" y="7628"/>
                    </a:cubicBezTo>
                    <a:cubicBezTo>
                      <a:pt x="189" y="7628"/>
                      <a:pt x="1822" y="10491"/>
                      <a:pt x="6775" y="12526"/>
                    </a:cubicBezTo>
                    <a:cubicBezTo>
                      <a:pt x="8612" y="13283"/>
                      <a:pt x="10232" y="13559"/>
                      <a:pt x="11593" y="13559"/>
                    </a:cubicBezTo>
                    <a:cubicBezTo>
                      <a:pt x="13902" y="13559"/>
                      <a:pt x="15462" y="12762"/>
                      <a:pt x="16067" y="12157"/>
                    </a:cubicBezTo>
                    <a:cubicBezTo>
                      <a:pt x="17033" y="11192"/>
                      <a:pt x="18195" y="8274"/>
                      <a:pt x="18195" y="8274"/>
                    </a:cubicBezTo>
                    <a:cubicBezTo>
                      <a:pt x="18195" y="8274"/>
                      <a:pt x="17839" y="5097"/>
                      <a:pt x="15224" y="4531"/>
                    </a:cubicBezTo>
                    <a:cubicBezTo>
                      <a:pt x="15211" y="4526"/>
                      <a:pt x="15198" y="4526"/>
                      <a:pt x="15182" y="4522"/>
                    </a:cubicBezTo>
                    <a:cubicBezTo>
                      <a:pt x="12533" y="3989"/>
                      <a:pt x="6984" y="291"/>
                      <a:pt x="6510" y="23"/>
                    </a:cubicBezTo>
                    <a:cubicBezTo>
                      <a:pt x="6484" y="8"/>
                      <a:pt x="6448" y="1"/>
                      <a:pt x="64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36"/>
              <p:cNvSpPr/>
              <p:nvPr/>
            </p:nvSpPr>
            <p:spPr>
              <a:xfrm rot="-4317798">
                <a:off x="4948261" y="3651031"/>
                <a:ext cx="217709" cy="131926"/>
              </a:xfrm>
              <a:custGeom>
                <a:avLst/>
                <a:gdLst/>
                <a:ahLst/>
                <a:cxnLst/>
                <a:rect l="l" t="t" r="r" b="b"/>
                <a:pathLst>
                  <a:path w="5926" h="3591" extrusionOk="0">
                    <a:moveTo>
                      <a:pt x="5199" y="0"/>
                    </a:moveTo>
                    <a:cubicBezTo>
                      <a:pt x="5166" y="0"/>
                      <a:pt x="5129" y="6"/>
                      <a:pt x="5088" y="19"/>
                    </a:cubicBezTo>
                    <a:cubicBezTo>
                      <a:pt x="4397" y="236"/>
                      <a:pt x="2931" y="307"/>
                      <a:pt x="1986" y="307"/>
                    </a:cubicBezTo>
                    <a:cubicBezTo>
                      <a:pt x="1651" y="307"/>
                      <a:pt x="1382" y="298"/>
                      <a:pt x="1235" y="284"/>
                    </a:cubicBezTo>
                    <a:cubicBezTo>
                      <a:pt x="1121" y="274"/>
                      <a:pt x="1018" y="267"/>
                      <a:pt x="923" y="267"/>
                    </a:cubicBezTo>
                    <a:cubicBezTo>
                      <a:pt x="551" y="267"/>
                      <a:pt x="328" y="377"/>
                      <a:pt x="244" y="846"/>
                    </a:cubicBezTo>
                    <a:cubicBezTo>
                      <a:pt x="135" y="1438"/>
                      <a:pt x="1" y="3339"/>
                      <a:pt x="1394" y="3553"/>
                    </a:cubicBezTo>
                    <a:cubicBezTo>
                      <a:pt x="1563" y="3579"/>
                      <a:pt x="1741" y="3591"/>
                      <a:pt x="1924" y="3591"/>
                    </a:cubicBezTo>
                    <a:cubicBezTo>
                      <a:pt x="3250" y="3591"/>
                      <a:pt x="4819" y="2991"/>
                      <a:pt x="4819" y="2991"/>
                    </a:cubicBezTo>
                    <a:cubicBezTo>
                      <a:pt x="4819" y="2991"/>
                      <a:pt x="5925" y="0"/>
                      <a:pt x="51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36"/>
              <p:cNvSpPr/>
              <p:nvPr/>
            </p:nvSpPr>
            <p:spPr>
              <a:xfrm rot="-4317798">
                <a:off x="4929699" y="3301825"/>
                <a:ext cx="415285" cy="422081"/>
              </a:xfrm>
              <a:custGeom>
                <a:avLst/>
                <a:gdLst/>
                <a:ahLst/>
                <a:cxnLst/>
                <a:rect l="l" t="t" r="r" b="b"/>
                <a:pathLst>
                  <a:path w="11304" h="11489" extrusionOk="0">
                    <a:moveTo>
                      <a:pt x="3276" y="1"/>
                    </a:moveTo>
                    <a:cubicBezTo>
                      <a:pt x="2987" y="1"/>
                      <a:pt x="2659" y="91"/>
                      <a:pt x="2288" y="317"/>
                    </a:cubicBezTo>
                    <a:cubicBezTo>
                      <a:pt x="1" y="1707"/>
                      <a:pt x="1633" y="3478"/>
                      <a:pt x="1633" y="3478"/>
                    </a:cubicBezTo>
                    <a:cubicBezTo>
                      <a:pt x="1633" y="3478"/>
                      <a:pt x="26" y="6210"/>
                      <a:pt x="1633" y="9287"/>
                    </a:cubicBezTo>
                    <a:cubicBezTo>
                      <a:pt x="1852" y="9715"/>
                      <a:pt x="2150" y="10097"/>
                      <a:pt x="2506" y="10420"/>
                    </a:cubicBezTo>
                    <a:cubicBezTo>
                      <a:pt x="3392" y="11212"/>
                      <a:pt x="4552" y="11488"/>
                      <a:pt x="5671" y="11488"/>
                    </a:cubicBezTo>
                    <a:cubicBezTo>
                      <a:pt x="6960" y="11488"/>
                      <a:pt x="8194" y="11122"/>
                      <a:pt x="8890" y="10756"/>
                    </a:cubicBezTo>
                    <a:cubicBezTo>
                      <a:pt x="10418" y="9954"/>
                      <a:pt x="11140" y="8351"/>
                      <a:pt x="11245" y="7172"/>
                    </a:cubicBezTo>
                    <a:cubicBezTo>
                      <a:pt x="11304" y="6529"/>
                      <a:pt x="11220" y="5908"/>
                      <a:pt x="10956" y="5396"/>
                    </a:cubicBezTo>
                    <a:cubicBezTo>
                      <a:pt x="10725" y="4943"/>
                      <a:pt x="10347" y="4586"/>
                      <a:pt x="9881" y="4389"/>
                    </a:cubicBezTo>
                    <a:cubicBezTo>
                      <a:pt x="8781" y="3906"/>
                      <a:pt x="6452" y="3747"/>
                      <a:pt x="5675" y="3478"/>
                    </a:cubicBezTo>
                    <a:cubicBezTo>
                      <a:pt x="4903" y="3209"/>
                      <a:pt x="4953" y="1472"/>
                      <a:pt x="4953" y="1472"/>
                    </a:cubicBezTo>
                    <a:cubicBezTo>
                      <a:pt x="4953" y="1472"/>
                      <a:pt x="4439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36"/>
              <p:cNvSpPr/>
              <p:nvPr/>
            </p:nvSpPr>
            <p:spPr>
              <a:xfrm rot="-4317798">
                <a:off x="5456954" y="3573619"/>
                <a:ext cx="476343" cy="173403"/>
              </a:xfrm>
              <a:custGeom>
                <a:avLst/>
                <a:gdLst/>
                <a:ahLst/>
                <a:cxnLst/>
                <a:rect l="l" t="t" r="r" b="b"/>
                <a:pathLst>
                  <a:path w="12966" h="4720" extrusionOk="0">
                    <a:moveTo>
                      <a:pt x="10611" y="1"/>
                    </a:moveTo>
                    <a:cubicBezTo>
                      <a:pt x="8896" y="1"/>
                      <a:pt x="5982" y="80"/>
                      <a:pt x="5477" y="80"/>
                    </a:cubicBezTo>
                    <a:cubicBezTo>
                      <a:pt x="5459" y="80"/>
                      <a:pt x="5443" y="79"/>
                      <a:pt x="5431" y="79"/>
                    </a:cubicBezTo>
                    <a:cubicBezTo>
                      <a:pt x="5425" y="79"/>
                      <a:pt x="5419" y="79"/>
                      <a:pt x="5413" y="79"/>
                    </a:cubicBezTo>
                    <a:cubicBezTo>
                      <a:pt x="4964" y="79"/>
                      <a:pt x="4433" y="384"/>
                      <a:pt x="4139" y="541"/>
                    </a:cubicBezTo>
                    <a:cubicBezTo>
                      <a:pt x="4139" y="541"/>
                      <a:pt x="336" y="2316"/>
                      <a:pt x="63" y="2723"/>
                    </a:cubicBezTo>
                    <a:cubicBezTo>
                      <a:pt x="9" y="2807"/>
                      <a:pt x="0" y="2921"/>
                      <a:pt x="30" y="3051"/>
                    </a:cubicBezTo>
                    <a:cubicBezTo>
                      <a:pt x="135" y="3555"/>
                      <a:pt x="743" y="4302"/>
                      <a:pt x="861" y="4532"/>
                    </a:cubicBezTo>
                    <a:cubicBezTo>
                      <a:pt x="941" y="4684"/>
                      <a:pt x="2947" y="4720"/>
                      <a:pt x="4908" y="4720"/>
                    </a:cubicBezTo>
                    <a:cubicBezTo>
                      <a:pt x="6638" y="4720"/>
                      <a:pt x="8333" y="4692"/>
                      <a:pt x="8638" y="4692"/>
                    </a:cubicBezTo>
                    <a:cubicBezTo>
                      <a:pt x="9285" y="4692"/>
                      <a:pt x="9629" y="4276"/>
                      <a:pt x="10086" y="3932"/>
                    </a:cubicBezTo>
                    <a:cubicBezTo>
                      <a:pt x="10540" y="3588"/>
                      <a:pt x="12227" y="2090"/>
                      <a:pt x="12638" y="1607"/>
                    </a:cubicBezTo>
                    <a:cubicBezTo>
                      <a:pt x="12966" y="1217"/>
                      <a:pt x="12550" y="520"/>
                      <a:pt x="12139" y="201"/>
                    </a:cubicBezTo>
                    <a:lnTo>
                      <a:pt x="12135" y="201"/>
                    </a:lnTo>
                    <a:cubicBezTo>
                      <a:pt x="12046" y="130"/>
                      <a:pt x="11946" y="75"/>
                      <a:pt x="11841" y="41"/>
                    </a:cubicBezTo>
                    <a:cubicBezTo>
                      <a:pt x="11720" y="12"/>
                      <a:pt x="11248" y="1"/>
                      <a:pt x="106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6"/>
              <p:cNvSpPr/>
              <p:nvPr/>
            </p:nvSpPr>
            <p:spPr>
              <a:xfrm rot="-4317798">
                <a:off x="5445816" y="3603944"/>
                <a:ext cx="445814" cy="127664"/>
              </a:xfrm>
              <a:custGeom>
                <a:avLst/>
                <a:gdLst/>
                <a:ahLst/>
                <a:cxnLst/>
                <a:rect l="l" t="t" r="r" b="b"/>
                <a:pathLst>
                  <a:path w="12135" h="3475" extrusionOk="0">
                    <a:moveTo>
                      <a:pt x="10558" y="0"/>
                    </a:moveTo>
                    <a:cubicBezTo>
                      <a:pt x="8838" y="0"/>
                      <a:pt x="5978" y="78"/>
                      <a:pt x="5481" y="78"/>
                    </a:cubicBezTo>
                    <a:cubicBezTo>
                      <a:pt x="5463" y="78"/>
                      <a:pt x="5447" y="77"/>
                      <a:pt x="5436" y="77"/>
                    </a:cubicBezTo>
                    <a:cubicBezTo>
                      <a:pt x="5430" y="77"/>
                      <a:pt x="5424" y="77"/>
                      <a:pt x="5417" y="77"/>
                    </a:cubicBezTo>
                    <a:cubicBezTo>
                      <a:pt x="4964" y="77"/>
                      <a:pt x="4437" y="382"/>
                      <a:pt x="4139" y="539"/>
                    </a:cubicBezTo>
                    <a:cubicBezTo>
                      <a:pt x="4139" y="539"/>
                      <a:pt x="336" y="2314"/>
                      <a:pt x="63" y="2721"/>
                    </a:cubicBezTo>
                    <a:cubicBezTo>
                      <a:pt x="9" y="2805"/>
                      <a:pt x="0" y="2919"/>
                      <a:pt x="30" y="3049"/>
                    </a:cubicBezTo>
                    <a:cubicBezTo>
                      <a:pt x="1776" y="3205"/>
                      <a:pt x="7205" y="3475"/>
                      <a:pt x="8247" y="3475"/>
                    </a:cubicBezTo>
                    <a:cubicBezTo>
                      <a:pt x="8299" y="3475"/>
                      <a:pt x="8340" y="3474"/>
                      <a:pt x="8370" y="3473"/>
                    </a:cubicBezTo>
                    <a:cubicBezTo>
                      <a:pt x="9096" y="3435"/>
                      <a:pt x="11610" y="724"/>
                      <a:pt x="11916" y="497"/>
                    </a:cubicBezTo>
                    <a:cubicBezTo>
                      <a:pt x="12017" y="421"/>
                      <a:pt x="12093" y="316"/>
                      <a:pt x="12135" y="199"/>
                    </a:cubicBezTo>
                    <a:cubicBezTo>
                      <a:pt x="12051" y="128"/>
                      <a:pt x="11950" y="73"/>
                      <a:pt x="11841" y="44"/>
                    </a:cubicBezTo>
                    <a:cubicBezTo>
                      <a:pt x="11717" y="12"/>
                      <a:pt x="11222" y="0"/>
                      <a:pt x="105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36"/>
              <p:cNvSpPr/>
              <p:nvPr/>
            </p:nvSpPr>
            <p:spPr>
              <a:xfrm rot="-4317798">
                <a:off x="5537985" y="3630252"/>
                <a:ext cx="261537" cy="74908"/>
              </a:xfrm>
              <a:custGeom>
                <a:avLst/>
                <a:gdLst/>
                <a:ahLst/>
                <a:cxnLst/>
                <a:rect l="l" t="t" r="r" b="b"/>
                <a:pathLst>
                  <a:path w="7119" h="2039" extrusionOk="0">
                    <a:moveTo>
                      <a:pt x="6189" y="0"/>
                    </a:moveTo>
                    <a:cubicBezTo>
                      <a:pt x="5174" y="0"/>
                      <a:pt x="3485" y="48"/>
                      <a:pt x="3207" y="48"/>
                    </a:cubicBezTo>
                    <a:cubicBezTo>
                      <a:pt x="3199" y="48"/>
                      <a:pt x="3192" y="48"/>
                      <a:pt x="3186" y="48"/>
                    </a:cubicBezTo>
                    <a:cubicBezTo>
                      <a:pt x="3180" y="47"/>
                      <a:pt x="3174" y="47"/>
                      <a:pt x="3168" y="47"/>
                    </a:cubicBezTo>
                    <a:cubicBezTo>
                      <a:pt x="2908" y="47"/>
                      <a:pt x="2603" y="226"/>
                      <a:pt x="2426" y="316"/>
                    </a:cubicBezTo>
                    <a:cubicBezTo>
                      <a:pt x="2426" y="316"/>
                      <a:pt x="197" y="1357"/>
                      <a:pt x="38" y="1596"/>
                    </a:cubicBezTo>
                    <a:cubicBezTo>
                      <a:pt x="4" y="1655"/>
                      <a:pt x="0" y="1726"/>
                      <a:pt x="21" y="1789"/>
                    </a:cubicBezTo>
                    <a:cubicBezTo>
                      <a:pt x="1042" y="1878"/>
                      <a:pt x="4237" y="2038"/>
                      <a:pt x="4842" y="2038"/>
                    </a:cubicBezTo>
                    <a:cubicBezTo>
                      <a:pt x="4871" y="2038"/>
                      <a:pt x="4894" y="2038"/>
                      <a:pt x="4911" y="2037"/>
                    </a:cubicBezTo>
                    <a:cubicBezTo>
                      <a:pt x="5335" y="2012"/>
                      <a:pt x="6808" y="425"/>
                      <a:pt x="6989" y="291"/>
                    </a:cubicBezTo>
                    <a:cubicBezTo>
                      <a:pt x="7047" y="249"/>
                      <a:pt x="7089" y="186"/>
                      <a:pt x="7119" y="119"/>
                    </a:cubicBezTo>
                    <a:cubicBezTo>
                      <a:pt x="7068" y="77"/>
                      <a:pt x="7005" y="43"/>
                      <a:pt x="6942" y="27"/>
                    </a:cubicBezTo>
                    <a:cubicBezTo>
                      <a:pt x="6870" y="7"/>
                      <a:pt x="6579" y="0"/>
                      <a:pt x="6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36"/>
              <p:cNvSpPr/>
              <p:nvPr/>
            </p:nvSpPr>
            <p:spPr>
              <a:xfrm rot="-4317798">
                <a:off x="5597583" y="3560508"/>
                <a:ext cx="71418" cy="68222"/>
              </a:xfrm>
              <a:custGeom>
                <a:avLst/>
                <a:gdLst/>
                <a:ahLst/>
                <a:cxnLst/>
                <a:rect l="l" t="t" r="r" b="b"/>
                <a:pathLst>
                  <a:path w="1944" h="1857" extrusionOk="0">
                    <a:moveTo>
                      <a:pt x="984" y="1"/>
                    </a:moveTo>
                    <a:cubicBezTo>
                      <a:pt x="874" y="1"/>
                      <a:pt x="771" y="28"/>
                      <a:pt x="685" y="89"/>
                    </a:cubicBezTo>
                    <a:cubicBezTo>
                      <a:pt x="265" y="382"/>
                      <a:pt x="1" y="840"/>
                      <a:pt x="1" y="840"/>
                    </a:cubicBezTo>
                    <a:cubicBezTo>
                      <a:pt x="1" y="840"/>
                      <a:pt x="58" y="807"/>
                      <a:pt x="144" y="807"/>
                    </a:cubicBezTo>
                    <a:cubicBezTo>
                      <a:pt x="241" y="807"/>
                      <a:pt x="373" y="850"/>
                      <a:pt x="496" y="1033"/>
                    </a:cubicBezTo>
                    <a:cubicBezTo>
                      <a:pt x="723" y="1377"/>
                      <a:pt x="496" y="1679"/>
                      <a:pt x="878" y="1835"/>
                    </a:cubicBezTo>
                    <a:cubicBezTo>
                      <a:pt x="915" y="1849"/>
                      <a:pt x="955" y="1856"/>
                      <a:pt x="997" y="1856"/>
                    </a:cubicBezTo>
                    <a:cubicBezTo>
                      <a:pt x="1386" y="1856"/>
                      <a:pt x="1944" y="1261"/>
                      <a:pt x="1944" y="806"/>
                    </a:cubicBezTo>
                    <a:cubicBezTo>
                      <a:pt x="1944" y="409"/>
                      <a:pt x="1412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36"/>
              <p:cNvSpPr/>
              <p:nvPr/>
            </p:nvSpPr>
            <p:spPr>
              <a:xfrm rot="-4317798">
                <a:off x="5220046" y="3694168"/>
                <a:ext cx="429319" cy="530237"/>
              </a:xfrm>
              <a:custGeom>
                <a:avLst/>
                <a:gdLst/>
                <a:ahLst/>
                <a:cxnLst/>
                <a:rect l="l" t="t" r="r" b="b"/>
                <a:pathLst>
                  <a:path w="11686" h="14433" extrusionOk="0">
                    <a:moveTo>
                      <a:pt x="975" y="1"/>
                    </a:moveTo>
                    <a:cubicBezTo>
                      <a:pt x="616" y="1"/>
                      <a:pt x="346" y="128"/>
                      <a:pt x="273" y="475"/>
                    </a:cubicBezTo>
                    <a:cubicBezTo>
                      <a:pt x="0" y="1789"/>
                      <a:pt x="848" y="5113"/>
                      <a:pt x="2871" y="7938"/>
                    </a:cubicBezTo>
                    <a:cubicBezTo>
                      <a:pt x="4890" y="10759"/>
                      <a:pt x="7522" y="11904"/>
                      <a:pt x="8273" y="12169"/>
                    </a:cubicBezTo>
                    <a:cubicBezTo>
                      <a:pt x="8382" y="12207"/>
                      <a:pt x="8760" y="12853"/>
                      <a:pt x="8949" y="13264"/>
                    </a:cubicBezTo>
                    <a:cubicBezTo>
                      <a:pt x="9142" y="13676"/>
                      <a:pt x="9654" y="14003"/>
                      <a:pt x="9944" y="14179"/>
                    </a:cubicBezTo>
                    <a:cubicBezTo>
                      <a:pt x="10150" y="14304"/>
                      <a:pt x="10402" y="14432"/>
                      <a:pt x="10572" y="14432"/>
                    </a:cubicBezTo>
                    <a:cubicBezTo>
                      <a:pt x="10638" y="14432"/>
                      <a:pt x="10691" y="14414"/>
                      <a:pt x="10724" y="14368"/>
                    </a:cubicBezTo>
                    <a:cubicBezTo>
                      <a:pt x="10846" y="14209"/>
                      <a:pt x="10813" y="14142"/>
                      <a:pt x="10813" y="14142"/>
                    </a:cubicBezTo>
                    <a:lnTo>
                      <a:pt x="10813" y="14142"/>
                    </a:lnTo>
                    <a:cubicBezTo>
                      <a:pt x="10813" y="14142"/>
                      <a:pt x="10976" y="14198"/>
                      <a:pt x="11151" y="14198"/>
                    </a:cubicBezTo>
                    <a:cubicBezTo>
                      <a:pt x="11296" y="14198"/>
                      <a:pt x="11449" y="14159"/>
                      <a:pt x="11522" y="14016"/>
                    </a:cubicBezTo>
                    <a:cubicBezTo>
                      <a:pt x="11686" y="13705"/>
                      <a:pt x="11417" y="13646"/>
                      <a:pt x="11417" y="13646"/>
                    </a:cubicBezTo>
                    <a:cubicBezTo>
                      <a:pt x="11417" y="13646"/>
                      <a:pt x="11677" y="13516"/>
                      <a:pt x="11526" y="13214"/>
                    </a:cubicBezTo>
                    <a:cubicBezTo>
                      <a:pt x="11375" y="12908"/>
                      <a:pt x="10716" y="12933"/>
                      <a:pt x="10401" y="12727"/>
                    </a:cubicBezTo>
                    <a:cubicBezTo>
                      <a:pt x="10091" y="12526"/>
                      <a:pt x="9952" y="12118"/>
                      <a:pt x="9872" y="11867"/>
                    </a:cubicBezTo>
                    <a:cubicBezTo>
                      <a:pt x="9825" y="11711"/>
                      <a:pt x="9940" y="11640"/>
                      <a:pt x="10126" y="11640"/>
                    </a:cubicBezTo>
                    <a:cubicBezTo>
                      <a:pt x="10236" y="11640"/>
                      <a:pt x="10370" y="11665"/>
                      <a:pt x="10510" y="11711"/>
                    </a:cubicBezTo>
                    <a:cubicBezTo>
                      <a:pt x="10732" y="11785"/>
                      <a:pt x="10877" y="11869"/>
                      <a:pt x="10964" y="11869"/>
                    </a:cubicBezTo>
                    <a:cubicBezTo>
                      <a:pt x="11026" y="11869"/>
                      <a:pt x="11058" y="11828"/>
                      <a:pt x="11069" y="11711"/>
                    </a:cubicBezTo>
                    <a:cubicBezTo>
                      <a:pt x="11094" y="11430"/>
                      <a:pt x="10506" y="11153"/>
                      <a:pt x="10154" y="11023"/>
                    </a:cubicBezTo>
                    <a:cubicBezTo>
                      <a:pt x="10079" y="10996"/>
                      <a:pt x="10003" y="10986"/>
                      <a:pt x="9927" y="10986"/>
                    </a:cubicBezTo>
                    <a:cubicBezTo>
                      <a:pt x="9643" y="10986"/>
                      <a:pt x="9357" y="11138"/>
                      <a:pt x="9138" y="11191"/>
                    </a:cubicBezTo>
                    <a:cubicBezTo>
                      <a:pt x="9111" y="11198"/>
                      <a:pt x="9077" y="11203"/>
                      <a:pt x="9038" y="11203"/>
                    </a:cubicBezTo>
                    <a:cubicBezTo>
                      <a:pt x="8675" y="11203"/>
                      <a:pt x="7766" y="10807"/>
                      <a:pt x="5705" y="8152"/>
                    </a:cubicBezTo>
                    <a:cubicBezTo>
                      <a:pt x="4391" y="6461"/>
                      <a:pt x="3912" y="4349"/>
                      <a:pt x="3736" y="2859"/>
                    </a:cubicBezTo>
                    <a:cubicBezTo>
                      <a:pt x="3656" y="2238"/>
                      <a:pt x="3627" y="1613"/>
                      <a:pt x="3648" y="983"/>
                    </a:cubicBezTo>
                    <a:cubicBezTo>
                      <a:pt x="3648" y="983"/>
                      <a:pt x="1972" y="1"/>
                      <a:pt x="9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36"/>
              <p:cNvSpPr/>
              <p:nvPr/>
            </p:nvSpPr>
            <p:spPr>
              <a:xfrm rot="-4317798">
                <a:off x="4915425" y="3820736"/>
                <a:ext cx="252169" cy="298789"/>
              </a:xfrm>
              <a:custGeom>
                <a:avLst/>
                <a:gdLst/>
                <a:ahLst/>
                <a:cxnLst/>
                <a:rect l="l" t="t" r="r" b="b"/>
                <a:pathLst>
                  <a:path w="6864" h="8133" extrusionOk="0">
                    <a:moveTo>
                      <a:pt x="4050" y="1"/>
                    </a:moveTo>
                    <a:cubicBezTo>
                      <a:pt x="3470" y="1"/>
                      <a:pt x="2946" y="229"/>
                      <a:pt x="2486" y="590"/>
                    </a:cubicBezTo>
                    <a:cubicBezTo>
                      <a:pt x="1197" y="1593"/>
                      <a:pt x="387" y="3612"/>
                      <a:pt x="227" y="4565"/>
                    </a:cubicBezTo>
                    <a:cubicBezTo>
                      <a:pt x="1" y="5937"/>
                      <a:pt x="660" y="6877"/>
                      <a:pt x="1096" y="7209"/>
                    </a:cubicBezTo>
                    <a:cubicBezTo>
                      <a:pt x="1101" y="7213"/>
                      <a:pt x="1105" y="7217"/>
                      <a:pt x="1109" y="7221"/>
                    </a:cubicBezTo>
                    <a:cubicBezTo>
                      <a:pt x="1517" y="7518"/>
                      <a:pt x="3167" y="8133"/>
                      <a:pt x="4359" y="8133"/>
                    </a:cubicBezTo>
                    <a:cubicBezTo>
                      <a:pt x="4516" y="8133"/>
                      <a:pt x="4665" y="8122"/>
                      <a:pt x="4803" y="8099"/>
                    </a:cubicBezTo>
                    <a:cubicBezTo>
                      <a:pt x="5692" y="7943"/>
                      <a:pt x="5898" y="7767"/>
                      <a:pt x="6230" y="7158"/>
                    </a:cubicBezTo>
                    <a:cubicBezTo>
                      <a:pt x="6557" y="6550"/>
                      <a:pt x="6863" y="464"/>
                      <a:pt x="4446" y="36"/>
                    </a:cubicBezTo>
                    <a:cubicBezTo>
                      <a:pt x="4311" y="12"/>
                      <a:pt x="4180" y="1"/>
                      <a:pt x="40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36"/>
              <p:cNvSpPr/>
              <p:nvPr/>
            </p:nvSpPr>
            <p:spPr>
              <a:xfrm rot="-4317798">
                <a:off x="5103158" y="3497171"/>
                <a:ext cx="44122" cy="21381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582" extrusionOk="0">
                    <a:moveTo>
                      <a:pt x="892" y="0"/>
                    </a:moveTo>
                    <a:cubicBezTo>
                      <a:pt x="787" y="0"/>
                      <a:pt x="660" y="21"/>
                      <a:pt x="529" y="64"/>
                    </a:cubicBezTo>
                    <a:cubicBezTo>
                      <a:pt x="219" y="161"/>
                      <a:pt x="0" y="345"/>
                      <a:pt x="38" y="471"/>
                    </a:cubicBezTo>
                    <a:cubicBezTo>
                      <a:pt x="62" y="543"/>
                      <a:pt x="166" y="581"/>
                      <a:pt x="309" y="581"/>
                    </a:cubicBezTo>
                    <a:cubicBezTo>
                      <a:pt x="414" y="581"/>
                      <a:pt x="541" y="560"/>
                      <a:pt x="672" y="517"/>
                    </a:cubicBezTo>
                    <a:cubicBezTo>
                      <a:pt x="983" y="417"/>
                      <a:pt x="1201" y="236"/>
                      <a:pt x="1159" y="110"/>
                    </a:cubicBezTo>
                    <a:cubicBezTo>
                      <a:pt x="1137" y="38"/>
                      <a:pt x="1034" y="0"/>
                      <a:pt x="8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36"/>
              <p:cNvSpPr/>
              <p:nvPr/>
            </p:nvSpPr>
            <p:spPr>
              <a:xfrm rot="-4317798">
                <a:off x="5296752" y="3500017"/>
                <a:ext cx="44306" cy="21345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581" extrusionOk="0">
                    <a:moveTo>
                      <a:pt x="894" y="0"/>
                    </a:moveTo>
                    <a:cubicBezTo>
                      <a:pt x="789" y="0"/>
                      <a:pt x="662" y="21"/>
                      <a:pt x="529" y="64"/>
                    </a:cubicBezTo>
                    <a:cubicBezTo>
                      <a:pt x="219" y="165"/>
                      <a:pt x="1" y="345"/>
                      <a:pt x="43" y="471"/>
                    </a:cubicBezTo>
                    <a:cubicBezTo>
                      <a:pt x="64" y="543"/>
                      <a:pt x="167" y="581"/>
                      <a:pt x="310" y="581"/>
                    </a:cubicBezTo>
                    <a:cubicBezTo>
                      <a:pt x="416" y="581"/>
                      <a:pt x="544" y="560"/>
                      <a:pt x="676" y="517"/>
                    </a:cubicBezTo>
                    <a:cubicBezTo>
                      <a:pt x="987" y="421"/>
                      <a:pt x="1205" y="236"/>
                      <a:pt x="1163" y="110"/>
                    </a:cubicBezTo>
                    <a:cubicBezTo>
                      <a:pt x="1139" y="38"/>
                      <a:pt x="1036" y="0"/>
                      <a:pt x="8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36"/>
              <p:cNvSpPr/>
              <p:nvPr/>
            </p:nvSpPr>
            <p:spPr>
              <a:xfrm rot="-4317798">
                <a:off x="5179240" y="3502455"/>
                <a:ext cx="121676" cy="52058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1417" extrusionOk="0">
                    <a:moveTo>
                      <a:pt x="3312" y="0"/>
                    </a:moveTo>
                    <a:cubicBezTo>
                      <a:pt x="3152" y="135"/>
                      <a:pt x="2972" y="244"/>
                      <a:pt x="2779" y="328"/>
                    </a:cubicBezTo>
                    <a:cubicBezTo>
                      <a:pt x="2453" y="483"/>
                      <a:pt x="1136" y="1112"/>
                      <a:pt x="609" y="1112"/>
                    </a:cubicBezTo>
                    <a:cubicBezTo>
                      <a:pt x="551" y="1112"/>
                      <a:pt x="503" y="1104"/>
                      <a:pt x="466" y="1087"/>
                    </a:cubicBezTo>
                    <a:cubicBezTo>
                      <a:pt x="93" y="920"/>
                      <a:pt x="122" y="135"/>
                      <a:pt x="122" y="135"/>
                    </a:cubicBezTo>
                    <a:lnTo>
                      <a:pt x="122" y="135"/>
                    </a:lnTo>
                    <a:cubicBezTo>
                      <a:pt x="122" y="135"/>
                      <a:pt x="0" y="1327"/>
                      <a:pt x="374" y="1406"/>
                    </a:cubicBezTo>
                    <a:cubicBezTo>
                      <a:pt x="406" y="1413"/>
                      <a:pt x="445" y="1417"/>
                      <a:pt x="491" y="1417"/>
                    </a:cubicBezTo>
                    <a:cubicBezTo>
                      <a:pt x="988" y="1417"/>
                      <a:pt x="2263" y="1011"/>
                      <a:pt x="3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36"/>
              <p:cNvSpPr/>
              <p:nvPr/>
            </p:nvSpPr>
            <p:spPr>
              <a:xfrm rot="-4317798">
                <a:off x="5069788" y="3404144"/>
                <a:ext cx="61867" cy="48935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332" extrusionOk="0">
                    <a:moveTo>
                      <a:pt x="365" y="1"/>
                    </a:moveTo>
                    <a:cubicBezTo>
                      <a:pt x="152" y="1"/>
                      <a:pt x="1" y="54"/>
                      <a:pt x="1" y="54"/>
                    </a:cubicBezTo>
                    <a:cubicBezTo>
                      <a:pt x="295" y="184"/>
                      <a:pt x="559" y="373"/>
                      <a:pt x="777" y="608"/>
                    </a:cubicBezTo>
                    <a:cubicBezTo>
                      <a:pt x="1081" y="936"/>
                      <a:pt x="1202" y="1331"/>
                      <a:pt x="1360" y="1331"/>
                    </a:cubicBezTo>
                    <a:cubicBezTo>
                      <a:pt x="1388" y="1331"/>
                      <a:pt x="1417" y="1319"/>
                      <a:pt x="1449" y="1292"/>
                    </a:cubicBezTo>
                    <a:cubicBezTo>
                      <a:pt x="1566" y="1187"/>
                      <a:pt x="1684" y="860"/>
                      <a:pt x="1180" y="339"/>
                    </a:cubicBezTo>
                    <a:cubicBezTo>
                      <a:pt x="913" y="66"/>
                      <a:pt x="601" y="1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36"/>
              <p:cNvSpPr/>
              <p:nvPr/>
            </p:nvSpPr>
            <p:spPr>
              <a:xfrm rot="-4317798">
                <a:off x="5316973" y="3385979"/>
                <a:ext cx="27480" cy="6491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767" extrusionOk="0">
                    <a:moveTo>
                      <a:pt x="356" y="1"/>
                    </a:moveTo>
                    <a:cubicBezTo>
                      <a:pt x="327" y="1"/>
                      <a:pt x="298" y="13"/>
                      <a:pt x="269" y="38"/>
                    </a:cubicBezTo>
                    <a:cubicBezTo>
                      <a:pt x="0" y="260"/>
                      <a:pt x="0" y="411"/>
                      <a:pt x="164" y="873"/>
                    </a:cubicBezTo>
                    <a:cubicBezTo>
                      <a:pt x="260" y="1162"/>
                      <a:pt x="298" y="1465"/>
                      <a:pt x="269" y="1767"/>
                    </a:cubicBezTo>
                    <a:cubicBezTo>
                      <a:pt x="269" y="1767"/>
                      <a:pt x="747" y="1515"/>
                      <a:pt x="672" y="814"/>
                    </a:cubicBezTo>
                    <a:cubicBezTo>
                      <a:pt x="610" y="243"/>
                      <a:pt x="485" y="1"/>
                      <a:pt x="3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36"/>
              <p:cNvSpPr/>
              <p:nvPr/>
            </p:nvSpPr>
            <p:spPr>
              <a:xfrm rot="-4317798">
                <a:off x="5179735" y="3531181"/>
                <a:ext cx="76194" cy="164181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4469" extrusionOk="0">
                    <a:moveTo>
                      <a:pt x="795" y="0"/>
                    </a:moveTo>
                    <a:cubicBezTo>
                      <a:pt x="746" y="0"/>
                      <a:pt x="698" y="24"/>
                      <a:pt x="668" y="82"/>
                    </a:cubicBezTo>
                    <a:cubicBezTo>
                      <a:pt x="638" y="132"/>
                      <a:pt x="0" y="1392"/>
                      <a:pt x="403" y="2596"/>
                    </a:cubicBezTo>
                    <a:cubicBezTo>
                      <a:pt x="663" y="3343"/>
                      <a:pt x="1146" y="3985"/>
                      <a:pt x="1788" y="4443"/>
                    </a:cubicBezTo>
                    <a:cubicBezTo>
                      <a:pt x="1814" y="4460"/>
                      <a:pt x="1839" y="4468"/>
                      <a:pt x="1868" y="4468"/>
                    </a:cubicBezTo>
                    <a:cubicBezTo>
                      <a:pt x="2019" y="4468"/>
                      <a:pt x="2074" y="4275"/>
                      <a:pt x="1952" y="4191"/>
                    </a:cubicBezTo>
                    <a:cubicBezTo>
                      <a:pt x="1944" y="4187"/>
                      <a:pt x="1058" y="3604"/>
                      <a:pt x="689" y="2504"/>
                    </a:cubicBezTo>
                    <a:cubicBezTo>
                      <a:pt x="328" y="1417"/>
                      <a:pt x="928" y="229"/>
                      <a:pt x="932" y="221"/>
                    </a:cubicBezTo>
                    <a:cubicBezTo>
                      <a:pt x="994" y="102"/>
                      <a:pt x="895" y="0"/>
                      <a:pt x="7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36"/>
              <p:cNvSpPr/>
              <p:nvPr/>
            </p:nvSpPr>
            <p:spPr>
              <a:xfrm rot="-4317798">
                <a:off x="4935870" y="3539923"/>
                <a:ext cx="68039" cy="54739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1490" extrusionOk="0">
                    <a:moveTo>
                      <a:pt x="1076" y="1"/>
                    </a:moveTo>
                    <a:cubicBezTo>
                      <a:pt x="903" y="1"/>
                      <a:pt x="718" y="53"/>
                      <a:pt x="550" y="159"/>
                    </a:cubicBezTo>
                    <a:cubicBezTo>
                      <a:pt x="151" y="415"/>
                      <a:pt x="0" y="881"/>
                      <a:pt x="202" y="1204"/>
                    </a:cubicBezTo>
                    <a:cubicBezTo>
                      <a:pt x="318" y="1391"/>
                      <a:pt x="534" y="1490"/>
                      <a:pt x="772" y="1490"/>
                    </a:cubicBezTo>
                    <a:cubicBezTo>
                      <a:pt x="944" y="1490"/>
                      <a:pt x="1129" y="1438"/>
                      <a:pt x="1297" y="1330"/>
                    </a:cubicBezTo>
                    <a:cubicBezTo>
                      <a:pt x="1696" y="1070"/>
                      <a:pt x="1851" y="608"/>
                      <a:pt x="1646" y="285"/>
                    </a:cubicBezTo>
                    <a:cubicBezTo>
                      <a:pt x="1527" y="98"/>
                      <a:pt x="1312" y="1"/>
                      <a:pt x="10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1" name="Google Shape;991;p36"/>
            <p:cNvGrpSpPr/>
            <p:nvPr/>
          </p:nvGrpSpPr>
          <p:grpSpPr>
            <a:xfrm rot="-1039642">
              <a:off x="732217" y="3764566"/>
              <a:ext cx="1075954" cy="763752"/>
              <a:chOff x="-2118495" y="2164912"/>
              <a:chExt cx="1149810" cy="813696"/>
            </a:xfrm>
          </p:grpSpPr>
          <p:sp>
            <p:nvSpPr>
              <p:cNvPr id="992" name="Google Shape;992;p36"/>
              <p:cNvSpPr/>
              <p:nvPr/>
            </p:nvSpPr>
            <p:spPr>
              <a:xfrm>
                <a:off x="-2066760" y="2164928"/>
                <a:ext cx="1098076" cy="813681"/>
              </a:xfrm>
              <a:custGeom>
                <a:avLst/>
                <a:gdLst/>
                <a:ahLst/>
                <a:cxnLst/>
                <a:rect l="l" t="t" r="r" b="b"/>
                <a:pathLst>
                  <a:path w="70187" h="52009" extrusionOk="0">
                    <a:moveTo>
                      <a:pt x="37007" y="0"/>
                    </a:moveTo>
                    <a:cubicBezTo>
                      <a:pt x="31197" y="0"/>
                      <a:pt x="26278" y="3877"/>
                      <a:pt x="24540" y="9250"/>
                    </a:cubicBezTo>
                    <a:cubicBezTo>
                      <a:pt x="24317" y="9232"/>
                      <a:pt x="24089" y="9214"/>
                      <a:pt x="23862" y="9214"/>
                    </a:cubicBezTo>
                    <a:cubicBezTo>
                      <a:pt x="18312" y="9214"/>
                      <a:pt x="13812" y="13841"/>
                      <a:pt x="13812" y="19546"/>
                    </a:cubicBezTo>
                    <a:cubicBezTo>
                      <a:pt x="13816" y="20332"/>
                      <a:pt x="13906" y="21118"/>
                      <a:pt x="14082" y="21886"/>
                    </a:cubicBezTo>
                    <a:cubicBezTo>
                      <a:pt x="6257" y="22192"/>
                      <a:pt x="0" y="28813"/>
                      <a:pt x="0" y="36942"/>
                    </a:cubicBezTo>
                    <a:cubicBezTo>
                      <a:pt x="0" y="45265"/>
                      <a:pt x="6560" y="52008"/>
                      <a:pt x="14649" y="52008"/>
                    </a:cubicBezTo>
                    <a:lnTo>
                      <a:pt x="55535" y="52008"/>
                    </a:lnTo>
                    <a:cubicBezTo>
                      <a:pt x="63627" y="52008"/>
                      <a:pt x="70187" y="45265"/>
                      <a:pt x="70187" y="36942"/>
                    </a:cubicBezTo>
                    <a:cubicBezTo>
                      <a:pt x="70187" y="29942"/>
                      <a:pt x="65549" y="24064"/>
                      <a:pt x="59264" y="22366"/>
                    </a:cubicBezTo>
                    <a:cubicBezTo>
                      <a:pt x="58600" y="17638"/>
                      <a:pt x="54832" y="13949"/>
                      <a:pt x="50147" y="13559"/>
                    </a:cubicBezTo>
                    <a:cubicBezTo>
                      <a:pt x="50147" y="13545"/>
                      <a:pt x="50151" y="13534"/>
                      <a:pt x="50151" y="13520"/>
                    </a:cubicBezTo>
                    <a:cubicBezTo>
                      <a:pt x="50151" y="6051"/>
                      <a:pt x="44266" y="0"/>
                      <a:pt x="370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36"/>
              <p:cNvSpPr/>
              <p:nvPr/>
            </p:nvSpPr>
            <p:spPr>
              <a:xfrm>
                <a:off x="-2118495" y="2164912"/>
                <a:ext cx="1098310" cy="813696"/>
              </a:xfrm>
              <a:custGeom>
                <a:avLst/>
                <a:gdLst/>
                <a:ahLst/>
                <a:cxnLst/>
                <a:rect l="l" t="t" r="r" b="b"/>
                <a:pathLst>
                  <a:path w="70202" h="52010" extrusionOk="0">
                    <a:moveTo>
                      <a:pt x="37082" y="1"/>
                    </a:moveTo>
                    <a:cubicBezTo>
                      <a:pt x="37059" y="1"/>
                      <a:pt x="37037" y="1"/>
                      <a:pt x="37014" y="1"/>
                    </a:cubicBezTo>
                    <a:cubicBezTo>
                      <a:pt x="31212" y="1"/>
                      <a:pt x="26293" y="3878"/>
                      <a:pt x="24551" y="9251"/>
                    </a:cubicBezTo>
                    <a:cubicBezTo>
                      <a:pt x="24328" y="9237"/>
                      <a:pt x="24097" y="9218"/>
                      <a:pt x="23873" y="9218"/>
                    </a:cubicBezTo>
                    <a:cubicBezTo>
                      <a:pt x="23747" y="9218"/>
                      <a:pt x="23621" y="9218"/>
                      <a:pt x="23505" y="9226"/>
                    </a:cubicBezTo>
                    <a:cubicBezTo>
                      <a:pt x="18121" y="9428"/>
                      <a:pt x="13823" y="13964"/>
                      <a:pt x="13823" y="19550"/>
                    </a:cubicBezTo>
                    <a:cubicBezTo>
                      <a:pt x="13827" y="20336"/>
                      <a:pt x="13917" y="21122"/>
                      <a:pt x="14093" y="21891"/>
                    </a:cubicBezTo>
                    <a:cubicBezTo>
                      <a:pt x="12344" y="21955"/>
                      <a:pt x="10624" y="22345"/>
                      <a:pt x="9016" y="23037"/>
                    </a:cubicBezTo>
                    <a:cubicBezTo>
                      <a:pt x="3722" y="25306"/>
                      <a:pt x="11" y="30672"/>
                      <a:pt x="11" y="36943"/>
                    </a:cubicBezTo>
                    <a:cubicBezTo>
                      <a:pt x="1" y="40195"/>
                      <a:pt x="1032" y="43365"/>
                      <a:pt x="2950" y="45990"/>
                    </a:cubicBezTo>
                    <a:cubicBezTo>
                      <a:pt x="5320" y="49240"/>
                      <a:pt x="8940" y="51465"/>
                      <a:pt x="13080" y="51919"/>
                    </a:cubicBezTo>
                    <a:cubicBezTo>
                      <a:pt x="13577" y="51977"/>
                      <a:pt x="14080" y="52009"/>
                      <a:pt x="14583" y="52009"/>
                    </a:cubicBezTo>
                    <a:cubicBezTo>
                      <a:pt x="14610" y="52009"/>
                      <a:pt x="14637" y="52009"/>
                      <a:pt x="14663" y="52009"/>
                    </a:cubicBezTo>
                    <a:lnTo>
                      <a:pt x="55546" y="52009"/>
                    </a:lnTo>
                    <a:cubicBezTo>
                      <a:pt x="57735" y="52009"/>
                      <a:pt x="59895" y="51508"/>
                      <a:pt x="61857" y="50545"/>
                    </a:cubicBezTo>
                    <a:cubicBezTo>
                      <a:pt x="66786" y="48118"/>
                      <a:pt x="70198" y="42936"/>
                      <a:pt x="70198" y="36943"/>
                    </a:cubicBezTo>
                    <a:cubicBezTo>
                      <a:pt x="70201" y="34519"/>
                      <a:pt x="69635" y="32132"/>
                      <a:pt x="68539" y="29972"/>
                    </a:cubicBezTo>
                    <a:cubicBezTo>
                      <a:pt x="66804" y="26557"/>
                      <a:pt x="63837" y="23914"/>
                      <a:pt x="60238" y="22669"/>
                    </a:cubicBezTo>
                    <a:cubicBezTo>
                      <a:pt x="59924" y="22550"/>
                      <a:pt x="59599" y="22449"/>
                      <a:pt x="59275" y="22363"/>
                    </a:cubicBezTo>
                    <a:cubicBezTo>
                      <a:pt x="58615" y="17635"/>
                      <a:pt x="54843" y="13950"/>
                      <a:pt x="50162" y="13560"/>
                    </a:cubicBezTo>
                    <a:lnTo>
                      <a:pt x="50162" y="13521"/>
                    </a:lnTo>
                    <a:cubicBezTo>
                      <a:pt x="50162" y="12287"/>
                      <a:pt x="49996" y="11061"/>
                      <a:pt x="49668" y="9871"/>
                    </a:cubicBezTo>
                    <a:cubicBezTo>
                      <a:pt x="48283" y="4740"/>
                      <a:pt x="44017" y="845"/>
                      <a:pt x="38774" y="124"/>
                    </a:cubicBezTo>
                    <a:cubicBezTo>
                      <a:pt x="38216" y="44"/>
                      <a:pt x="37647" y="1"/>
                      <a:pt x="370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36"/>
              <p:cNvSpPr/>
              <p:nvPr/>
            </p:nvSpPr>
            <p:spPr>
              <a:xfrm>
                <a:off x="-1796933" y="2465178"/>
                <a:ext cx="201101" cy="364184"/>
              </a:xfrm>
              <a:custGeom>
                <a:avLst/>
                <a:gdLst/>
                <a:ahLst/>
                <a:cxnLst/>
                <a:rect l="l" t="t" r="r" b="b"/>
                <a:pathLst>
                  <a:path w="12854" h="23278" extrusionOk="0">
                    <a:moveTo>
                      <a:pt x="12241" y="0"/>
                    </a:moveTo>
                    <a:cubicBezTo>
                      <a:pt x="12223" y="0"/>
                      <a:pt x="12204" y="1"/>
                      <a:pt x="12186" y="3"/>
                    </a:cubicBezTo>
                    <a:cubicBezTo>
                      <a:pt x="8407" y="389"/>
                      <a:pt x="4844" y="2509"/>
                      <a:pt x="2698" y="6075"/>
                    </a:cubicBezTo>
                    <a:cubicBezTo>
                      <a:pt x="1" y="10569"/>
                      <a:pt x="304" y="16104"/>
                      <a:pt x="3026" y="20208"/>
                    </a:cubicBezTo>
                    <a:cubicBezTo>
                      <a:pt x="3149" y="20392"/>
                      <a:pt x="3156" y="20626"/>
                      <a:pt x="3044" y="20817"/>
                    </a:cubicBezTo>
                    <a:lnTo>
                      <a:pt x="2078" y="22422"/>
                    </a:lnTo>
                    <a:cubicBezTo>
                      <a:pt x="1853" y="22799"/>
                      <a:pt x="2118" y="23278"/>
                      <a:pt x="2543" y="23278"/>
                    </a:cubicBezTo>
                    <a:cubicBezTo>
                      <a:pt x="2554" y="23278"/>
                      <a:pt x="2564" y="23277"/>
                      <a:pt x="2575" y="23277"/>
                    </a:cubicBezTo>
                    <a:lnTo>
                      <a:pt x="7689" y="22992"/>
                    </a:lnTo>
                    <a:cubicBezTo>
                      <a:pt x="8068" y="22974"/>
                      <a:pt x="8313" y="22570"/>
                      <a:pt x="8158" y="22209"/>
                    </a:cubicBezTo>
                    <a:lnTo>
                      <a:pt x="6117" y="17381"/>
                    </a:lnTo>
                    <a:cubicBezTo>
                      <a:pt x="6026" y="17160"/>
                      <a:pt x="5821" y="17046"/>
                      <a:pt x="5615" y="17046"/>
                    </a:cubicBezTo>
                    <a:cubicBezTo>
                      <a:pt x="5437" y="17046"/>
                      <a:pt x="5259" y="17131"/>
                      <a:pt x="5154" y="17309"/>
                    </a:cubicBezTo>
                    <a:lnTo>
                      <a:pt x="4836" y="17832"/>
                    </a:lnTo>
                    <a:cubicBezTo>
                      <a:pt x="4732" y="18012"/>
                      <a:pt x="4552" y="18100"/>
                      <a:pt x="4373" y="18100"/>
                    </a:cubicBezTo>
                    <a:cubicBezTo>
                      <a:pt x="4175" y="18100"/>
                      <a:pt x="3977" y="17993"/>
                      <a:pt x="3881" y="17785"/>
                    </a:cubicBezTo>
                    <a:cubicBezTo>
                      <a:pt x="2287" y="14499"/>
                      <a:pt x="2319" y="10468"/>
                      <a:pt x="4335" y="7118"/>
                    </a:cubicBezTo>
                    <a:cubicBezTo>
                      <a:pt x="6109" y="4157"/>
                      <a:pt x="9041" y="2383"/>
                      <a:pt x="12153" y="1997"/>
                    </a:cubicBezTo>
                    <a:cubicBezTo>
                      <a:pt x="12395" y="1968"/>
                      <a:pt x="12590" y="1784"/>
                      <a:pt x="12633" y="1543"/>
                    </a:cubicBezTo>
                    <a:lnTo>
                      <a:pt x="12788" y="663"/>
                    </a:lnTo>
                    <a:cubicBezTo>
                      <a:pt x="12853" y="313"/>
                      <a:pt x="12583" y="0"/>
                      <a:pt x="12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36"/>
              <p:cNvSpPr/>
              <p:nvPr/>
            </p:nvSpPr>
            <p:spPr>
              <a:xfrm>
                <a:off x="-1638350" y="2459953"/>
                <a:ext cx="272113" cy="409555"/>
              </a:xfrm>
              <a:custGeom>
                <a:avLst/>
                <a:gdLst/>
                <a:ahLst/>
                <a:cxnLst/>
                <a:rect l="l" t="t" r="r" b="b"/>
                <a:pathLst>
                  <a:path w="17393" h="26178" extrusionOk="0">
                    <a:moveTo>
                      <a:pt x="11346" y="0"/>
                    </a:moveTo>
                    <a:cubicBezTo>
                      <a:pt x="11335" y="0"/>
                      <a:pt x="11324" y="1"/>
                      <a:pt x="11313" y="1"/>
                    </a:cubicBezTo>
                    <a:lnTo>
                      <a:pt x="6199" y="283"/>
                    </a:lnTo>
                    <a:cubicBezTo>
                      <a:pt x="5821" y="308"/>
                      <a:pt x="5579" y="712"/>
                      <a:pt x="5731" y="1069"/>
                    </a:cubicBezTo>
                    <a:lnTo>
                      <a:pt x="7772" y="5901"/>
                    </a:lnTo>
                    <a:cubicBezTo>
                      <a:pt x="7862" y="6121"/>
                      <a:pt x="8068" y="6236"/>
                      <a:pt x="8274" y="6236"/>
                    </a:cubicBezTo>
                    <a:cubicBezTo>
                      <a:pt x="8453" y="6236"/>
                      <a:pt x="8633" y="6149"/>
                      <a:pt x="8738" y="5970"/>
                    </a:cubicBezTo>
                    <a:lnTo>
                      <a:pt x="9340" y="4967"/>
                    </a:lnTo>
                    <a:cubicBezTo>
                      <a:pt x="9446" y="4794"/>
                      <a:pt x="9628" y="4698"/>
                      <a:pt x="9811" y="4698"/>
                    </a:cubicBezTo>
                    <a:cubicBezTo>
                      <a:pt x="9929" y="4698"/>
                      <a:pt x="10047" y="4738"/>
                      <a:pt x="10145" y="4823"/>
                    </a:cubicBezTo>
                    <a:cubicBezTo>
                      <a:pt x="14137" y="8267"/>
                      <a:pt x="15179" y="14303"/>
                      <a:pt x="12362" y="18991"/>
                    </a:cubicBezTo>
                    <a:cubicBezTo>
                      <a:pt x="10346" y="22350"/>
                      <a:pt x="6846" y="24202"/>
                      <a:pt x="3267" y="24202"/>
                    </a:cubicBezTo>
                    <a:cubicBezTo>
                      <a:pt x="2462" y="24202"/>
                      <a:pt x="1653" y="24109"/>
                      <a:pt x="855" y="23917"/>
                    </a:cubicBezTo>
                    <a:cubicBezTo>
                      <a:pt x="810" y="23906"/>
                      <a:pt x="765" y="23901"/>
                      <a:pt x="721" y="23901"/>
                    </a:cubicBezTo>
                    <a:cubicBezTo>
                      <a:pt x="457" y="23901"/>
                      <a:pt x="221" y="24093"/>
                      <a:pt x="181" y="24368"/>
                    </a:cubicBezTo>
                    <a:lnTo>
                      <a:pt x="47" y="25212"/>
                    </a:lnTo>
                    <a:cubicBezTo>
                      <a:pt x="1" y="25504"/>
                      <a:pt x="181" y="25785"/>
                      <a:pt x="455" y="25850"/>
                    </a:cubicBezTo>
                    <a:cubicBezTo>
                      <a:pt x="1383" y="26070"/>
                      <a:pt x="2325" y="26177"/>
                      <a:pt x="3263" y="26177"/>
                    </a:cubicBezTo>
                    <a:cubicBezTo>
                      <a:pt x="7487" y="26177"/>
                      <a:pt x="11618" y="23994"/>
                      <a:pt x="14000" y="20030"/>
                    </a:cubicBezTo>
                    <a:cubicBezTo>
                      <a:pt x="17393" y="14379"/>
                      <a:pt x="16033" y="7069"/>
                      <a:pt x="11068" y="3052"/>
                    </a:cubicBezTo>
                    <a:cubicBezTo>
                      <a:pt x="10848" y="2875"/>
                      <a:pt x="10790" y="2558"/>
                      <a:pt x="10934" y="2313"/>
                    </a:cubicBezTo>
                    <a:lnTo>
                      <a:pt x="11811" y="856"/>
                    </a:lnTo>
                    <a:cubicBezTo>
                      <a:pt x="12036" y="480"/>
                      <a:pt x="11770" y="0"/>
                      <a:pt x="113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BF3D6-D3A4-1AD7-1C52-7CBB9ABCE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B19DE-0769-ECEE-5BD2-13BE217C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latin typeface="Inter"/>
              </a:rPr>
              <a:t>Key</a:t>
            </a:r>
            <a:r>
              <a:rPr lang="en-US" sz="4000"/>
              <a:t> </a:t>
            </a:r>
            <a:r>
              <a:rPr lang="en-US" sz="4000" b="1" i="0">
                <a:effectLst/>
                <a:latin typeface="Inter"/>
              </a:rPr>
              <a:t>Takeaways</a:t>
            </a:r>
            <a:endParaRPr lang="en-US" sz="400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92B0E4A-C429-235D-8128-15D1D4121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461517"/>
              </p:ext>
            </p:extLst>
          </p:nvPr>
        </p:nvGraphicFramePr>
        <p:xfrm>
          <a:off x="977083" y="1959187"/>
          <a:ext cx="6670625" cy="4287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356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5CD0B5C6-A1A6-8107-55D5-21953555C6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F931EA-C9DD-FC97-F4E8-D2747690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Cyberethics and Digital Citizenship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48A8D64-FD7F-7714-D36E-D9908FD937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0821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523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D6248-D921-5D16-1682-5DD27DA8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Importance of Cyberethics and Digital Citizenship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C9AA13-AB27-E99E-9C1B-F60BBFEE2A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651850"/>
              </p:ext>
            </p:extLst>
          </p:nvPr>
        </p:nvGraphicFramePr>
        <p:xfrm>
          <a:off x="644057" y="2518294"/>
          <a:ext cx="10457618" cy="3405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oogle Shape;1371;p41">
            <a:extLst>
              <a:ext uri="{FF2B5EF4-FFF2-40B4-BE49-F238E27FC236}">
                <a16:creationId xmlns:a16="http://schemas.microsoft.com/office/drawing/2014/main" id="{1ACFF685-88D3-7091-4106-3A345AFA3EB6}"/>
              </a:ext>
            </a:extLst>
          </p:cNvPr>
          <p:cNvGrpSpPr/>
          <p:nvPr/>
        </p:nvGrpSpPr>
        <p:grpSpPr>
          <a:xfrm>
            <a:off x="1957845" y="5352161"/>
            <a:ext cx="8028613" cy="1679330"/>
            <a:chOff x="720012" y="1223592"/>
            <a:chExt cx="8028613" cy="1679330"/>
          </a:xfrm>
        </p:grpSpPr>
        <p:grpSp>
          <p:nvGrpSpPr>
            <p:cNvPr id="4" name="Google Shape;1372;p41">
              <a:extLst>
                <a:ext uri="{FF2B5EF4-FFF2-40B4-BE49-F238E27FC236}">
                  <a16:creationId xmlns:a16="http://schemas.microsoft.com/office/drawing/2014/main" id="{8B3A0634-59A0-2BC6-70ED-B401D1BAA004}"/>
                </a:ext>
              </a:extLst>
            </p:cNvPr>
            <p:cNvGrpSpPr/>
            <p:nvPr/>
          </p:nvGrpSpPr>
          <p:grpSpPr>
            <a:xfrm>
              <a:off x="720012" y="1223592"/>
              <a:ext cx="8028613" cy="1277667"/>
              <a:chOff x="633437" y="1344192"/>
              <a:chExt cx="8028613" cy="1277667"/>
            </a:xfrm>
          </p:grpSpPr>
          <p:sp>
            <p:nvSpPr>
              <p:cNvPr id="49" name="Google Shape;1373;p41">
                <a:extLst>
                  <a:ext uri="{FF2B5EF4-FFF2-40B4-BE49-F238E27FC236}">
                    <a16:creationId xmlns:a16="http://schemas.microsoft.com/office/drawing/2014/main" id="{0CCB4DE6-F9BB-AB95-04C8-02CEA198D97F}"/>
                  </a:ext>
                </a:extLst>
              </p:cNvPr>
              <p:cNvSpPr/>
              <p:nvPr/>
            </p:nvSpPr>
            <p:spPr>
              <a:xfrm>
                <a:off x="3609385" y="2087958"/>
                <a:ext cx="123900" cy="1245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1374;p41">
                <a:extLst>
                  <a:ext uri="{FF2B5EF4-FFF2-40B4-BE49-F238E27FC236}">
                    <a16:creationId xmlns:a16="http://schemas.microsoft.com/office/drawing/2014/main" id="{3DA80233-8E11-33F3-3754-3780F227646B}"/>
                  </a:ext>
                </a:extLst>
              </p:cNvPr>
              <p:cNvSpPr/>
              <p:nvPr/>
            </p:nvSpPr>
            <p:spPr>
              <a:xfrm>
                <a:off x="8562149" y="2295701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1375;p41">
                <a:extLst>
                  <a:ext uri="{FF2B5EF4-FFF2-40B4-BE49-F238E27FC236}">
                    <a16:creationId xmlns:a16="http://schemas.microsoft.com/office/drawing/2014/main" id="{7697B8B4-5600-AD87-A3E5-231694CA1BDD}"/>
                  </a:ext>
                </a:extLst>
              </p:cNvPr>
              <p:cNvSpPr/>
              <p:nvPr/>
            </p:nvSpPr>
            <p:spPr>
              <a:xfrm>
                <a:off x="6026790" y="20700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376;p41">
                <a:extLst>
                  <a:ext uri="{FF2B5EF4-FFF2-40B4-BE49-F238E27FC236}">
                    <a16:creationId xmlns:a16="http://schemas.microsoft.com/office/drawing/2014/main" id="{BEDBE1D8-FC5E-DE6F-624E-3B14A14D4C32}"/>
                  </a:ext>
                </a:extLst>
              </p:cNvPr>
              <p:cNvSpPr/>
              <p:nvPr/>
            </p:nvSpPr>
            <p:spPr>
              <a:xfrm>
                <a:off x="5237962" y="18187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1377;p41">
                <a:extLst>
                  <a:ext uri="{FF2B5EF4-FFF2-40B4-BE49-F238E27FC236}">
                    <a16:creationId xmlns:a16="http://schemas.microsoft.com/office/drawing/2014/main" id="{5C30B298-D1B7-D6FD-6861-B1A0EE691AC7}"/>
                  </a:ext>
                </a:extLst>
              </p:cNvPr>
              <p:cNvSpPr/>
              <p:nvPr/>
            </p:nvSpPr>
            <p:spPr>
              <a:xfrm>
                <a:off x="7677149" y="13441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1378;p41">
                <a:extLst>
                  <a:ext uri="{FF2B5EF4-FFF2-40B4-BE49-F238E27FC236}">
                    <a16:creationId xmlns:a16="http://schemas.microsoft.com/office/drawing/2014/main" id="{6A881DD8-CB7A-42AA-09A8-219F3ED01832}"/>
                  </a:ext>
                </a:extLst>
              </p:cNvPr>
              <p:cNvSpPr/>
              <p:nvPr/>
            </p:nvSpPr>
            <p:spPr>
              <a:xfrm>
                <a:off x="5470613" y="23959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1379;p41">
                <a:extLst>
                  <a:ext uri="{FF2B5EF4-FFF2-40B4-BE49-F238E27FC236}">
                    <a16:creationId xmlns:a16="http://schemas.microsoft.com/office/drawing/2014/main" id="{EF0023D3-BE76-E36C-6F7F-BFEAD92A6045}"/>
                  </a:ext>
                </a:extLst>
              </p:cNvPr>
              <p:cNvSpPr/>
              <p:nvPr/>
            </p:nvSpPr>
            <p:spPr>
              <a:xfrm>
                <a:off x="8129625" y="2474134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1380;p41">
                <a:extLst>
                  <a:ext uri="{FF2B5EF4-FFF2-40B4-BE49-F238E27FC236}">
                    <a16:creationId xmlns:a16="http://schemas.microsoft.com/office/drawing/2014/main" id="{82DC278D-C3F9-731C-0B7E-0C8AC6C21AB3}"/>
                  </a:ext>
                </a:extLst>
              </p:cNvPr>
              <p:cNvSpPr/>
              <p:nvPr/>
            </p:nvSpPr>
            <p:spPr>
              <a:xfrm>
                <a:off x="3268413" y="18488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1381;p41">
                <a:extLst>
                  <a:ext uri="{FF2B5EF4-FFF2-40B4-BE49-F238E27FC236}">
                    <a16:creationId xmlns:a16="http://schemas.microsoft.com/office/drawing/2014/main" id="{9BDDED9E-6FDE-0C9A-36F1-78EA1B056BE2}"/>
                  </a:ext>
                </a:extLst>
              </p:cNvPr>
              <p:cNvSpPr/>
              <p:nvPr/>
            </p:nvSpPr>
            <p:spPr>
              <a:xfrm>
                <a:off x="956413" y="17486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1382;p41">
                <a:extLst>
                  <a:ext uri="{FF2B5EF4-FFF2-40B4-BE49-F238E27FC236}">
                    <a16:creationId xmlns:a16="http://schemas.microsoft.com/office/drawing/2014/main" id="{37062DB8-CAB4-CC2D-A2AC-F96C4C172349}"/>
                  </a:ext>
                </a:extLst>
              </p:cNvPr>
              <p:cNvSpPr/>
              <p:nvPr/>
            </p:nvSpPr>
            <p:spPr>
              <a:xfrm>
                <a:off x="633437" y="23658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1383;p41">
                <a:extLst>
                  <a:ext uri="{FF2B5EF4-FFF2-40B4-BE49-F238E27FC236}">
                    <a16:creationId xmlns:a16="http://schemas.microsoft.com/office/drawing/2014/main" id="{BC78D69E-455F-BD66-F30D-6C9847EBAB70}"/>
                  </a:ext>
                </a:extLst>
              </p:cNvPr>
              <p:cNvSpPr/>
              <p:nvPr/>
            </p:nvSpPr>
            <p:spPr>
              <a:xfrm>
                <a:off x="1319263" y="252165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0" name="Google Shape;1384;p41">
                <a:extLst>
                  <a:ext uri="{FF2B5EF4-FFF2-40B4-BE49-F238E27FC236}">
                    <a16:creationId xmlns:a16="http://schemas.microsoft.com/office/drawing/2014/main" id="{C3FEE0D7-8ABC-1D79-8E09-39D614F2000A}"/>
                  </a:ext>
                </a:extLst>
              </p:cNvPr>
              <p:cNvCxnSpPr>
                <a:stCxn id="58" idx="0"/>
                <a:endCxn id="57" idx="3"/>
              </p:cNvCxnSpPr>
              <p:nvPr/>
            </p:nvCxnSpPr>
            <p:spPr>
              <a:xfrm rot="10800000" flipH="1">
                <a:off x="713237" y="1833992"/>
                <a:ext cx="257700" cy="53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1385;p41">
                <a:extLst>
                  <a:ext uri="{FF2B5EF4-FFF2-40B4-BE49-F238E27FC236}">
                    <a16:creationId xmlns:a16="http://schemas.microsoft.com/office/drawing/2014/main" id="{C1ACB19D-A3B9-FE74-94F4-3B528343696B}"/>
                  </a:ext>
                </a:extLst>
              </p:cNvPr>
              <p:cNvCxnSpPr>
                <a:stCxn id="57" idx="4"/>
                <a:endCxn id="59" idx="1"/>
              </p:cNvCxnSpPr>
              <p:nvPr/>
            </p:nvCxnSpPr>
            <p:spPr>
              <a:xfrm>
                <a:off x="1006363" y="1848809"/>
                <a:ext cx="327600" cy="687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1386;p41">
                <a:extLst>
                  <a:ext uri="{FF2B5EF4-FFF2-40B4-BE49-F238E27FC236}">
                    <a16:creationId xmlns:a16="http://schemas.microsoft.com/office/drawing/2014/main" id="{A34CD3E3-6FE6-A563-0E85-B21B1EA2B0F7}"/>
                  </a:ext>
                </a:extLst>
              </p:cNvPr>
              <p:cNvCxnSpPr>
                <a:stCxn id="59" idx="7"/>
                <a:endCxn id="56" idx="2"/>
              </p:cNvCxnSpPr>
              <p:nvPr/>
            </p:nvCxnSpPr>
            <p:spPr>
              <a:xfrm rot="10800000" flipH="1">
                <a:off x="1404533" y="1898833"/>
                <a:ext cx="1863900" cy="637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1387;p41">
                <a:extLst>
                  <a:ext uri="{FF2B5EF4-FFF2-40B4-BE49-F238E27FC236}">
                    <a16:creationId xmlns:a16="http://schemas.microsoft.com/office/drawing/2014/main" id="{F11FE16A-CFF1-928A-FBF9-B3BDAD7EF72B}"/>
                  </a:ext>
                </a:extLst>
              </p:cNvPr>
              <p:cNvCxnSpPr>
                <a:stCxn id="56" idx="5"/>
                <a:endCxn id="49" idx="1"/>
              </p:cNvCxnSpPr>
              <p:nvPr/>
            </p:nvCxnSpPr>
            <p:spPr>
              <a:xfrm>
                <a:off x="3353683" y="1934335"/>
                <a:ext cx="273900" cy="17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1388;p41">
                <a:extLst>
                  <a:ext uri="{FF2B5EF4-FFF2-40B4-BE49-F238E27FC236}">
                    <a16:creationId xmlns:a16="http://schemas.microsoft.com/office/drawing/2014/main" id="{7BB9C94E-F664-5B55-F5BE-3D9096557C09}"/>
                  </a:ext>
                </a:extLst>
              </p:cNvPr>
              <p:cNvCxnSpPr>
                <a:stCxn id="49" idx="6"/>
                <a:endCxn id="52" idx="2"/>
              </p:cNvCxnSpPr>
              <p:nvPr/>
            </p:nvCxnSpPr>
            <p:spPr>
              <a:xfrm rot="10800000" flipH="1">
                <a:off x="3733285" y="1898808"/>
                <a:ext cx="1504800" cy="25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1389;p41">
                <a:extLst>
                  <a:ext uri="{FF2B5EF4-FFF2-40B4-BE49-F238E27FC236}">
                    <a16:creationId xmlns:a16="http://schemas.microsoft.com/office/drawing/2014/main" id="{3D952469-0C34-10DE-6C10-C95FB1684F63}"/>
                  </a:ext>
                </a:extLst>
              </p:cNvPr>
              <p:cNvCxnSpPr>
                <a:stCxn id="52" idx="4"/>
                <a:endCxn id="54" idx="1"/>
              </p:cNvCxnSpPr>
              <p:nvPr/>
            </p:nvCxnSpPr>
            <p:spPr>
              <a:xfrm>
                <a:off x="5317762" y="1978992"/>
                <a:ext cx="167400" cy="431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1390;p41">
                <a:extLst>
                  <a:ext uri="{FF2B5EF4-FFF2-40B4-BE49-F238E27FC236}">
                    <a16:creationId xmlns:a16="http://schemas.microsoft.com/office/drawing/2014/main" id="{904A53BD-3510-08A9-0A98-5EC7528B94F5}"/>
                  </a:ext>
                </a:extLst>
              </p:cNvPr>
              <p:cNvCxnSpPr>
                <a:stCxn id="54" idx="7"/>
                <a:endCxn id="51" idx="2"/>
              </p:cNvCxnSpPr>
              <p:nvPr/>
            </p:nvCxnSpPr>
            <p:spPr>
              <a:xfrm rot="10800000" flipH="1">
                <a:off x="5555883" y="2150183"/>
                <a:ext cx="471000" cy="260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1391;p41">
                <a:extLst>
                  <a:ext uri="{FF2B5EF4-FFF2-40B4-BE49-F238E27FC236}">
                    <a16:creationId xmlns:a16="http://schemas.microsoft.com/office/drawing/2014/main" id="{4C1D8D67-47FA-E7E8-DCA1-73E718665E9E}"/>
                  </a:ext>
                </a:extLst>
              </p:cNvPr>
              <p:cNvCxnSpPr>
                <a:stCxn id="51" idx="6"/>
                <a:endCxn id="55" idx="2"/>
              </p:cNvCxnSpPr>
              <p:nvPr/>
            </p:nvCxnSpPr>
            <p:spPr>
              <a:xfrm>
                <a:off x="6186390" y="2150192"/>
                <a:ext cx="1943100" cy="374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1392;p41">
                <a:extLst>
                  <a:ext uri="{FF2B5EF4-FFF2-40B4-BE49-F238E27FC236}">
                    <a16:creationId xmlns:a16="http://schemas.microsoft.com/office/drawing/2014/main" id="{E4DBE052-AE4B-2F83-E8FC-F9120325028E}"/>
                  </a:ext>
                </a:extLst>
              </p:cNvPr>
              <p:cNvCxnSpPr>
                <a:stCxn id="55" idx="7"/>
                <a:endCxn id="50" idx="2"/>
              </p:cNvCxnSpPr>
              <p:nvPr/>
            </p:nvCxnSpPr>
            <p:spPr>
              <a:xfrm rot="10800000" flipH="1">
                <a:off x="8214895" y="2345708"/>
                <a:ext cx="347400" cy="143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1393;p41">
                <a:extLst>
                  <a:ext uri="{FF2B5EF4-FFF2-40B4-BE49-F238E27FC236}">
                    <a16:creationId xmlns:a16="http://schemas.microsoft.com/office/drawing/2014/main" id="{087BD5F7-7245-8E3B-1D98-0E42E2015BAB}"/>
                  </a:ext>
                </a:extLst>
              </p:cNvPr>
              <p:cNvCxnSpPr>
                <a:stCxn id="55" idx="0"/>
                <a:endCxn id="53" idx="4"/>
              </p:cNvCxnSpPr>
              <p:nvPr/>
            </p:nvCxnSpPr>
            <p:spPr>
              <a:xfrm rot="10800000">
                <a:off x="7756875" y="1504534"/>
                <a:ext cx="422700" cy="9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0" name="Google Shape;1394;p41">
                <a:extLst>
                  <a:ext uri="{FF2B5EF4-FFF2-40B4-BE49-F238E27FC236}">
                    <a16:creationId xmlns:a16="http://schemas.microsoft.com/office/drawing/2014/main" id="{1BB910D9-B7BC-49EA-7F65-38CABB1035AE}"/>
                  </a:ext>
                </a:extLst>
              </p:cNvPr>
              <p:cNvSpPr/>
              <p:nvPr/>
            </p:nvSpPr>
            <p:spPr>
              <a:xfrm>
                <a:off x="5834688" y="18488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1395;p41">
                <a:extLst>
                  <a:ext uri="{FF2B5EF4-FFF2-40B4-BE49-F238E27FC236}">
                    <a16:creationId xmlns:a16="http://schemas.microsoft.com/office/drawing/2014/main" id="{D41062EC-A779-1AF8-835A-BC7CDDF22BF6}"/>
                  </a:ext>
                </a:extLst>
              </p:cNvPr>
              <p:cNvSpPr/>
              <p:nvPr/>
            </p:nvSpPr>
            <p:spPr>
              <a:xfrm>
                <a:off x="2920688" y="2230284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72" name="Google Shape;1396;p41">
                <a:extLst>
                  <a:ext uri="{FF2B5EF4-FFF2-40B4-BE49-F238E27FC236}">
                    <a16:creationId xmlns:a16="http://schemas.microsoft.com/office/drawing/2014/main" id="{4DAEA230-B222-A7A2-778E-DF5183B86AB6}"/>
                  </a:ext>
                </a:extLst>
              </p:cNvPr>
              <p:cNvCxnSpPr>
                <a:stCxn id="56" idx="3"/>
                <a:endCxn id="71" idx="7"/>
              </p:cNvCxnSpPr>
              <p:nvPr/>
            </p:nvCxnSpPr>
            <p:spPr>
              <a:xfrm flipH="1">
                <a:off x="3005843" y="1934335"/>
                <a:ext cx="277200" cy="310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1397;p41">
                <a:extLst>
                  <a:ext uri="{FF2B5EF4-FFF2-40B4-BE49-F238E27FC236}">
                    <a16:creationId xmlns:a16="http://schemas.microsoft.com/office/drawing/2014/main" id="{C671D8D2-01BD-5AF5-5E57-80B747FF038C}"/>
                  </a:ext>
                </a:extLst>
              </p:cNvPr>
              <p:cNvCxnSpPr>
                <a:stCxn id="51" idx="1"/>
                <a:endCxn id="70" idx="5"/>
              </p:cNvCxnSpPr>
              <p:nvPr/>
            </p:nvCxnSpPr>
            <p:spPr>
              <a:xfrm rot="10800000">
                <a:off x="5919963" y="1934252"/>
                <a:ext cx="130200" cy="159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" name="Google Shape;1398;p41">
              <a:extLst>
                <a:ext uri="{FF2B5EF4-FFF2-40B4-BE49-F238E27FC236}">
                  <a16:creationId xmlns:a16="http://schemas.microsoft.com/office/drawing/2014/main" id="{E949F7A6-625E-55F8-D281-088D8563C241}"/>
                </a:ext>
              </a:extLst>
            </p:cNvPr>
            <p:cNvGrpSpPr/>
            <p:nvPr/>
          </p:nvGrpSpPr>
          <p:grpSpPr>
            <a:xfrm rot="-1901337">
              <a:off x="1575613" y="1450595"/>
              <a:ext cx="1212023" cy="1225324"/>
              <a:chOff x="1500010" y="1504400"/>
              <a:chExt cx="1212041" cy="1225342"/>
            </a:xfrm>
          </p:grpSpPr>
          <p:sp>
            <p:nvSpPr>
              <p:cNvPr id="25" name="Google Shape;1399;p41">
                <a:extLst>
                  <a:ext uri="{FF2B5EF4-FFF2-40B4-BE49-F238E27FC236}">
                    <a16:creationId xmlns:a16="http://schemas.microsoft.com/office/drawing/2014/main" id="{AB0D3192-85AC-80CF-627F-A4797A44F3A2}"/>
                  </a:ext>
                </a:extLst>
              </p:cNvPr>
              <p:cNvSpPr/>
              <p:nvPr/>
            </p:nvSpPr>
            <p:spPr>
              <a:xfrm rot="1102292">
                <a:off x="1629438" y="1549457"/>
                <a:ext cx="429967" cy="890833"/>
              </a:xfrm>
              <a:custGeom>
                <a:avLst/>
                <a:gdLst/>
                <a:ahLst/>
                <a:cxnLst/>
                <a:rect l="l" t="t" r="r" b="b"/>
                <a:pathLst>
                  <a:path w="26174" h="54229" extrusionOk="0">
                    <a:moveTo>
                      <a:pt x="23129" y="0"/>
                    </a:moveTo>
                    <a:cubicBezTo>
                      <a:pt x="22377" y="0"/>
                      <a:pt x="21890" y="362"/>
                      <a:pt x="21760" y="479"/>
                    </a:cubicBezTo>
                    <a:cubicBezTo>
                      <a:pt x="21594" y="626"/>
                      <a:pt x="21460" y="2884"/>
                      <a:pt x="21861" y="4041"/>
                    </a:cubicBezTo>
                    <a:lnTo>
                      <a:pt x="18849" y="7460"/>
                    </a:lnTo>
                    <a:lnTo>
                      <a:pt x="10999" y="16371"/>
                    </a:lnTo>
                    <a:cubicBezTo>
                      <a:pt x="10436" y="17009"/>
                      <a:pt x="10050" y="17781"/>
                      <a:pt x="9877" y="18614"/>
                    </a:cubicBezTo>
                    <a:lnTo>
                      <a:pt x="3415" y="49933"/>
                    </a:lnTo>
                    <a:cubicBezTo>
                      <a:pt x="2582" y="50128"/>
                      <a:pt x="1760" y="50377"/>
                      <a:pt x="959" y="50673"/>
                    </a:cubicBezTo>
                    <a:cubicBezTo>
                      <a:pt x="959" y="50673"/>
                      <a:pt x="0" y="52667"/>
                      <a:pt x="2095" y="53893"/>
                    </a:cubicBezTo>
                    <a:cubicBezTo>
                      <a:pt x="2508" y="54135"/>
                      <a:pt x="2905" y="54229"/>
                      <a:pt x="3272" y="54229"/>
                    </a:cubicBezTo>
                    <a:cubicBezTo>
                      <a:pt x="4509" y="54229"/>
                      <a:pt x="5402" y="53165"/>
                      <a:pt x="5402" y="53165"/>
                    </a:cubicBezTo>
                    <a:lnTo>
                      <a:pt x="18593" y="40265"/>
                    </a:lnTo>
                    <a:cubicBezTo>
                      <a:pt x="18961" y="39908"/>
                      <a:pt x="19268" y="39494"/>
                      <a:pt x="19506" y="39039"/>
                    </a:cubicBezTo>
                    <a:cubicBezTo>
                      <a:pt x="19747" y="38570"/>
                      <a:pt x="19917" y="38069"/>
                      <a:pt x="20000" y="37550"/>
                    </a:cubicBezTo>
                    <a:lnTo>
                      <a:pt x="25560" y="2851"/>
                    </a:lnTo>
                    <a:cubicBezTo>
                      <a:pt x="25560" y="2851"/>
                      <a:pt x="26173" y="1333"/>
                      <a:pt x="24598" y="432"/>
                    </a:cubicBezTo>
                    <a:cubicBezTo>
                      <a:pt x="24038" y="110"/>
                      <a:pt x="23543" y="0"/>
                      <a:pt x="23129" y="0"/>
                    </a:cubicBezTo>
                    <a:close/>
                  </a:path>
                </a:pathLst>
              </a:custGeom>
              <a:solidFill>
                <a:srgbClr val="9750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400;p41">
                <a:extLst>
                  <a:ext uri="{FF2B5EF4-FFF2-40B4-BE49-F238E27FC236}">
                    <a16:creationId xmlns:a16="http://schemas.microsoft.com/office/drawing/2014/main" id="{A9EFC564-ECAA-0730-1BCE-AEE241662118}"/>
                  </a:ext>
                </a:extLst>
              </p:cNvPr>
              <p:cNvSpPr/>
              <p:nvPr/>
            </p:nvSpPr>
            <p:spPr>
              <a:xfrm rot="1102292">
                <a:off x="1947827" y="1600924"/>
                <a:ext cx="143607" cy="641336"/>
              </a:xfrm>
              <a:custGeom>
                <a:avLst/>
                <a:gdLst/>
                <a:ahLst/>
                <a:cxnLst/>
                <a:rect l="l" t="t" r="r" b="b"/>
                <a:pathLst>
                  <a:path w="8742" h="39041" extrusionOk="0">
                    <a:moveTo>
                      <a:pt x="5700" y="0"/>
                    </a:moveTo>
                    <a:cubicBezTo>
                      <a:pt x="4946" y="0"/>
                      <a:pt x="4458" y="363"/>
                      <a:pt x="4328" y="480"/>
                    </a:cubicBezTo>
                    <a:cubicBezTo>
                      <a:pt x="4162" y="627"/>
                      <a:pt x="4028" y="2885"/>
                      <a:pt x="4429" y="4039"/>
                    </a:cubicBezTo>
                    <a:lnTo>
                      <a:pt x="1414" y="7461"/>
                    </a:lnTo>
                    <a:cubicBezTo>
                      <a:pt x="599" y="18139"/>
                      <a:pt x="0" y="37277"/>
                      <a:pt x="0" y="37277"/>
                    </a:cubicBezTo>
                    <a:cubicBezTo>
                      <a:pt x="589" y="38951"/>
                      <a:pt x="1043" y="39036"/>
                      <a:pt x="1642" y="39036"/>
                    </a:cubicBezTo>
                    <a:cubicBezTo>
                      <a:pt x="1710" y="39036"/>
                      <a:pt x="1780" y="39035"/>
                      <a:pt x="1851" y="39035"/>
                    </a:cubicBezTo>
                    <a:cubicBezTo>
                      <a:pt x="1923" y="39035"/>
                      <a:pt x="1997" y="39036"/>
                      <a:pt x="2074" y="39040"/>
                    </a:cubicBezTo>
                    <a:cubicBezTo>
                      <a:pt x="2315" y="38571"/>
                      <a:pt x="2485" y="38070"/>
                      <a:pt x="2568" y="37551"/>
                    </a:cubicBezTo>
                    <a:lnTo>
                      <a:pt x="8128" y="2852"/>
                    </a:lnTo>
                    <a:cubicBezTo>
                      <a:pt x="8128" y="2852"/>
                      <a:pt x="8741" y="1334"/>
                      <a:pt x="7166" y="429"/>
                    </a:cubicBezTo>
                    <a:cubicBezTo>
                      <a:pt x="6607" y="110"/>
                      <a:pt x="6113" y="0"/>
                      <a:pt x="5700" y="0"/>
                    </a:cubicBezTo>
                    <a:close/>
                  </a:path>
                </a:pathLst>
              </a:custGeom>
              <a:solidFill>
                <a:srgbClr val="9750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1401;p41">
                <a:extLst>
                  <a:ext uri="{FF2B5EF4-FFF2-40B4-BE49-F238E27FC236}">
                    <a16:creationId xmlns:a16="http://schemas.microsoft.com/office/drawing/2014/main" id="{A86BFB75-6B19-BDE1-B51E-F9F883BDFCE7}"/>
                  </a:ext>
                </a:extLst>
              </p:cNvPr>
              <p:cNvSpPr/>
              <p:nvPr/>
            </p:nvSpPr>
            <p:spPr>
              <a:xfrm rot="1102292">
                <a:off x="1647082" y="1549985"/>
                <a:ext cx="375888" cy="854628"/>
              </a:xfrm>
              <a:custGeom>
                <a:avLst/>
                <a:gdLst/>
                <a:ahLst/>
                <a:cxnLst/>
                <a:rect l="l" t="t" r="r" b="b"/>
                <a:pathLst>
                  <a:path w="22882" h="52025" extrusionOk="0">
                    <a:moveTo>
                      <a:pt x="21628" y="1"/>
                    </a:moveTo>
                    <a:cubicBezTo>
                      <a:pt x="21331" y="1"/>
                      <a:pt x="21029" y="119"/>
                      <a:pt x="20792" y="388"/>
                    </a:cubicBezTo>
                    <a:lnTo>
                      <a:pt x="8221" y="14661"/>
                    </a:lnTo>
                    <a:cubicBezTo>
                      <a:pt x="7658" y="15296"/>
                      <a:pt x="7272" y="16071"/>
                      <a:pt x="7103" y="16901"/>
                    </a:cubicBezTo>
                    <a:lnTo>
                      <a:pt x="190" y="50406"/>
                    </a:lnTo>
                    <a:cubicBezTo>
                      <a:pt x="1" y="51325"/>
                      <a:pt x="734" y="52024"/>
                      <a:pt x="1516" y="52024"/>
                    </a:cubicBezTo>
                    <a:cubicBezTo>
                      <a:pt x="1837" y="52024"/>
                      <a:pt x="2167" y="51906"/>
                      <a:pt x="2444" y="51635"/>
                    </a:cubicBezTo>
                    <a:lnTo>
                      <a:pt x="15819" y="38559"/>
                    </a:lnTo>
                    <a:cubicBezTo>
                      <a:pt x="16565" y="37827"/>
                      <a:pt x="17059" y="36872"/>
                      <a:pt x="17225" y="35840"/>
                    </a:cubicBezTo>
                    <a:lnTo>
                      <a:pt x="22761" y="1315"/>
                    </a:lnTo>
                    <a:cubicBezTo>
                      <a:pt x="22881" y="551"/>
                      <a:pt x="22268" y="1"/>
                      <a:pt x="21628" y="1"/>
                    </a:cubicBezTo>
                    <a:close/>
                  </a:path>
                </a:pathLst>
              </a:custGeom>
              <a:solidFill>
                <a:srgbClr val="FE8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402;p41">
                <a:extLst>
                  <a:ext uri="{FF2B5EF4-FFF2-40B4-BE49-F238E27FC236}">
                    <a16:creationId xmlns:a16="http://schemas.microsoft.com/office/drawing/2014/main" id="{EC550681-AFA4-A903-CE26-206201552B42}"/>
                  </a:ext>
                </a:extLst>
              </p:cNvPr>
              <p:cNvSpPr/>
              <p:nvPr/>
            </p:nvSpPr>
            <p:spPr>
              <a:xfrm rot="1102292">
                <a:off x="1786556" y="1608533"/>
                <a:ext cx="255165" cy="441811"/>
              </a:xfrm>
              <a:custGeom>
                <a:avLst/>
                <a:gdLst/>
                <a:ahLst/>
                <a:cxnLst/>
                <a:rect l="l" t="t" r="r" b="b"/>
                <a:pathLst>
                  <a:path w="15533" h="26895" extrusionOk="0">
                    <a:moveTo>
                      <a:pt x="14936" y="1"/>
                    </a:moveTo>
                    <a:cubicBezTo>
                      <a:pt x="14791" y="1"/>
                      <a:pt x="14643" y="60"/>
                      <a:pt x="14529" y="195"/>
                    </a:cubicBezTo>
                    <a:lnTo>
                      <a:pt x="10786" y="4493"/>
                    </a:lnTo>
                    <a:lnTo>
                      <a:pt x="6137" y="9827"/>
                    </a:lnTo>
                    <a:lnTo>
                      <a:pt x="6134" y="9831"/>
                    </a:lnTo>
                    <a:lnTo>
                      <a:pt x="2964" y="13476"/>
                    </a:lnTo>
                    <a:cubicBezTo>
                      <a:pt x="2903" y="13545"/>
                      <a:pt x="2863" y="13624"/>
                      <a:pt x="2845" y="13714"/>
                    </a:cubicBezTo>
                    <a:lnTo>
                      <a:pt x="2456" y="15485"/>
                    </a:lnTo>
                    <a:lnTo>
                      <a:pt x="1356" y="20461"/>
                    </a:lnTo>
                    <a:lnTo>
                      <a:pt x="454" y="24540"/>
                    </a:lnTo>
                    <a:lnTo>
                      <a:pt x="83" y="26228"/>
                    </a:lnTo>
                    <a:cubicBezTo>
                      <a:pt x="1" y="26606"/>
                      <a:pt x="298" y="26894"/>
                      <a:pt x="617" y="26894"/>
                    </a:cubicBezTo>
                    <a:cubicBezTo>
                      <a:pt x="748" y="26894"/>
                      <a:pt x="882" y="26846"/>
                      <a:pt x="995" y="26736"/>
                    </a:cubicBezTo>
                    <a:lnTo>
                      <a:pt x="5196" y="22607"/>
                    </a:lnTo>
                    <a:lnTo>
                      <a:pt x="10230" y="17659"/>
                    </a:lnTo>
                    <a:lnTo>
                      <a:pt x="13238" y="14706"/>
                    </a:lnTo>
                    <a:cubicBezTo>
                      <a:pt x="13321" y="14623"/>
                      <a:pt x="13375" y="14515"/>
                      <a:pt x="13393" y="14400"/>
                    </a:cubicBezTo>
                    <a:lnTo>
                      <a:pt x="14039" y="10119"/>
                    </a:lnTo>
                    <a:lnTo>
                      <a:pt x="14854" y="4749"/>
                    </a:lnTo>
                    <a:lnTo>
                      <a:pt x="15477" y="628"/>
                    </a:lnTo>
                    <a:lnTo>
                      <a:pt x="15474" y="628"/>
                    </a:lnTo>
                    <a:cubicBezTo>
                      <a:pt x="15532" y="261"/>
                      <a:pt x="15240" y="1"/>
                      <a:pt x="14936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403;p41">
                <a:extLst>
                  <a:ext uri="{FF2B5EF4-FFF2-40B4-BE49-F238E27FC236}">
                    <a16:creationId xmlns:a16="http://schemas.microsoft.com/office/drawing/2014/main" id="{979E77BA-3985-60C2-02A4-C8110CA5253D}"/>
                  </a:ext>
                </a:extLst>
              </p:cNvPr>
              <p:cNvSpPr/>
              <p:nvPr/>
            </p:nvSpPr>
            <p:spPr>
              <a:xfrm rot="1102292">
                <a:off x="1659938" y="1963258"/>
                <a:ext cx="228979" cy="264249"/>
              </a:xfrm>
              <a:custGeom>
                <a:avLst/>
                <a:gdLst/>
                <a:ahLst/>
                <a:cxnLst/>
                <a:rect l="l" t="t" r="r" b="b"/>
                <a:pathLst>
                  <a:path w="13939" h="16086" extrusionOk="0">
                    <a:moveTo>
                      <a:pt x="10428" y="1"/>
                    </a:moveTo>
                    <a:cubicBezTo>
                      <a:pt x="8158" y="1"/>
                      <a:pt x="5190" y="2076"/>
                      <a:pt x="3052" y="5390"/>
                    </a:cubicBezTo>
                    <a:cubicBezTo>
                      <a:pt x="347" y="9584"/>
                      <a:pt x="1" y="14171"/>
                      <a:pt x="2269" y="15635"/>
                    </a:cubicBezTo>
                    <a:cubicBezTo>
                      <a:pt x="2745" y="15940"/>
                      <a:pt x="3297" y="16085"/>
                      <a:pt x="3897" y="16085"/>
                    </a:cubicBezTo>
                    <a:cubicBezTo>
                      <a:pt x="5358" y="16085"/>
                      <a:pt x="7105" y="15227"/>
                      <a:pt x="8739" y="13734"/>
                    </a:cubicBezTo>
                    <a:cubicBezTo>
                      <a:pt x="9712" y="12833"/>
                      <a:pt x="10567" y="11812"/>
                      <a:pt x="11281" y="10694"/>
                    </a:cubicBezTo>
                    <a:cubicBezTo>
                      <a:pt x="13214" y="7697"/>
                      <a:pt x="13939" y="4492"/>
                      <a:pt x="13365" y="2378"/>
                    </a:cubicBezTo>
                    <a:cubicBezTo>
                      <a:pt x="13134" y="1538"/>
                      <a:pt x="12702" y="867"/>
                      <a:pt x="12056" y="453"/>
                    </a:cubicBezTo>
                    <a:cubicBezTo>
                      <a:pt x="11581" y="146"/>
                      <a:pt x="11029" y="1"/>
                      <a:pt x="10428" y="1"/>
                    </a:cubicBezTo>
                    <a:close/>
                  </a:path>
                </a:pathLst>
              </a:custGeom>
              <a:solidFill>
                <a:srgbClr val="9750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404;p41">
                <a:extLst>
                  <a:ext uri="{FF2B5EF4-FFF2-40B4-BE49-F238E27FC236}">
                    <a16:creationId xmlns:a16="http://schemas.microsoft.com/office/drawing/2014/main" id="{99D2A326-AD4E-275A-1A49-E05B59218C40}"/>
                  </a:ext>
                </a:extLst>
              </p:cNvPr>
              <p:cNvSpPr/>
              <p:nvPr/>
            </p:nvSpPr>
            <p:spPr>
              <a:xfrm rot="1102292">
                <a:off x="1726945" y="2050074"/>
                <a:ext cx="98235" cy="110325"/>
              </a:xfrm>
              <a:custGeom>
                <a:avLst/>
                <a:gdLst/>
                <a:ahLst/>
                <a:cxnLst/>
                <a:rect l="l" t="t" r="r" b="b"/>
                <a:pathLst>
                  <a:path w="5980" h="6716" extrusionOk="0">
                    <a:moveTo>
                      <a:pt x="4351" y="0"/>
                    </a:moveTo>
                    <a:cubicBezTo>
                      <a:pt x="3402" y="0"/>
                      <a:pt x="2163" y="865"/>
                      <a:pt x="1273" y="2251"/>
                    </a:cubicBezTo>
                    <a:cubicBezTo>
                      <a:pt x="145" y="4003"/>
                      <a:pt x="0" y="5915"/>
                      <a:pt x="949" y="6528"/>
                    </a:cubicBezTo>
                    <a:cubicBezTo>
                      <a:pt x="1147" y="6655"/>
                      <a:pt x="1377" y="6716"/>
                      <a:pt x="1627" y="6716"/>
                    </a:cubicBezTo>
                    <a:cubicBezTo>
                      <a:pt x="2575" y="6716"/>
                      <a:pt x="3813" y="5849"/>
                      <a:pt x="4706" y="4465"/>
                    </a:cubicBezTo>
                    <a:cubicBezTo>
                      <a:pt x="5835" y="2712"/>
                      <a:pt x="5979" y="801"/>
                      <a:pt x="5031" y="188"/>
                    </a:cubicBezTo>
                    <a:cubicBezTo>
                      <a:pt x="4832" y="61"/>
                      <a:pt x="4602" y="0"/>
                      <a:pt x="4351" y="0"/>
                    </a:cubicBezTo>
                    <a:close/>
                  </a:path>
                </a:pathLst>
              </a:custGeom>
              <a:solidFill>
                <a:srgbClr val="FE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405;p41">
                <a:extLst>
                  <a:ext uri="{FF2B5EF4-FFF2-40B4-BE49-F238E27FC236}">
                    <a16:creationId xmlns:a16="http://schemas.microsoft.com/office/drawing/2014/main" id="{1B2F6FF9-BF88-EDB8-B18E-11A7FC17BF6C}"/>
                  </a:ext>
                </a:extLst>
              </p:cNvPr>
              <p:cNvSpPr/>
              <p:nvPr/>
            </p:nvSpPr>
            <p:spPr>
              <a:xfrm rot="1102292">
                <a:off x="1808615" y="1746028"/>
                <a:ext cx="784336" cy="882603"/>
              </a:xfrm>
              <a:custGeom>
                <a:avLst/>
                <a:gdLst/>
                <a:ahLst/>
                <a:cxnLst/>
                <a:rect l="l" t="t" r="r" b="b"/>
                <a:pathLst>
                  <a:path w="47746" h="53728" extrusionOk="0">
                    <a:moveTo>
                      <a:pt x="26876" y="0"/>
                    </a:moveTo>
                    <a:cubicBezTo>
                      <a:pt x="26563" y="0"/>
                      <a:pt x="26251" y="25"/>
                      <a:pt x="25943" y="76"/>
                    </a:cubicBezTo>
                    <a:cubicBezTo>
                      <a:pt x="22863" y="584"/>
                      <a:pt x="21323" y="1450"/>
                      <a:pt x="19344" y="3790"/>
                    </a:cubicBezTo>
                    <a:cubicBezTo>
                      <a:pt x="16012" y="7732"/>
                      <a:pt x="15817" y="12322"/>
                      <a:pt x="15680" y="17630"/>
                    </a:cubicBezTo>
                    <a:cubicBezTo>
                      <a:pt x="15676" y="17753"/>
                      <a:pt x="15673" y="17876"/>
                      <a:pt x="15669" y="18002"/>
                    </a:cubicBezTo>
                    <a:cubicBezTo>
                      <a:pt x="15647" y="18723"/>
                      <a:pt x="15629" y="19466"/>
                      <a:pt x="15600" y="20220"/>
                    </a:cubicBezTo>
                    <a:cubicBezTo>
                      <a:pt x="15460" y="24100"/>
                      <a:pt x="15900" y="28160"/>
                      <a:pt x="16325" y="32095"/>
                    </a:cubicBezTo>
                    <a:cubicBezTo>
                      <a:pt x="16549" y="34121"/>
                      <a:pt x="16776" y="36213"/>
                      <a:pt x="16909" y="38200"/>
                    </a:cubicBezTo>
                    <a:cubicBezTo>
                      <a:pt x="17108" y="41121"/>
                      <a:pt x="17212" y="44471"/>
                      <a:pt x="15943" y="47367"/>
                    </a:cubicBezTo>
                    <a:cubicBezTo>
                      <a:pt x="15002" y="49527"/>
                      <a:pt x="12903" y="51597"/>
                      <a:pt x="10473" y="51929"/>
                    </a:cubicBezTo>
                    <a:lnTo>
                      <a:pt x="10451" y="51932"/>
                    </a:lnTo>
                    <a:cubicBezTo>
                      <a:pt x="10227" y="51964"/>
                      <a:pt x="10003" y="51980"/>
                      <a:pt x="9777" y="51980"/>
                    </a:cubicBezTo>
                    <a:cubicBezTo>
                      <a:pt x="9621" y="51980"/>
                      <a:pt x="9464" y="51972"/>
                      <a:pt x="9308" y="51957"/>
                    </a:cubicBezTo>
                    <a:cubicBezTo>
                      <a:pt x="7259" y="51752"/>
                      <a:pt x="5287" y="50234"/>
                      <a:pt x="4158" y="47983"/>
                    </a:cubicBezTo>
                    <a:cubicBezTo>
                      <a:pt x="3163" y="46007"/>
                      <a:pt x="2514" y="43274"/>
                      <a:pt x="2416" y="40674"/>
                    </a:cubicBezTo>
                    <a:cubicBezTo>
                      <a:pt x="2564" y="40483"/>
                      <a:pt x="2669" y="40263"/>
                      <a:pt x="2723" y="40028"/>
                    </a:cubicBezTo>
                    <a:cubicBezTo>
                      <a:pt x="2928" y="39109"/>
                      <a:pt x="2777" y="37601"/>
                      <a:pt x="2528" y="36985"/>
                    </a:cubicBezTo>
                    <a:cubicBezTo>
                      <a:pt x="2507" y="36923"/>
                      <a:pt x="2478" y="36869"/>
                      <a:pt x="2442" y="36819"/>
                    </a:cubicBezTo>
                    <a:cubicBezTo>
                      <a:pt x="2316" y="36662"/>
                      <a:pt x="2116" y="36586"/>
                      <a:pt x="1880" y="36586"/>
                    </a:cubicBezTo>
                    <a:cubicBezTo>
                      <a:pt x="1545" y="36586"/>
                      <a:pt x="1141" y="36738"/>
                      <a:pt x="779" y="37028"/>
                    </a:cubicBezTo>
                    <a:cubicBezTo>
                      <a:pt x="768" y="37035"/>
                      <a:pt x="761" y="37042"/>
                      <a:pt x="754" y="37053"/>
                    </a:cubicBezTo>
                    <a:cubicBezTo>
                      <a:pt x="256" y="37461"/>
                      <a:pt x="0" y="37998"/>
                      <a:pt x="101" y="38387"/>
                    </a:cubicBezTo>
                    <a:lnTo>
                      <a:pt x="94" y="38387"/>
                    </a:lnTo>
                    <a:cubicBezTo>
                      <a:pt x="94" y="38387"/>
                      <a:pt x="69" y="39794"/>
                      <a:pt x="678" y="40850"/>
                    </a:cubicBezTo>
                    <a:cubicBezTo>
                      <a:pt x="794" y="43692"/>
                      <a:pt x="1497" y="46570"/>
                      <a:pt x="2597" y="48766"/>
                    </a:cubicBezTo>
                    <a:cubicBezTo>
                      <a:pt x="3989" y="51550"/>
                      <a:pt x="6495" y="53436"/>
                      <a:pt x="9135" y="53696"/>
                    </a:cubicBezTo>
                    <a:cubicBezTo>
                      <a:pt x="9354" y="53717"/>
                      <a:pt x="9574" y="53727"/>
                      <a:pt x="9794" y="53727"/>
                    </a:cubicBezTo>
                    <a:cubicBezTo>
                      <a:pt x="10173" y="53727"/>
                      <a:pt x="10552" y="53696"/>
                      <a:pt x="10927" y="53634"/>
                    </a:cubicBezTo>
                    <a:cubicBezTo>
                      <a:pt x="11042" y="53616"/>
                      <a:pt x="11158" y="53587"/>
                      <a:pt x="11277" y="53562"/>
                    </a:cubicBezTo>
                    <a:cubicBezTo>
                      <a:pt x="14194" y="52924"/>
                      <a:pt x="16491" y="50479"/>
                      <a:pt x="17548" y="48066"/>
                    </a:cubicBezTo>
                    <a:cubicBezTo>
                      <a:pt x="18972" y="44810"/>
                      <a:pt x="18868" y="41207"/>
                      <a:pt x="18655" y="38085"/>
                    </a:cubicBezTo>
                    <a:cubicBezTo>
                      <a:pt x="18514" y="36058"/>
                      <a:pt x="18291" y="33948"/>
                      <a:pt x="18063" y="31907"/>
                    </a:cubicBezTo>
                    <a:cubicBezTo>
                      <a:pt x="17645" y="28038"/>
                      <a:pt x="17212" y="24031"/>
                      <a:pt x="17353" y="20277"/>
                    </a:cubicBezTo>
                    <a:cubicBezTo>
                      <a:pt x="17378" y="19516"/>
                      <a:pt x="17396" y="18774"/>
                      <a:pt x="17418" y="18042"/>
                    </a:cubicBezTo>
                    <a:cubicBezTo>
                      <a:pt x="17551" y="12914"/>
                      <a:pt x="17667" y="8478"/>
                      <a:pt x="20681" y="4915"/>
                    </a:cubicBezTo>
                    <a:cubicBezTo>
                      <a:pt x="22210" y="3108"/>
                      <a:pt x="23314" y="2275"/>
                      <a:pt x="26224" y="1796"/>
                    </a:cubicBezTo>
                    <a:cubicBezTo>
                      <a:pt x="26441" y="1762"/>
                      <a:pt x="26660" y="1744"/>
                      <a:pt x="26878" y="1744"/>
                    </a:cubicBezTo>
                    <a:cubicBezTo>
                      <a:pt x="27053" y="1744"/>
                      <a:pt x="27227" y="1755"/>
                      <a:pt x="27400" y="1778"/>
                    </a:cubicBezTo>
                    <a:lnTo>
                      <a:pt x="27418" y="1778"/>
                    </a:lnTo>
                    <a:cubicBezTo>
                      <a:pt x="28366" y="1900"/>
                      <a:pt x="29261" y="2275"/>
                      <a:pt x="30018" y="2860"/>
                    </a:cubicBezTo>
                    <a:cubicBezTo>
                      <a:pt x="29920" y="3033"/>
                      <a:pt x="29837" y="3217"/>
                      <a:pt x="29773" y="3408"/>
                    </a:cubicBezTo>
                    <a:cubicBezTo>
                      <a:pt x="29708" y="3574"/>
                      <a:pt x="29675" y="3754"/>
                      <a:pt x="29672" y="3931"/>
                    </a:cubicBezTo>
                    <a:cubicBezTo>
                      <a:pt x="29682" y="4403"/>
                      <a:pt x="29845" y="5189"/>
                      <a:pt x="29845" y="5189"/>
                    </a:cubicBezTo>
                    <a:cubicBezTo>
                      <a:pt x="30945" y="6365"/>
                      <a:pt x="32008" y="7324"/>
                      <a:pt x="32614" y="7371"/>
                    </a:cubicBezTo>
                    <a:cubicBezTo>
                      <a:pt x="32624" y="7372"/>
                      <a:pt x="32634" y="7372"/>
                      <a:pt x="32645" y="7372"/>
                    </a:cubicBezTo>
                    <a:cubicBezTo>
                      <a:pt x="32773" y="7372"/>
                      <a:pt x="32969" y="7313"/>
                      <a:pt x="33198" y="7219"/>
                    </a:cubicBezTo>
                    <a:cubicBezTo>
                      <a:pt x="35734" y="10461"/>
                      <a:pt x="36844" y="15164"/>
                      <a:pt x="36173" y="19967"/>
                    </a:cubicBezTo>
                    <a:cubicBezTo>
                      <a:pt x="35903" y="21864"/>
                      <a:pt x="35395" y="23783"/>
                      <a:pt x="34623" y="25791"/>
                    </a:cubicBezTo>
                    <a:cubicBezTo>
                      <a:pt x="34486" y="26134"/>
                      <a:pt x="34345" y="26480"/>
                      <a:pt x="34197" y="26833"/>
                    </a:cubicBezTo>
                    <a:cubicBezTo>
                      <a:pt x="34071" y="27129"/>
                      <a:pt x="34212" y="27472"/>
                      <a:pt x="34507" y="27594"/>
                    </a:cubicBezTo>
                    <a:cubicBezTo>
                      <a:pt x="34580" y="27625"/>
                      <a:pt x="34658" y="27641"/>
                      <a:pt x="34736" y="27641"/>
                    </a:cubicBezTo>
                    <a:cubicBezTo>
                      <a:pt x="34767" y="27641"/>
                      <a:pt x="34798" y="27639"/>
                      <a:pt x="34828" y="27634"/>
                    </a:cubicBezTo>
                    <a:cubicBezTo>
                      <a:pt x="35027" y="27601"/>
                      <a:pt x="35193" y="27472"/>
                      <a:pt x="35276" y="27288"/>
                    </a:cubicBezTo>
                    <a:cubicBezTo>
                      <a:pt x="36329" y="24796"/>
                      <a:pt x="37003" y="22455"/>
                      <a:pt x="37327" y="20126"/>
                    </a:cubicBezTo>
                    <a:cubicBezTo>
                      <a:pt x="38041" y="15027"/>
                      <a:pt x="36924" y="10195"/>
                      <a:pt x="34259" y="6689"/>
                    </a:cubicBezTo>
                    <a:cubicBezTo>
                      <a:pt x="34673" y="6455"/>
                      <a:pt x="35092" y="6192"/>
                      <a:pt x="35427" y="5968"/>
                    </a:cubicBezTo>
                    <a:cubicBezTo>
                      <a:pt x="38074" y="7995"/>
                      <a:pt x="40995" y="10483"/>
                      <a:pt x="43159" y="13674"/>
                    </a:cubicBezTo>
                    <a:cubicBezTo>
                      <a:pt x="45109" y="16534"/>
                      <a:pt x="46162" y="19635"/>
                      <a:pt x="46213" y="22582"/>
                    </a:cubicBezTo>
                    <a:cubicBezTo>
                      <a:pt x="46224" y="23169"/>
                      <a:pt x="46195" y="23757"/>
                      <a:pt x="46123" y="24338"/>
                    </a:cubicBezTo>
                    <a:cubicBezTo>
                      <a:pt x="46087" y="24659"/>
                      <a:pt x="46314" y="24947"/>
                      <a:pt x="46631" y="24987"/>
                    </a:cubicBezTo>
                    <a:cubicBezTo>
                      <a:pt x="46654" y="24992"/>
                      <a:pt x="46677" y="24994"/>
                      <a:pt x="46701" y="24994"/>
                    </a:cubicBezTo>
                    <a:cubicBezTo>
                      <a:pt x="46733" y="24994"/>
                      <a:pt x="46766" y="24990"/>
                      <a:pt x="46797" y="24983"/>
                    </a:cubicBezTo>
                    <a:cubicBezTo>
                      <a:pt x="47053" y="24944"/>
                      <a:pt x="47248" y="24742"/>
                      <a:pt x="47284" y="24486"/>
                    </a:cubicBezTo>
                    <a:cubicBezTo>
                      <a:pt x="47746" y="20775"/>
                      <a:pt x="46628" y="16700"/>
                      <a:pt x="44125" y="13022"/>
                    </a:cubicBezTo>
                    <a:cubicBezTo>
                      <a:pt x="41882" y="9733"/>
                      <a:pt x="38799" y="7097"/>
                      <a:pt x="36224" y="5110"/>
                    </a:cubicBezTo>
                    <a:cubicBezTo>
                      <a:pt x="36278" y="4742"/>
                      <a:pt x="36170" y="4241"/>
                      <a:pt x="36008" y="3873"/>
                    </a:cubicBezTo>
                    <a:cubicBezTo>
                      <a:pt x="35928" y="3696"/>
                      <a:pt x="35838" y="3548"/>
                      <a:pt x="35744" y="3465"/>
                    </a:cubicBezTo>
                    <a:cubicBezTo>
                      <a:pt x="35391" y="3148"/>
                      <a:pt x="33927" y="2250"/>
                      <a:pt x="33325" y="2005"/>
                    </a:cubicBezTo>
                    <a:cubicBezTo>
                      <a:pt x="33050" y="1895"/>
                      <a:pt x="32390" y="1772"/>
                      <a:pt x="31775" y="1772"/>
                    </a:cubicBezTo>
                    <a:cubicBezTo>
                      <a:pt x="31664" y="1772"/>
                      <a:pt x="31555" y="1776"/>
                      <a:pt x="31449" y="1785"/>
                    </a:cubicBezTo>
                    <a:cubicBezTo>
                      <a:pt x="30235" y="692"/>
                      <a:pt x="28543" y="0"/>
                      <a:pt x="26876" y="0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406;p41">
                <a:extLst>
                  <a:ext uri="{FF2B5EF4-FFF2-40B4-BE49-F238E27FC236}">
                    <a16:creationId xmlns:a16="http://schemas.microsoft.com/office/drawing/2014/main" id="{92D320D8-9038-DBFF-371C-FB0AEF7EA8EB}"/>
                  </a:ext>
                </a:extLst>
              </p:cNvPr>
              <p:cNvSpPr/>
              <p:nvPr/>
            </p:nvSpPr>
            <p:spPr>
              <a:xfrm rot="1102292">
                <a:off x="2183428" y="2206529"/>
                <a:ext cx="205160" cy="183870"/>
              </a:xfrm>
              <a:custGeom>
                <a:avLst/>
                <a:gdLst/>
                <a:ahLst/>
                <a:cxnLst/>
                <a:rect l="l" t="t" r="r" b="b"/>
                <a:pathLst>
                  <a:path w="12489" h="11193" extrusionOk="0">
                    <a:moveTo>
                      <a:pt x="9728" y="1"/>
                    </a:moveTo>
                    <a:cubicBezTo>
                      <a:pt x="9382" y="1"/>
                      <a:pt x="9056" y="185"/>
                      <a:pt x="8698" y="575"/>
                    </a:cubicBezTo>
                    <a:cubicBezTo>
                      <a:pt x="8536" y="755"/>
                      <a:pt x="8385" y="943"/>
                      <a:pt x="8248" y="1145"/>
                    </a:cubicBezTo>
                    <a:cubicBezTo>
                      <a:pt x="7394" y="2365"/>
                      <a:pt x="6827" y="3659"/>
                      <a:pt x="6054" y="3659"/>
                    </a:cubicBezTo>
                    <a:cubicBezTo>
                      <a:pt x="5893" y="3659"/>
                      <a:pt x="5723" y="3603"/>
                      <a:pt x="5539" y="3478"/>
                    </a:cubicBezTo>
                    <a:cubicBezTo>
                      <a:pt x="5539" y="3478"/>
                      <a:pt x="0" y="8357"/>
                      <a:pt x="1630" y="9882"/>
                    </a:cubicBezTo>
                    <a:cubicBezTo>
                      <a:pt x="1926" y="10160"/>
                      <a:pt x="2261" y="10394"/>
                      <a:pt x="2622" y="10578"/>
                    </a:cubicBezTo>
                    <a:cubicBezTo>
                      <a:pt x="3337" y="10963"/>
                      <a:pt x="4180" y="11193"/>
                      <a:pt x="5045" y="11193"/>
                    </a:cubicBezTo>
                    <a:cubicBezTo>
                      <a:pt x="6281" y="11193"/>
                      <a:pt x="7559" y="10721"/>
                      <a:pt x="8565" y="9554"/>
                    </a:cubicBezTo>
                    <a:cubicBezTo>
                      <a:pt x="10635" y="7145"/>
                      <a:pt x="12488" y="1956"/>
                      <a:pt x="11223" y="824"/>
                    </a:cubicBezTo>
                    <a:cubicBezTo>
                      <a:pt x="10626" y="289"/>
                      <a:pt x="10161" y="1"/>
                      <a:pt x="9728" y="1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407;p41">
                <a:extLst>
                  <a:ext uri="{FF2B5EF4-FFF2-40B4-BE49-F238E27FC236}">
                    <a16:creationId xmlns:a16="http://schemas.microsoft.com/office/drawing/2014/main" id="{F4D444D4-7EA6-C9D1-0929-AD959592C2D6}"/>
                  </a:ext>
                </a:extLst>
              </p:cNvPr>
              <p:cNvSpPr/>
              <p:nvPr/>
            </p:nvSpPr>
            <p:spPr>
              <a:xfrm rot="1102292">
                <a:off x="2174944" y="2222152"/>
                <a:ext cx="131582" cy="145956"/>
              </a:xfrm>
              <a:custGeom>
                <a:avLst/>
                <a:gdLst/>
                <a:ahLst/>
                <a:cxnLst/>
                <a:rect l="l" t="t" r="r" b="b"/>
                <a:pathLst>
                  <a:path w="8010" h="8885" extrusionOk="0">
                    <a:moveTo>
                      <a:pt x="4908" y="1"/>
                    </a:moveTo>
                    <a:cubicBezTo>
                      <a:pt x="4822" y="1"/>
                      <a:pt x="4735" y="5"/>
                      <a:pt x="4649" y="14"/>
                    </a:cubicBezTo>
                    <a:lnTo>
                      <a:pt x="4649" y="43"/>
                    </a:lnTo>
                    <a:cubicBezTo>
                      <a:pt x="3707" y="108"/>
                      <a:pt x="2355" y="1284"/>
                      <a:pt x="1345" y="3029"/>
                    </a:cubicBezTo>
                    <a:cubicBezTo>
                      <a:pt x="372" y="4709"/>
                      <a:pt x="0" y="6393"/>
                      <a:pt x="339" y="7273"/>
                    </a:cubicBezTo>
                    <a:lnTo>
                      <a:pt x="307" y="7288"/>
                    </a:lnTo>
                    <a:cubicBezTo>
                      <a:pt x="534" y="7825"/>
                      <a:pt x="898" y="8265"/>
                      <a:pt x="1389" y="8550"/>
                    </a:cubicBezTo>
                    <a:cubicBezTo>
                      <a:pt x="1780" y="8777"/>
                      <a:pt x="2217" y="8884"/>
                      <a:pt x="2673" y="8884"/>
                    </a:cubicBezTo>
                    <a:cubicBezTo>
                      <a:pt x="4088" y="8884"/>
                      <a:pt x="5689" y="7850"/>
                      <a:pt x="6690" y="6137"/>
                    </a:cubicBezTo>
                    <a:cubicBezTo>
                      <a:pt x="8010" y="3869"/>
                      <a:pt x="7768" y="1273"/>
                      <a:pt x="6163" y="335"/>
                    </a:cubicBezTo>
                    <a:cubicBezTo>
                      <a:pt x="5780" y="115"/>
                      <a:pt x="5347" y="1"/>
                      <a:pt x="4908" y="1"/>
                    </a:cubicBezTo>
                    <a:close/>
                  </a:path>
                </a:pathLst>
              </a:custGeom>
              <a:solidFill>
                <a:srgbClr val="E9EA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408;p41">
                <a:extLst>
                  <a:ext uri="{FF2B5EF4-FFF2-40B4-BE49-F238E27FC236}">
                    <a16:creationId xmlns:a16="http://schemas.microsoft.com/office/drawing/2014/main" id="{B437D8DE-1285-DFAC-3662-666771759D12}"/>
                  </a:ext>
                </a:extLst>
              </p:cNvPr>
              <p:cNvSpPr/>
              <p:nvPr/>
            </p:nvSpPr>
            <p:spPr>
              <a:xfrm rot="1102292">
                <a:off x="2174944" y="2222152"/>
                <a:ext cx="131582" cy="145956"/>
              </a:xfrm>
              <a:custGeom>
                <a:avLst/>
                <a:gdLst/>
                <a:ahLst/>
                <a:cxnLst/>
                <a:rect l="l" t="t" r="r" b="b"/>
                <a:pathLst>
                  <a:path w="8010" h="8885" extrusionOk="0">
                    <a:moveTo>
                      <a:pt x="4908" y="1"/>
                    </a:moveTo>
                    <a:cubicBezTo>
                      <a:pt x="4822" y="1"/>
                      <a:pt x="4735" y="5"/>
                      <a:pt x="4649" y="14"/>
                    </a:cubicBezTo>
                    <a:lnTo>
                      <a:pt x="4649" y="43"/>
                    </a:lnTo>
                    <a:cubicBezTo>
                      <a:pt x="3707" y="108"/>
                      <a:pt x="2355" y="1284"/>
                      <a:pt x="1345" y="3029"/>
                    </a:cubicBezTo>
                    <a:cubicBezTo>
                      <a:pt x="372" y="4709"/>
                      <a:pt x="0" y="6393"/>
                      <a:pt x="339" y="7273"/>
                    </a:cubicBezTo>
                    <a:lnTo>
                      <a:pt x="307" y="7288"/>
                    </a:lnTo>
                    <a:cubicBezTo>
                      <a:pt x="534" y="7825"/>
                      <a:pt x="898" y="8265"/>
                      <a:pt x="1389" y="8550"/>
                    </a:cubicBezTo>
                    <a:cubicBezTo>
                      <a:pt x="1780" y="8777"/>
                      <a:pt x="2217" y="8884"/>
                      <a:pt x="2673" y="8884"/>
                    </a:cubicBezTo>
                    <a:cubicBezTo>
                      <a:pt x="4088" y="8884"/>
                      <a:pt x="5689" y="7850"/>
                      <a:pt x="6690" y="6137"/>
                    </a:cubicBezTo>
                    <a:cubicBezTo>
                      <a:pt x="8010" y="3869"/>
                      <a:pt x="7768" y="1273"/>
                      <a:pt x="6163" y="335"/>
                    </a:cubicBezTo>
                    <a:cubicBezTo>
                      <a:pt x="5780" y="115"/>
                      <a:pt x="5347" y="1"/>
                      <a:pt x="4908" y="1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409;p41">
                <a:extLst>
                  <a:ext uri="{FF2B5EF4-FFF2-40B4-BE49-F238E27FC236}">
                    <a16:creationId xmlns:a16="http://schemas.microsoft.com/office/drawing/2014/main" id="{5CF94D7D-2A94-7CC4-399C-EFE30F4E124E}"/>
                  </a:ext>
                </a:extLst>
              </p:cNvPr>
              <p:cNvSpPr/>
              <p:nvPr/>
            </p:nvSpPr>
            <p:spPr>
              <a:xfrm rot="1102292">
                <a:off x="2178218" y="2218185"/>
                <a:ext cx="99713" cy="129020"/>
              </a:xfrm>
              <a:custGeom>
                <a:avLst/>
                <a:gdLst/>
                <a:ahLst/>
                <a:cxnLst/>
                <a:rect l="l" t="t" r="r" b="b"/>
                <a:pathLst>
                  <a:path w="6070" h="7854" extrusionOk="0">
                    <a:moveTo>
                      <a:pt x="4723" y="0"/>
                    </a:moveTo>
                    <a:cubicBezTo>
                      <a:pt x="4698" y="0"/>
                      <a:pt x="4673" y="1"/>
                      <a:pt x="4649" y="3"/>
                    </a:cubicBezTo>
                    <a:cubicBezTo>
                      <a:pt x="3707" y="68"/>
                      <a:pt x="2355" y="1247"/>
                      <a:pt x="1345" y="2989"/>
                    </a:cubicBezTo>
                    <a:cubicBezTo>
                      <a:pt x="372" y="4669"/>
                      <a:pt x="0" y="6357"/>
                      <a:pt x="343" y="7237"/>
                    </a:cubicBezTo>
                    <a:cubicBezTo>
                      <a:pt x="433" y="7461"/>
                      <a:pt x="567" y="7634"/>
                      <a:pt x="743" y="7738"/>
                    </a:cubicBezTo>
                    <a:cubicBezTo>
                      <a:pt x="878" y="7816"/>
                      <a:pt x="1031" y="7854"/>
                      <a:pt x="1198" y="7854"/>
                    </a:cubicBezTo>
                    <a:cubicBezTo>
                      <a:pt x="2144" y="7854"/>
                      <a:pt x="3542" y="6661"/>
                      <a:pt x="4580" y="4871"/>
                    </a:cubicBezTo>
                    <a:cubicBezTo>
                      <a:pt x="5803" y="2765"/>
                      <a:pt x="6069" y="638"/>
                      <a:pt x="5182" y="115"/>
                    </a:cubicBezTo>
                    <a:cubicBezTo>
                      <a:pt x="5039" y="40"/>
                      <a:pt x="4882" y="0"/>
                      <a:pt x="4723" y="0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1410;p41">
                <a:extLst>
                  <a:ext uri="{FF2B5EF4-FFF2-40B4-BE49-F238E27FC236}">
                    <a16:creationId xmlns:a16="http://schemas.microsoft.com/office/drawing/2014/main" id="{308B9E29-1347-B444-FBCD-970B87F043AC}"/>
                  </a:ext>
                </a:extLst>
              </p:cNvPr>
              <p:cNvSpPr/>
              <p:nvPr/>
            </p:nvSpPr>
            <p:spPr>
              <a:xfrm rot="1102292">
                <a:off x="1815266" y="1674318"/>
                <a:ext cx="154991" cy="262392"/>
              </a:xfrm>
              <a:custGeom>
                <a:avLst/>
                <a:gdLst/>
                <a:ahLst/>
                <a:cxnLst/>
                <a:rect l="l" t="t" r="r" b="b"/>
                <a:pathLst>
                  <a:path w="9435" h="15973" extrusionOk="0">
                    <a:moveTo>
                      <a:pt x="9434" y="1"/>
                    </a:moveTo>
                    <a:lnTo>
                      <a:pt x="4786" y="5334"/>
                    </a:lnTo>
                    <a:lnTo>
                      <a:pt x="4782" y="5342"/>
                    </a:lnTo>
                    <a:lnTo>
                      <a:pt x="1101" y="10996"/>
                    </a:lnTo>
                    <a:lnTo>
                      <a:pt x="1" y="15972"/>
                    </a:lnTo>
                    <a:lnTo>
                      <a:pt x="9434" y="1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411;p41">
                <a:extLst>
                  <a:ext uri="{FF2B5EF4-FFF2-40B4-BE49-F238E27FC236}">
                    <a16:creationId xmlns:a16="http://schemas.microsoft.com/office/drawing/2014/main" id="{970E2E09-CFB5-F11C-8C17-A597F597DE2D}"/>
                  </a:ext>
                </a:extLst>
              </p:cNvPr>
              <p:cNvSpPr/>
              <p:nvPr/>
            </p:nvSpPr>
            <p:spPr>
              <a:xfrm rot="1102292">
                <a:off x="1948664" y="1797005"/>
                <a:ext cx="62571" cy="123878"/>
              </a:xfrm>
              <a:custGeom>
                <a:avLst/>
                <a:gdLst/>
                <a:ahLst/>
                <a:cxnLst/>
                <a:rect l="l" t="t" r="r" b="b"/>
                <a:pathLst>
                  <a:path w="3809" h="7541" extrusionOk="0">
                    <a:moveTo>
                      <a:pt x="3809" y="0"/>
                    </a:moveTo>
                    <a:lnTo>
                      <a:pt x="0" y="7540"/>
                    </a:lnTo>
                    <a:lnTo>
                      <a:pt x="3008" y="4587"/>
                    </a:lnTo>
                    <a:cubicBezTo>
                      <a:pt x="3091" y="4504"/>
                      <a:pt x="3145" y="4396"/>
                      <a:pt x="3163" y="4281"/>
                    </a:cubicBezTo>
                    <a:lnTo>
                      <a:pt x="3809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412;p41">
                <a:extLst>
                  <a:ext uri="{FF2B5EF4-FFF2-40B4-BE49-F238E27FC236}">
                    <a16:creationId xmlns:a16="http://schemas.microsoft.com/office/drawing/2014/main" id="{C76308AF-4569-893A-5B4E-C919029CF678}"/>
                  </a:ext>
                </a:extLst>
              </p:cNvPr>
              <p:cNvSpPr/>
              <p:nvPr/>
            </p:nvSpPr>
            <p:spPr>
              <a:xfrm rot="1102292">
                <a:off x="1786511" y="1608808"/>
                <a:ext cx="255082" cy="441515"/>
              </a:xfrm>
              <a:custGeom>
                <a:avLst/>
                <a:gdLst/>
                <a:ahLst/>
                <a:cxnLst/>
                <a:rect l="l" t="t" r="r" b="b"/>
                <a:pathLst>
                  <a:path w="15528" h="26877" extrusionOk="0">
                    <a:moveTo>
                      <a:pt x="15055" y="0"/>
                    </a:moveTo>
                    <a:lnTo>
                      <a:pt x="454" y="24522"/>
                    </a:lnTo>
                    <a:lnTo>
                      <a:pt x="83" y="26210"/>
                    </a:lnTo>
                    <a:cubicBezTo>
                      <a:pt x="1" y="26588"/>
                      <a:pt x="298" y="26876"/>
                      <a:pt x="617" y="26876"/>
                    </a:cubicBezTo>
                    <a:cubicBezTo>
                      <a:pt x="748" y="26876"/>
                      <a:pt x="882" y="26828"/>
                      <a:pt x="995" y="26718"/>
                    </a:cubicBezTo>
                    <a:lnTo>
                      <a:pt x="5196" y="22589"/>
                    </a:lnTo>
                    <a:lnTo>
                      <a:pt x="14854" y="4731"/>
                    </a:lnTo>
                    <a:lnTo>
                      <a:pt x="15477" y="610"/>
                    </a:lnTo>
                    <a:cubicBezTo>
                      <a:pt x="15528" y="325"/>
                      <a:pt x="15337" y="54"/>
                      <a:pt x="15055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413;p41">
                <a:extLst>
                  <a:ext uri="{FF2B5EF4-FFF2-40B4-BE49-F238E27FC236}">
                    <a16:creationId xmlns:a16="http://schemas.microsoft.com/office/drawing/2014/main" id="{36495A9B-5852-B8FC-9B3F-C4479B22EBD9}"/>
                  </a:ext>
                </a:extLst>
              </p:cNvPr>
              <p:cNvSpPr/>
              <p:nvPr/>
            </p:nvSpPr>
            <p:spPr>
              <a:xfrm rot="1102292">
                <a:off x="1860445" y="2537409"/>
                <a:ext cx="5700" cy="1199"/>
              </a:xfrm>
              <a:custGeom>
                <a:avLst/>
                <a:gdLst/>
                <a:ahLst/>
                <a:cxnLst/>
                <a:rect l="l" t="t" r="r" b="b"/>
                <a:pathLst>
                  <a:path w="347" h="73" extrusionOk="0">
                    <a:moveTo>
                      <a:pt x="347" y="0"/>
                    </a:moveTo>
                    <a:lnTo>
                      <a:pt x="347" y="0"/>
                    </a:lnTo>
                    <a:cubicBezTo>
                      <a:pt x="231" y="25"/>
                      <a:pt x="116" y="51"/>
                      <a:pt x="0" y="72"/>
                    </a:cubicBezTo>
                    <a:cubicBezTo>
                      <a:pt x="112" y="54"/>
                      <a:pt x="228" y="29"/>
                      <a:pt x="347" y="0"/>
                    </a:cubicBezTo>
                    <a:close/>
                  </a:path>
                </a:pathLst>
              </a:custGeom>
              <a:solidFill>
                <a:srgbClr val="514A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1414;p41">
                <a:extLst>
                  <a:ext uri="{FF2B5EF4-FFF2-40B4-BE49-F238E27FC236}">
                    <a16:creationId xmlns:a16="http://schemas.microsoft.com/office/drawing/2014/main" id="{476374CB-35B6-B767-CD40-7133BC7D5CEA}"/>
                  </a:ext>
                </a:extLst>
              </p:cNvPr>
              <p:cNvSpPr/>
              <p:nvPr/>
            </p:nvSpPr>
            <p:spPr>
              <a:xfrm rot="1102292">
                <a:off x="2457148" y="2240547"/>
                <a:ext cx="142539" cy="211287"/>
              </a:xfrm>
              <a:custGeom>
                <a:avLst/>
                <a:gdLst/>
                <a:ahLst/>
                <a:cxnLst/>
                <a:rect l="l" t="t" r="r" b="b"/>
                <a:pathLst>
                  <a:path w="8677" h="12862" extrusionOk="0">
                    <a:moveTo>
                      <a:pt x="5070" y="1"/>
                    </a:moveTo>
                    <a:cubicBezTo>
                      <a:pt x="4778" y="1"/>
                      <a:pt x="4540" y="54"/>
                      <a:pt x="4346" y="173"/>
                    </a:cubicBezTo>
                    <a:cubicBezTo>
                      <a:pt x="3946" y="421"/>
                      <a:pt x="3740" y="952"/>
                      <a:pt x="3650" y="1878"/>
                    </a:cubicBezTo>
                    <a:cubicBezTo>
                      <a:pt x="3479" y="3609"/>
                      <a:pt x="3703" y="5241"/>
                      <a:pt x="2555" y="5241"/>
                    </a:cubicBezTo>
                    <a:cubicBezTo>
                      <a:pt x="2517" y="5241"/>
                      <a:pt x="2477" y="5239"/>
                      <a:pt x="2435" y="5236"/>
                    </a:cubicBezTo>
                    <a:cubicBezTo>
                      <a:pt x="2435" y="5236"/>
                      <a:pt x="1" y="12203"/>
                      <a:pt x="2171" y="12736"/>
                    </a:cubicBezTo>
                    <a:cubicBezTo>
                      <a:pt x="2478" y="12809"/>
                      <a:pt x="2795" y="12848"/>
                      <a:pt x="3109" y="12859"/>
                    </a:cubicBezTo>
                    <a:cubicBezTo>
                      <a:pt x="3162" y="12861"/>
                      <a:pt x="3214" y="12862"/>
                      <a:pt x="3267" y="12862"/>
                    </a:cubicBezTo>
                    <a:cubicBezTo>
                      <a:pt x="5260" y="12862"/>
                      <a:pt x="7519" y="11668"/>
                      <a:pt x="8049" y="9055"/>
                    </a:cubicBezTo>
                    <a:cubicBezTo>
                      <a:pt x="8677" y="5946"/>
                      <a:pt x="7747" y="508"/>
                      <a:pt x="6091" y="140"/>
                    </a:cubicBezTo>
                    <a:cubicBezTo>
                      <a:pt x="5693" y="51"/>
                      <a:pt x="5356" y="1"/>
                      <a:pt x="5070" y="1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1415;p41">
                <a:extLst>
                  <a:ext uri="{FF2B5EF4-FFF2-40B4-BE49-F238E27FC236}">
                    <a16:creationId xmlns:a16="http://schemas.microsoft.com/office/drawing/2014/main" id="{8EE662DD-3CB2-1AA9-DA26-535798A4DA02}"/>
                  </a:ext>
                </a:extLst>
              </p:cNvPr>
              <p:cNvSpPr/>
              <p:nvPr/>
            </p:nvSpPr>
            <p:spPr>
              <a:xfrm rot="1102292">
                <a:off x="2474436" y="2441240"/>
                <a:ext cx="131" cy="394"/>
              </a:xfrm>
              <a:custGeom>
                <a:avLst/>
                <a:gdLst/>
                <a:ahLst/>
                <a:cxnLst/>
                <a:rect l="l" t="t" r="r" b="b"/>
                <a:pathLst>
                  <a:path w="8" h="24" extrusionOk="0">
                    <a:moveTo>
                      <a:pt x="1" y="0"/>
                    </a:moveTo>
                    <a:cubicBezTo>
                      <a:pt x="1" y="0"/>
                      <a:pt x="1" y="5"/>
                      <a:pt x="1" y="15"/>
                    </a:cubicBezTo>
                    <a:cubicBezTo>
                      <a:pt x="1" y="21"/>
                      <a:pt x="2" y="24"/>
                      <a:pt x="3" y="24"/>
                    </a:cubicBezTo>
                    <a:cubicBezTo>
                      <a:pt x="5" y="24"/>
                      <a:pt x="6" y="22"/>
                      <a:pt x="8" y="18"/>
                    </a:cubicBezTo>
                    <a:cubicBezTo>
                      <a:pt x="4" y="7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514A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416;p41">
                <a:extLst>
                  <a:ext uri="{FF2B5EF4-FFF2-40B4-BE49-F238E27FC236}">
                    <a16:creationId xmlns:a16="http://schemas.microsoft.com/office/drawing/2014/main" id="{6728AEED-A058-739A-D21F-AF10428BB43B}"/>
                  </a:ext>
                </a:extLst>
              </p:cNvPr>
              <p:cNvSpPr/>
              <p:nvPr/>
            </p:nvSpPr>
            <p:spPr>
              <a:xfrm rot="1102292">
                <a:off x="2431271" y="2293235"/>
                <a:ext cx="102621" cy="156059"/>
              </a:xfrm>
              <a:custGeom>
                <a:avLst/>
                <a:gdLst/>
                <a:ahLst/>
                <a:cxnLst/>
                <a:rect l="l" t="t" r="r" b="b"/>
                <a:pathLst>
                  <a:path w="6247" h="9500" extrusionOk="0">
                    <a:moveTo>
                      <a:pt x="2886" y="1"/>
                    </a:moveTo>
                    <a:cubicBezTo>
                      <a:pt x="2366" y="1"/>
                      <a:pt x="1857" y="163"/>
                      <a:pt x="1429" y="462"/>
                    </a:cubicBezTo>
                    <a:lnTo>
                      <a:pt x="1443" y="491"/>
                    </a:lnTo>
                    <a:cubicBezTo>
                      <a:pt x="653" y="1007"/>
                      <a:pt x="51" y="2694"/>
                      <a:pt x="26" y="4710"/>
                    </a:cubicBezTo>
                    <a:cubicBezTo>
                      <a:pt x="1" y="6647"/>
                      <a:pt x="502" y="8302"/>
                      <a:pt x="1230" y="8901"/>
                    </a:cubicBezTo>
                    <a:lnTo>
                      <a:pt x="1209" y="8929"/>
                    </a:lnTo>
                    <a:cubicBezTo>
                      <a:pt x="1667" y="9286"/>
                      <a:pt x="2200" y="9492"/>
                      <a:pt x="2770" y="9499"/>
                    </a:cubicBezTo>
                    <a:cubicBezTo>
                      <a:pt x="2781" y="9499"/>
                      <a:pt x="2792" y="9499"/>
                      <a:pt x="2803" y="9499"/>
                    </a:cubicBezTo>
                    <a:cubicBezTo>
                      <a:pt x="4645" y="9499"/>
                      <a:pt x="6164" y="7406"/>
                      <a:pt x="6210" y="4797"/>
                    </a:cubicBezTo>
                    <a:cubicBezTo>
                      <a:pt x="6246" y="2175"/>
                      <a:pt x="4764" y="29"/>
                      <a:pt x="2903" y="1"/>
                    </a:cubicBezTo>
                    <a:cubicBezTo>
                      <a:pt x="2898" y="1"/>
                      <a:pt x="2892" y="1"/>
                      <a:pt x="2886" y="1"/>
                    </a:cubicBezTo>
                    <a:close/>
                  </a:path>
                </a:pathLst>
              </a:custGeom>
              <a:solidFill>
                <a:srgbClr val="E9EA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1417;p41">
                <a:extLst>
                  <a:ext uri="{FF2B5EF4-FFF2-40B4-BE49-F238E27FC236}">
                    <a16:creationId xmlns:a16="http://schemas.microsoft.com/office/drawing/2014/main" id="{6E7F1C3A-9473-DEC2-DE15-98895B91037D}"/>
                  </a:ext>
                </a:extLst>
              </p:cNvPr>
              <p:cNvSpPr/>
              <p:nvPr/>
            </p:nvSpPr>
            <p:spPr>
              <a:xfrm rot="1102292">
                <a:off x="2431271" y="2293235"/>
                <a:ext cx="102621" cy="156059"/>
              </a:xfrm>
              <a:custGeom>
                <a:avLst/>
                <a:gdLst/>
                <a:ahLst/>
                <a:cxnLst/>
                <a:rect l="l" t="t" r="r" b="b"/>
                <a:pathLst>
                  <a:path w="6247" h="9500" extrusionOk="0">
                    <a:moveTo>
                      <a:pt x="2886" y="1"/>
                    </a:moveTo>
                    <a:cubicBezTo>
                      <a:pt x="2366" y="1"/>
                      <a:pt x="1857" y="163"/>
                      <a:pt x="1429" y="462"/>
                    </a:cubicBezTo>
                    <a:lnTo>
                      <a:pt x="1443" y="491"/>
                    </a:lnTo>
                    <a:cubicBezTo>
                      <a:pt x="653" y="1007"/>
                      <a:pt x="51" y="2694"/>
                      <a:pt x="26" y="4710"/>
                    </a:cubicBezTo>
                    <a:cubicBezTo>
                      <a:pt x="1" y="6647"/>
                      <a:pt x="502" y="8302"/>
                      <a:pt x="1230" y="8901"/>
                    </a:cubicBezTo>
                    <a:lnTo>
                      <a:pt x="1209" y="8929"/>
                    </a:lnTo>
                    <a:cubicBezTo>
                      <a:pt x="1667" y="9286"/>
                      <a:pt x="2200" y="9492"/>
                      <a:pt x="2770" y="9499"/>
                    </a:cubicBezTo>
                    <a:cubicBezTo>
                      <a:pt x="2781" y="9499"/>
                      <a:pt x="2792" y="9499"/>
                      <a:pt x="2803" y="9499"/>
                    </a:cubicBezTo>
                    <a:cubicBezTo>
                      <a:pt x="4645" y="9499"/>
                      <a:pt x="6164" y="7406"/>
                      <a:pt x="6210" y="4797"/>
                    </a:cubicBezTo>
                    <a:cubicBezTo>
                      <a:pt x="6246" y="2175"/>
                      <a:pt x="4764" y="29"/>
                      <a:pt x="2903" y="1"/>
                    </a:cubicBezTo>
                    <a:cubicBezTo>
                      <a:pt x="2898" y="1"/>
                      <a:pt x="2892" y="1"/>
                      <a:pt x="2886" y="1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1418;p41">
                <a:extLst>
                  <a:ext uri="{FF2B5EF4-FFF2-40B4-BE49-F238E27FC236}">
                    <a16:creationId xmlns:a16="http://schemas.microsoft.com/office/drawing/2014/main" id="{106C0364-5392-85E6-5E7D-23703456DF48}"/>
                  </a:ext>
                </a:extLst>
              </p:cNvPr>
              <p:cNvSpPr/>
              <p:nvPr/>
            </p:nvSpPr>
            <p:spPr>
              <a:xfrm rot="1102292">
                <a:off x="2432377" y="2292258"/>
                <a:ext cx="62456" cy="144856"/>
              </a:xfrm>
              <a:custGeom>
                <a:avLst/>
                <a:gdLst/>
                <a:ahLst/>
                <a:cxnLst/>
                <a:rect l="l" t="t" r="r" b="b"/>
                <a:pathLst>
                  <a:path w="3802" h="8818" extrusionOk="0">
                    <a:moveTo>
                      <a:pt x="1962" y="0"/>
                    </a:moveTo>
                    <a:cubicBezTo>
                      <a:pt x="1778" y="4"/>
                      <a:pt x="1598" y="61"/>
                      <a:pt x="1447" y="166"/>
                    </a:cubicBezTo>
                    <a:cubicBezTo>
                      <a:pt x="657" y="682"/>
                      <a:pt x="55" y="2369"/>
                      <a:pt x="26" y="4385"/>
                    </a:cubicBezTo>
                    <a:cubicBezTo>
                      <a:pt x="1" y="6322"/>
                      <a:pt x="502" y="7977"/>
                      <a:pt x="1234" y="8576"/>
                    </a:cubicBezTo>
                    <a:cubicBezTo>
                      <a:pt x="1421" y="8727"/>
                      <a:pt x="1623" y="8814"/>
                      <a:pt x="1829" y="8817"/>
                    </a:cubicBezTo>
                    <a:cubicBezTo>
                      <a:pt x="1833" y="8817"/>
                      <a:pt x="1836" y="8817"/>
                      <a:pt x="1840" y="8817"/>
                    </a:cubicBezTo>
                    <a:cubicBezTo>
                      <a:pt x="2870" y="8817"/>
                      <a:pt x="3733" y="6865"/>
                      <a:pt x="3769" y="4439"/>
                    </a:cubicBezTo>
                    <a:cubicBezTo>
                      <a:pt x="3801" y="2005"/>
                      <a:pt x="2994" y="18"/>
                      <a:pt x="1962" y="0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" name="Google Shape;1419;p41">
              <a:extLst>
                <a:ext uri="{FF2B5EF4-FFF2-40B4-BE49-F238E27FC236}">
                  <a16:creationId xmlns:a16="http://schemas.microsoft.com/office/drawing/2014/main" id="{FDF4CCEA-68FC-AA6E-A6DA-AFC01697AE41}"/>
                </a:ext>
              </a:extLst>
            </p:cNvPr>
            <p:cNvGrpSpPr/>
            <p:nvPr/>
          </p:nvGrpSpPr>
          <p:grpSpPr>
            <a:xfrm flipH="1">
              <a:off x="4103423" y="1468382"/>
              <a:ext cx="1039062" cy="929547"/>
              <a:chOff x="7974246" y="4185019"/>
              <a:chExt cx="823737" cy="736917"/>
            </a:xfrm>
          </p:grpSpPr>
          <p:sp>
            <p:nvSpPr>
              <p:cNvPr id="17" name="Google Shape;1420;p41">
                <a:extLst>
                  <a:ext uri="{FF2B5EF4-FFF2-40B4-BE49-F238E27FC236}">
                    <a16:creationId xmlns:a16="http://schemas.microsoft.com/office/drawing/2014/main" id="{B8C67F10-233A-A880-18B3-9D0A3ADB9CC5}"/>
                  </a:ext>
                </a:extLst>
              </p:cNvPr>
              <p:cNvSpPr/>
              <p:nvPr/>
            </p:nvSpPr>
            <p:spPr>
              <a:xfrm>
                <a:off x="7974246" y="4201806"/>
                <a:ext cx="823737" cy="720130"/>
              </a:xfrm>
              <a:custGeom>
                <a:avLst/>
                <a:gdLst/>
                <a:ahLst/>
                <a:cxnLst/>
                <a:rect l="l" t="t" r="r" b="b"/>
                <a:pathLst>
                  <a:path w="50343" h="44011" extrusionOk="0">
                    <a:moveTo>
                      <a:pt x="45499" y="1"/>
                    </a:moveTo>
                    <a:cubicBezTo>
                      <a:pt x="45185" y="722"/>
                      <a:pt x="44958" y="1475"/>
                      <a:pt x="44817" y="2247"/>
                    </a:cubicBezTo>
                    <a:lnTo>
                      <a:pt x="42369" y="2139"/>
                    </a:lnTo>
                    <a:lnTo>
                      <a:pt x="24677" y="1346"/>
                    </a:lnTo>
                    <a:cubicBezTo>
                      <a:pt x="24645" y="1344"/>
                      <a:pt x="24613" y="1343"/>
                      <a:pt x="24581" y="1343"/>
                    </a:cubicBezTo>
                    <a:cubicBezTo>
                      <a:pt x="23850" y="1343"/>
                      <a:pt x="23172" y="1738"/>
                      <a:pt x="22813" y="2384"/>
                    </a:cubicBezTo>
                    <a:lnTo>
                      <a:pt x="4230" y="35572"/>
                    </a:lnTo>
                    <a:cubicBezTo>
                      <a:pt x="3749" y="35309"/>
                      <a:pt x="3200" y="35179"/>
                      <a:pt x="2673" y="35179"/>
                    </a:cubicBezTo>
                    <a:cubicBezTo>
                      <a:pt x="1736" y="35179"/>
                      <a:pt x="867" y="35591"/>
                      <a:pt x="567" y="36401"/>
                    </a:cubicBezTo>
                    <a:cubicBezTo>
                      <a:pt x="0" y="37930"/>
                      <a:pt x="740" y="39484"/>
                      <a:pt x="1919" y="40469"/>
                    </a:cubicBezTo>
                    <a:cubicBezTo>
                      <a:pt x="3094" y="41453"/>
                      <a:pt x="3938" y="41349"/>
                      <a:pt x="4010" y="41367"/>
                    </a:cubicBezTo>
                    <a:cubicBezTo>
                      <a:pt x="4010" y="41367"/>
                      <a:pt x="4018" y="41356"/>
                      <a:pt x="4018" y="41352"/>
                    </a:cubicBezTo>
                    <a:cubicBezTo>
                      <a:pt x="4083" y="41367"/>
                      <a:pt x="4144" y="41392"/>
                      <a:pt x="4216" y="41399"/>
                    </a:cubicBezTo>
                    <a:lnTo>
                      <a:pt x="28590" y="43999"/>
                    </a:lnTo>
                    <a:cubicBezTo>
                      <a:pt x="28662" y="44007"/>
                      <a:pt x="28734" y="44011"/>
                      <a:pt x="28805" y="44011"/>
                    </a:cubicBezTo>
                    <a:cubicBezTo>
                      <a:pt x="29576" y="44011"/>
                      <a:pt x="30288" y="43573"/>
                      <a:pt x="30635" y="42867"/>
                    </a:cubicBezTo>
                    <a:lnTo>
                      <a:pt x="49015" y="5284"/>
                    </a:lnTo>
                    <a:cubicBezTo>
                      <a:pt x="49040" y="5222"/>
                      <a:pt x="49058" y="5161"/>
                      <a:pt x="49076" y="5096"/>
                    </a:cubicBezTo>
                    <a:cubicBezTo>
                      <a:pt x="49091" y="5071"/>
                      <a:pt x="49105" y="5046"/>
                      <a:pt x="49120" y="5017"/>
                    </a:cubicBezTo>
                    <a:cubicBezTo>
                      <a:pt x="50342" y="2474"/>
                      <a:pt x="47064" y="80"/>
                      <a:pt x="45499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421;p41">
                <a:extLst>
                  <a:ext uri="{FF2B5EF4-FFF2-40B4-BE49-F238E27FC236}">
                    <a16:creationId xmlns:a16="http://schemas.microsoft.com/office/drawing/2014/main" id="{4860F566-5C8A-63EF-B441-61B7ECE31C9F}"/>
                  </a:ext>
                </a:extLst>
              </p:cNvPr>
              <p:cNvSpPr/>
              <p:nvPr/>
            </p:nvSpPr>
            <p:spPr>
              <a:xfrm>
                <a:off x="8437220" y="4201806"/>
                <a:ext cx="360728" cy="703326"/>
              </a:xfrm>
              <a:custGeom>
                <a:avLst/>
                <a:gdLst/>
                <a:ahLst/>
                <a:cxnLst/>
                <a:rect l="l" t="t" r="r" b="b"/>
                <a:pathLst>
                  <a:path w="22046" h="42984" extrusionOk="0">
                    <a:moveTo>
                      <a:pt x="17202" y="1"/>
                    </a:moveTo>
                    <a:cubicBezTo>
                      <a:pt x="16888" y="722"/>
                      <a:pt x="16661" y="1475"/>
                      <a:pt x="16520" y="2247"/>
                    </a:cubicBezTo>
                    <a:lnTo>
                      <a:pt x="14072" y="2143"/>
                    </a:lnTo>
                    <a:cubicBezTo>
                      <a:pt x="10614" y="10916"/>
                      <a:pt x="1" y="41378"/>
                      <a:pt x="1" y="41378"/>
                    </a:cubicBezTo>
                    <a:cubicBezTo>
                      <a:pt x="1" y="41378"/>
                      <a:pt x="427" y="42983"/>
                      <a:pt x="1710" y="42983"/>
                    </a:cubicBezTo>
                    <a:cubicBezTo>
                      <a:pt x="1900" y="42983"/>
                      <a:pt x="2109" y="42948"/>
                      <a:pt x="2338" y="42867"/>
                    </a:cubicBezTo>
                    <a:lnTo>
                      <a:pt x="20718" y="5284"/>
                    </a:lnTo>
                    <a:cubicBezTo>
                      <a:pt x="20743" y="5222"/>
                      <a:pt x="20761" y="5161"/>
                      <a:pt x="20779" y="5096"/>
                    </a:cubicBezTo>
                    <a:cubicBezTo>
                      <a:pt x="20794" y="5071"/>
                      <a:pt x="20808" y="5046"/>
                      <a:pt x="20823" y="5017"/>
                    </a:cubicBezTo>
                    <a:cubicBezTo>
                      <a:pt x="22045" y="2474"/>
                      <a:pt x="18767" y="80"/>
                      <a:pt x="17202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422;p41">
                <a:extLst>
                  <a:ext uri="{FF2B5EF4-FFF2-40B4-BE49-F238E27FC236}">
                    <a16:creationId xmlns:a16="http://schemas.microsoft.com/office/drawing/2014/main" id="{EBDF574C-FCE0-CD80-F448-F529FEF78C22}"/>
                  </a:ext>
                </a:extLst>
              </p:cNvPr>
              <p:cNvSpPr/>
              <p:nvPr/>
            </p:nvSpPr>
            <p:spPr>
              <a:xfrm>
                <a:off x="7974540" y="4185019"/>
                <a:ext cx="780720" cy="698155"/>
              </a:xfrm>
              <a:custGeom>
                <a:avLst/>
                <a:gdLst/>
                <a:ahLst/>
                <a:cxnLst/>
                <a:rect l="l" t="t" r="r" b="b"/>
                <a:pathLst>
                  <a:path w="47714" h="42668" extrusionOk="0">
                    <a:moveTo>
                      <a:pt x="22650" y="1"/>
                    </a:moveTo>
                    <a:cubicBezTo>
                      <a:pt x="21915" y="1"/>
                      <a:pt x="21230" y="396"/>
                      <a:pt x="20869" y="1041"/>
                    </a:cubicBezTo>
                    <a:lnTo>
                      <a:pt x="711" y="37041"/>
                    </a:lnTo>
                    <a:cubicBezTo>
                      <a:pt x="0" y="38314"/>
                      <a:pt x="823" y="39901"/>
                      <a:pt x="2272" y="40056"/>
                    </a:cubicBezTo>
                    <a:lnTo>
                      <a:pt x="26646" y="42656"/>
                    </a:lnTo>
                    <a:cubicBezTo>
                      <a:pt x="26718" y="42664"/>
                      <a:pt x="26790" y="42667"/>
                      <a:pt x="26862" y="42667"/>
                    </a:cubicBezTo>
                    <a:cubicBezTo>
                      <a:pt x="27632" y="42667"/>
                      <a:pt x="28344" y="42230"/>
                      <a:pt x="28691" y="41527"/>
                    </a:cubicBezTo>
                    <a:lnTo>
                      <a:pt x="47068" y="3944"/>
                    </a:lnTo>
                    <a:cubicBezTo>
                      <a:pt x="47713" y="2628"/>
                      <a:pt x="46797" y="1084"/>
                      <a:pt x="45333" y="1016"/>
                    </a:cubicBezTo>
                    <a:lnTo>
                      <a:pt x="22737" y="2"/>
                    </a:lnTo>
                    <a:cubicBezTo>
                      <a:pt x="22708" y="1"/>
                      <a:pt x="22679" y="1"/>
                      <a:pt x="22650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423;p41">
                <a:extLst>
                  <a:ext uri="{FF2B5EF4-FFF2-40B4-BE49-F238E27FC236}">
                    <a16:creationId xmlns:a16="http://schemas.microsoft.com/office/drawing/2014/main" id="{F70146EC-F98A-C554-2694-7C0AE42597FB}"/>
                  </a:ext>
                </a:extLst>
              </p:cNvPr>
              <p:cNvSpPr/>
              <p:nvPr/>
            </p:nvSpPr>
            <p:spPr>
              <a:xfrm>
                <a:off x="8027109" y="4219754"/>
                <a:ext cx="676508" cy="626455"/>
              </a:xfrm>
              <a:custGeom>
                <a:avLst/>
                <a:gdLst/>
                <a:ahLst/>
                <a:cxnLst/>
                <a:rect l="l" t="t" r="r" b="b"/>
                <a:pathLst>
                  <a:path w="41345" h="38286" extrusionOk="0">
                    <a:moveTo>
                      <a:pt x="21235" y="0"/>
                    </a:moveTo>
                    <a:cubicBezTo>
                      <a:pt x="20103" y="0"/>
                      <a:pt x="19054" y="615"/>
                      <a:pt x="18496" y="1608"/>
                    </a:cubicBezTo>
                    <a:lnTo>
                      <a:pt x="17288" y="3765"/>
                    </a:lnTo>
                    <a:lnTo>
                      <a:pt x="13765" y="10050"/>
                    </a:lnTo>
                    <a:lnTo>
                      <a:pt x="9164" y="18258"/>
                    </a:lnTo>
                    <a:lnTo>
                      <a:pt x="909" y="32985"/>
                    </a:lnTo>
                    <a:lnTo>
                      <a:pt x="650" y="33450"/>
                    </a:lnTo>
                    <a:cubicBezTo>
                      <a:pt x="0" y="34612"/>
                      <a:pt x="747" y="36054"/>
                      <a:pt x="2067" y="36195"/>
                    </a:cubicBezTo>
                    <a:lnTo>
                      <a:pt x="4977" y="36505"/>
                    </a:lnTo>
                    <a:lnTo>
                      <a:pt x="14494" y="37522"/>
                    </a:lnTo>
                    <a:lnTo>
                      <a:pt x="21461" y="38268"/>
                    </a:lnTo>
                    <a:cubicBezTo>
                      <a:pt x="21570" y="38280"/>
                      <a:pt x="21679" y="38285"/>
                      <a:pt x="21788" y="38285"/>
                    </a:cubicBezTo>
                    <a:cubicBezTo>
                      <a:pt x="22976" y="38285"/>
                      <a:pt x="24076" y="37610"/>
                      <a:pt x="24605" y="36527"/>
                    </a:cubicBezTo>
                    <a:lnTo>
                      <a:pt x="26585" y="32480"/>
                    </a:lnTo>
                    <a:lnTo>
                      <a:pt x="30869" y="23735"/>
                    </a:lnTo>
                    <a:lnTo>
                      <a:pt x="36127" y="12989"/>
                    </a:lnTo>
                    <a:lnTo>
                      <a:pt x="40739" y="3573"/>
                    </a:lnTo>
                    <a:cubicBezTo>
                      <a:pt x="41345" y="2329"/>
                      <a:pt x="40479" y="869"/>
                      <a:pt x="39095" y="808"/>
                    </a:cubicBezTo>
                    <a:lnTo>
                      <a:pt x="37717" y="746"/>
                    </a:lnTo>
                    <a:lnTo>
                      <a:pt x="31331" y="454"/>
                    </a:lnTo>
                    <a:lnTo>
                      <a:pt x="23311" y="94"/>
                    </a:lnTo>
                    <a:lnTo>
                      <a:pt x="21378" y="3"/>
                    </a:lnTo>
                    <a:cubicBezTo>
                      <a:pt x="21330" y="1"/>
                      <a:pt x="21282" y="0"/>
                      <a:pt x="21235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1424;p41">
                <a:extLst>
                  <a:ext uri="{FF2B5EF4-FFF2-40B4-BE49-F238E27FC236}">
                    <a16:creationId xmlns:a16="http://schemas.microsoft.com/office/drawing/2014/main" id="{08D9EFF5-69FE-1A6C-6A3F-F2931091560B}"/>
                  </a:ext>
                </a:extLst>
              </p:cNvPr>
              <p:cNvSpPr/>
              <p:nvPr/>
            </p:nvSpPr>
            <p:spPr>
              <a:xfrm>
                <a:off x="8467963" y="4197781"/>
                <a:ext cx="102986" cy="22695"/>
              </a:xfrm>
              <a:custGeom>
                <a:avLst/>
                <a:gdLst/>
                <a:ahLst/>
                <a:cxnLst/>
                <a:rect l="l" t="t" r="r" b="b"/>
                <a:pathLst>
                  <a:path w="6294" h="1387" extrusionOk="0">
                    <a:moveTo>
                      <a:pt x="604" y="1"/>
                    </a:moveTo>
                    <a:cubicBezTo>
                      <a:pt x="289" y="1"/>
                      <a:pt x="26" y="250"/>
                      <a:pt x="11" y="564"/>
                    </a:cubicBezTo>
                    <a:cubicBezTo>
                      <a:pt x="1" y="888"/>
                      <a:pt x="253" y="1162"/>
                      <a:pt x="574" y="1177"/>
                    </a:cubicBezTo>
                    <a:lnTo>
                      <a:pt x="5669" y="1386"/>
                    </a:lnTo>
                    <a:cubicBezTo>
                      <a:pt x="5676" y="1386"/>
                      <a:pt x="5683" y="1386"/>
                      <a:pt x="5690" y="1386"/>
                    </a:cubicBezTo>
                    <a:cubicBezTo>
                      <a:pt x="6002" y="1386"/>
                      <a:pt x="6265" y="1141"/>
                      <a:pt x="6279" y="827"/>
                    </a:cubicBezTo>
                    <a:cubicBezTo>
                      <a:pt x="6293" y="503"/>
                      <a:pt x="6041" y="228"/>
                      <a:pt x="5716" y="214"/>
                    </a:cubicBezTo>
                    <a:lnTo>
                      <a:pt x="624" y="1"/>
                    </a:lnTo>
                    <a:cubicBezTo>
                      <a:pt x="618" y="1"/>
                      <a:pt x="611" y="1"/>
                      <a:pt x="604" y="1"/>
                    </a:cubicBez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1425;p41">
                <a:extLst>
                  <a:ext uri="{FF2B5EF4-FFF2-40B4-BE49-F238E27FC236}">
                    <a16:creationId xmlns:a16="http://schemas.microsoft.com/office/drawing/2014/main" id="{32CC653F-47C6-46E0-6E1A-0CE52C774001}"/>
                  </a:ext>
                </a:extLst>
              </p:cNvPr>
              <p:cNvSpPr/>
              <p:nvPr/>
            </p:nvSpPr>
            <p:spPr>
              <a:xfrm>
                <a:off x="8108523" y="4608023"/>
                <a:ext cx="423691" cy="225655"/>
              </a:xfrm>
              <a:custGeom>
                <a:avLst/>
                <a:gdLst/>
                <a:ahLst/>
                <a:cxnLst/>
                <a:rect l="l" t="t" r="r" b="b"/>
                <a:pathLst>
                  <a:path w="25894" h="13791" extrusionOk="0">
                    <a:moveTo>
                      <a:pt x="25893" y="1"/>
                    </a:moveTo>
                    <a:lnTo>
                      <a:pt x="1" y="12774"/>
                    </a:lnTo>
                    <a:lnTo>
                      <a:pt x="9518" y="13791"/>
                    </a:lnTo>
                    <a:lnTo>
                      <a:pt x="21609" y="8746"/>
                    </a:lnTo>
                    <a:lnTo>
                      <a:pt x="25893" y="1"/>
                    </a:ln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1426;p41">
                <a:extLst>
                  <a:ext uri="{FF2B5EF4-FFF2-40B4-BE49-F238E27FC236}">
                    <a16:creationId xmlns:a16="http://schemas.microsoft.com/office/drawing/2014/main" id="{D75126EE-3235-B457-ADD7-1DCDC8C3A331}"/>
                  </a:ext>
                </a:extLst>
              </p:cNvPr>
              <p:cNvSpPr/>
              <p:nvPr/>
            </p:nvSpPr>
            <p:spPr>
              <a:xfrm>
                <a:off x="8252322" y="4221275"/>
                <a:ext cx="287375" cy="162938"/>
              </a:xfrm>
              <a:custGeom>
                <a:avLst/>
                <a:gdLst/>
                <a:ahLst/>
                <a:cxnLst/>
                <a:rect l="l" t="t" r="r" b="b"/>
                <a:pathLst>
                  <a:path w="17563" h="9958" extrusionOk="0">
                    <a:moveTo>
                      <a:pt x="9546" y="1"/>
                    </a:moveTo>
                    <a:lnTo>
                      <a:pt x="3523" y="3672"/>
                    </a:lnTo>
                    <a:lnTo>
                      <a:pt x="0" y="9957"/>
                    </a:lnTo>
                    <a:lnTo>
                      <a:pt x="0" y="9957"/>
                    </a:lnTo>
                    <a:lnTo>
                      <a:pt x="17562" y="361"/>
                    </a:lnTo>
                    <a:lnTo>
                      <a:pt x="9546" y="1"/>
                    </a:ln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427;p41">
                <a:extLst>
                  <a:ext uri="{FF2B5EF4-FFF2-40B4-BE49-F238E27FC236}">
                    <a16:creationId xmlns:a16="http://schemas.microsoft.com/office/drawing/2014/main" id="{FC7A06BF-ED67-5046-7AF1-69A4BE64995E}"/>
                  </a:ext>
                </a:extLst>
              </p:cNvPr>
              <p:cNvSpPr/>
              <p:nvPr/>
            </p:nvSpPr>
            <p:spPr>
              <a:xfrm>
                <a:off x="8041981" y="4231959"/>
                <a:ext cx="661634" cy="527527"/>
              </a:xfrm>
              <a:custGeom>
                <a:avLst/>
                <a:gdLst/>
                <a:ahLst/>
                <a:cxnLst/>
                <a:rect l="l" t="t" r="r" b="b"/>
                <a:pathLst>
                  <a:path w="40436" h="32240" extrusionOk="0">
                    <a:moveTo>
                      <a:pt x="36808" y="0"/>
                    </a:moveTo>
                    <a:lnTo>
                      <a:pt x="8251" y="17512"/>
                    </a:lnTo>
                    <a:lnTo>
                      <a:pt x="0" y="32239"/>
                    </a:lnTo>
                    <a:lnTo>
                      <a:pt x="35218" y="12243"/>
                    </a:lnTo>
                    <a:lnTo>
                      <a:pt x="39830" y="2827"/>
                    </a:lnTo>
                    <a:cubicBezTo>
                      <a:pt x="40436" y="1583"/>
                      <a:pt x="39570" y="123"/>
                      <a:pt x="38186" y="62"/>
                    </a:cubicBezTo>
                    <a:lnTo>
                      <a:pt x="36808" y="0"/>
                    </a:ln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" name="Google Shape;1428;p41">
              <a:extLst>
                <a:ext uri="{FF2B5EF4-FFF2-40B4-BE49-F238E27FC236}">
                  <a16:creationId xmlns:a16="http://schemas.microsoft.com/office/drawing/2014/main" id="{083B399B-382D-3C5E-1D2D-35C8A5AB5033}"/>
                </a:ext>
              </a:extLst>
            </p:cNvPr>
            <p:cNvGrpSpPr/>
            <p:nvPr/>
          </p:nvGrpSpPr>
          <p:grpSpPr>
            <a:xfrm flipH="1">
              <a:off x="6741023" y="1825237"/>
              <a:ext cx="819057" cy="572680"/>
              <a:chOff x="468325" y="4472675"/>
              <a:chExt cx="806000" cy="563550"/>
            </a:xfrm>
          </p:grpSpPr>
          <p:sp>
            <p:nvSpPr>
              <p:cNvPr id="9" name="Google Shape;1429;p41">
                <a:extLst>
                  <a:ext uri="{FF2B5EF4-FFF2-40B4-BE49-F238E27FC236}">
                    <a16:creationId xmlns:a16="http://schemas.microsoft.com/office/drawing/2014/main" id="{A6B7C76C-88A0-FF6B-A8E3-26CBBE58B84A}"/>
                  </a:ext>
                </a:extLst>
              </p:cNvPr>
              <p:cNvSpPr/>
              <p:nvPr/>
            </p:nvSpPr>
            <p:spPr>
              <a:xfrm>
                <a:off x="951375" y="4472675"/>
                <a:ext cx="322950" cy="199350"/>
              </a:xfrm>
              <a:custGeom>
                <a:avLst/>
                <a:gdLst/>
                <a:ahLst/>
                <a:cxnLst/>
                <a:rect l="l" t="t" r="r" b="b"/>
                <a:pathLst>
                  <a:path w="12918" h="7974" extrusionOk="0">
                    <a:moveTo>
                      <a:pt x="4371" y="0"/>
                    </a:moveTo>
                    <a:cubicBezTo>
                      <a:pt x="3205" y="484"/>
                      <a:pt x="1" y="2913"/>
                      <a:pt x="1" y="2913"/>
                    </a:cubicBezTo>
                    <a:cubicBezTo>
                      <a:pt x="1" y="2913"/>
                      <a:pt x="5898" y="6585"/>
                      <a:pt x="8388" y="7673"/>
                    </a:cubicBezTo>
                    <a:cubicBezTo>
                      <a:pt x="8823" y="7863"/>
                      <a:pt x="9153" y="7973"/>
                      <a:pt x="9328" y="7973"/>
                    </a:cubicBezTo>
                    <a:cubicBezTo>
                      <a:pt x="9371" y="7973"/>
                      <a:pt x="9404" y="7967"/>
                      <a:pt x="9428" y="7953"/>
                    </a:cubicBezTo>
                    <a:cubicBezTo>
                      <a:pt x="10119" y="7551"/>
                      <a:pt x="12731" y="5049"/>
                      <a:pt x="12731" y="5049"/>
                    </a:cubicBezTo>
                    <a:cubicBezTo>
                      <a:pt x="12917" y="3741"/>
                      <a:pt x="12475" y="1991"/>
                      <a:pt x="12438" y="1852"/>
                    </a:cubicBezTo>
                    <a:lnTo>
                      <a:pt x="12438" y="1844"/>
                    </a:lnTo>
                    <a:cubicBezTo>
                      <a:pt x="11272" y="971"/>
                      <a:pt x="4371" y="0"/>
                      <a:pt x="4371" y="0"/>
                    </a:cubicBez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430;p41">
                <a:extLst>
                  <a:ext uri="{FF2B5EF4-FFF2-40B4-BE49-F238E27FC236}">
                    <a16:creationId xmlns:a16="http://schemas.microsoft.com/office/drawing/2014/main" id="{F5CF5BB4-244F-04A0-5864-D8FED1CCC2F1}"/>
                  </a:ext>
                </a:extLst>
              </p:cNvPr>
              <p:cNvSpPr/>
              <p:nvPr/>
            </p:nvSpPr>
            <p:spPr>
              <a:xfrm>
                <a:off x="1150925" y="4518975"/>
                <a:ext cx="123400" cy="1530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6122" extrusionOk="0">
                    <a:moveTo>
                      <a:pt x="4456" y="0"/>
                    </a:moveTo>
                    <a:lnTo>
                      <a:pt x="0" y="3827"/>
                    </a:lnTo>
                    <a:lnTo>
                      <a:pt x="406" y="5821"/>
                    </a:lnTo>
                    <a:cubicBezTo>
                      <a:pt x="841" y="6011"/>
                      <a:pt x="1171" y="6121"/>
                      <a:pt x="1346" y="6121"/>
                    </a:cubicBezTo>
                    <a:cubicBezTo>
                      <a:pt x="1389" y="6121"/>
                      <a:pt x="1422" y="6115"/>
                      <a:pt x="1446" y="6101"/>
                    </a:cubicBezTo>
                    <a:cubicBezTo>
                      <a:pt x="2137" y="5699"/>
                      <a:pt x="4749" y="3197"/>
                      <a:pt x="4749" y="3197"/>
                    </a:cubicBezTo>
                    <a:cubicBezTo>
                      <a:pt x="4935" y="1889"/>
                      <a:pt x="4493" y="139"/>
                      <a:pt x="4456" y="0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431;p41">
                <a:extLst>
                  <a:ext uri="{FF2B5EF4-FFF2-40B4-BE49-F238E27FC236}">
                    <a16:creationId xmlns:a16="http://schemas.microsoft.com/office/drawing/2014/main" id="{630A1B4D-6F07-C382-E3C1-9816F518B891}"/>
                  </a:ext>
                </a:extLst>
              </p:cNvPr>
              <p:cNvSpPr/>
              <p:nvPr/>
            </p:nvSpPr>
            <p:spPr>
              <a:xfrm>
                <a:off x="468325" y="4535725"/>
                <a:ext cx="728525" cy="495400"/>
              </a:xfrm>
              <a:custGeom>
                <a:avLst/>
                <a:gdLst/>
                <a:ahLst/>
                <a:cxnLst/>
                <a:rect l="l" t="t" r="r" b="b"/>
                <a:pathLst>
                  <a:path w="29141" h="19816" extrusionOk="0">
                    <a:moveTo>
                      <a:pt x="18648" y="1"/>
                    </a:moveTo>
                    <a:cubicBezTo>
                      <a:pt x="9326" y="5245"/>
                      <a:pt x="386" y="12629"/>
                      <a:pt x="386" y="12629"/>
                    </a:cubicBezTo>
                    <a:cubicBezTo>
                      <a:pt x="0" y="16610"/>
                      <a:pt x="2912" y="18263"/>
                      <a:pt x="2912" y="18263"/>
                    </a:cubicBezTo>
                    <a:cubicBezTo>
                      <a:pt x="6808" y="19735"/>
                      <a:pt x="11313" y="19816"/>
                      <a:pt x="12253" y="19816"/>
                    </a:cubicBezTo>
                    <a:cubicBezTo>
                      <a:pt x="12368" y="19816"/>
                      <a:pt x="12430" y="19815"/>
                      <a:pt x="12430" y="19815"/>
                    </a:cubicBezTo>
                    <a:cubicBezTo>
                      <a:pt x="12454" y="19798"/>
                      <a:pt x="12482" y="19782"/>
                      <a:pt x="12507" y="19770"/>
                    </a:cubicBezTo>
                    <a:cubicBezTo>
                      <a:pt x="12572" y="19733"/>
                      <a:pt x="12637" y="19693"/>
                      <a:pt x="12698" y="19652"/>
                    </a:cubicBezTo>
                    <a:cubicBezTo>
                      <a:pt x="12718" y="19640"/>
                      <a:pt x="12734" y="19628"/>
                      <a:pt x="12750" y="19616"/>
                    </a:cubicBezTo>
                    <a:cubicBezTo>
                      <a:pt x="12799" y="19591"/>
                      <a:pt x="12844" y="19563"/>
                      <a:pt x="12889" y="19530"/>
                    </a:cubicBezTo>
                    <a:cubicBezTo>
                      <a:pt x="17807" y="16427"/>
                      <a:pt x="28746" y="7775"/>
                      <a:pt x="28746" y="7775"/>
                    </a:cubicBezTo>
                    <a:cubicBezTo>
                      <a:pt x="29140" y="5830"/>
                      <a:pt x="28165" y="2527"/>
                      <a:pt x="28165" y="2527"/>
                    </a:cubicBezTo>
                    <a:cubicBezTo>
                      <a:pt x="27808" y="2353"/>
                      <a:pt x="27410" y="2186"/>
                      <a:pt x="26996" y="2028"/>
                    </a:cubicBezTo>
                    <a:cubicBezTo>
                      <a:pt x="23535" y="699"/>
                      <a:pt x="18648" y="1"/>
                      <a:pt x="18648" y="1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432;p41">
                <a:extLst>
                  <a:ext uri="{FF2B5EF4-FFF2-40B4-BE49-F238E27FC236}">
                    <a16:creationId xmlns:a16="http://schemas.microsoft.com/office/drawing/2014/main" id="{10FBD323-CA4E-3EE6-9439-A41F026577D2}"/>
                  </a:ext>
                </a:extLst>
              </p:cNvPr>
              <p:cNvSpPr/>
              <p:nvPr/>
            </p:nvSpPr>
            <p:spPr>
              <a:xfrm>
                <a:off x="468325" y="4604000"/>
                <a:ext cx="728525" cy="432225"/>
              </a:xfrm>
              <a:custGeom>
                <a:avLst/>
                <a:gdLst/>
                <a:ahLst/>
                <a:cxnLst/>
                <a:rect l="l" t="t" r="r" b="b"/>
                <a:pathLst>
                  <a:path w="29141" h="17289" extrusionOk="0">
                    <a:moveTo>
                      <a:pt x="28165" y="0"/>
                    </a:moveTo>
                    <a:lnTo>
                      <a:pt x="27763" y="301"/>
                    </a:lnTo>
                    <a:cubicBezTo>
                      <a:pt x="24566" y="2632"/>
                      <a:pt x="17775" y="7673"/>
                      <a:pt x="13884" y="10561"/>
                    </a:cubicBezTo>
                    <a:lnTo>
                      <a:pt x="13380" y="10935"/>
                    </a:lnTo>
                    <a:lnTo>
                      <a:pt x="11113" y="12612"/>
                    </a:lnTo>
                    <a:cubicBezTo>
                      <a:pt x="11089" y="12633"/>
                      <a:pt x="11073" y="12649"/>
                      <a:pt x="11057" y="12661"/>
                    </a:cubicBezTo>
                    <a:cubicBezTo>
                      <a:pt x="11040" y="12669"/>
                      <a:pt x="11024" y="12682"/>
                      <a:pt x="11008" y="12694"/>
                    </a:cubicBezTo>
                    <a:lnTo>
                      <a:pt x="10988" y="12718"/>
                    </a:lnTo>
                    <a:cubicBezTo>
                      <a:pt x="10983" y="12718"/>
                      <a:pt x="10979" y="12722"/>
                      <a:pt x="10975" y="12726"/>
                    </a:cubicBezTo>
                    <a:cubicBezTo>
                      <a:pt x="5244" y="12243"/>
                      <a:pt x="386" y="10102"/>
                      <a:pt x="386" y="10102"/>
                    </a:cubicBezTo>
                    <a:lnTo>
                      <a:pt x="386" y="10102"/>
                    </a:lnTo>
                    <a:cubicBezTo>
                      <a:pt x="0" y="14083"/>
                      <a:pt x="2912" y="15736"/>
                      <a:pt x="2912" y="15736"/>
                    </a:cubicBezTo>
                    <a:cubicBezTo>
                      <a:pt x="6808" y="17208"/>
                      <a:pt x="11313" y="17289"/>
                      <a:pt x="12253" y="17289"/>
                    </a:cubicBezTo>
                    <a:cubicBezTo>
                      <a:pt x="12368" y="17289"/>
                      <a:pt x="12430" y="17288"/>
                      <a:pt x="12430" y="17288"/>
                    </a:cubicBezTo>
                    <a:cubicBezTo>
                      <a:pt x="12454" y="17271"/>
                      <a:pt x="12482" y="17255"/>
                      <a:pt x="12507" y="17243"/>
                    </a:cubicBezTo>
                    <a:cubicBezTo>
                      <a:pt x="12572" y="17206"/>
                      <a:pt x="12637" y="17166"/>
                      <a:pt x="12698" y="17125"/>
                    </a:cubicBezTo>
                    <a:cubicBezTo>
                      <a:pt x="12718" y="17113"/>
                      <a:pt x="12734" y="17101"/>
                      <a:pt x="12750" y="17089"/>
                    </a:cubicBezTo>
                    <a:cubicBezTo>
                      <a:pt x="12799" y="17064"/>
                      <a:pt x="12844" y="17036"/>
                      <a:pt x="12889" y="17003"/>
                    </a:cubicBezTo>
                    <a:cubicBezTo>
                      <a:pt x="17807" y="13900"/>
                      <a:pt x="28746" y="5248"/>
                      <a:pt x="28746" y="5248"/>
                    </a:cubicBezTo>
                    <a:cubicBezTo>
                      <a:pt x="29140" y="3303"/>
                      <a:pt x="28165" y="0"/>
                      <a:pt x="28165" y="0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433;p41">
                <a:extLst>
                  <a:ext uri="{FF2B5EF4-FFF2-40B4-BE49-F238E27FC236}">
                    <a16:creationId xmlns:a16="http://schemas.microsoft.com/office/drawing/2014/main" id="{D79BBFB6-CB2A-DE9F-1C24-16B28C314241}"/>
                  </a:ext>
                </a:extLst>
              </p:cNvPr>
              <p:cNvSpPr/>
              <p:nvPr/>
            </p:nvSpPr>
            <p:spPr>
              <a:xfrm>
                <a:off x="742700" y="4604000"/>
                <a:ext cx="454150" cy="432200"/>
              </a:xfrm>
              <a:custGeom>
                <a:avLst/>
                <a:gdLst/>
                <a:ahLst/>
                <a:cxnLst/>
                <a:rect l="l" t="t" r="r" b="b"/>
                <a:pathLst>
                  <a:path w="18166" h="17288" extrusionOk="0">
                    <a:moveTo>
                      <a:pt x="17190" y="0"/>
                    </a:moveTo>
                    <a:lnTo>
                      <a:pt x="16788" y="301"/>
                    </a:lnTo>
                    <a:lnTo>
                      <a:pt x="2909" y="10561"/>
                    </a:lnTo>
                    <a:lnTo>
                      <a:pt x="2405" y="10935"/>
                    </a:lnTo>
                    <a:lnTo>
                      <a:pt x="138" y="12612"/>
                    </a:lnTo>
                    <a:cubicBezTo>
                      <a:pt x="114" y="12633"/>
                      <a:pt x="98" y="12649"/>
                      <a:pt x="82" y="12661"/>
                    </a:cubicBezTo>
                    <a:cubicBezTo>
                      <a:pt x="65" y="12669"/>
                      <a:pt x="49" y="12682"/>
                      <a:pt x="33" y="12694"/>
                    </a:cubicBezTo>
                    <a:lnTo>
                      <a:pt x="13" y="12718"/>
                    </a:lnTo>
                    <a:cubicBezTo>
                      <a:pt x="8" y="12718"/>
                      <a:pt x="4" y="12722"/>
                      <a:pt x="0" y="12726"/>
                    </a:cubicBezTo>
                    <a:lnTo>
                      <a:pt x="1455" y="17288"/>
                    </a:lnTo>
                    <a:cubicBezTo>
                      <a:pt x="1479" y="17271"/>
                      <a:pt x="1507" y="17255"/>
                      <a:pt x="1532" y="17243"/>
                    </a:cubicBezTo>
                    <a:cubicBezTo>
                      <a:pt x="1597" y="17206"/>
                      <a:pt x="1662" y="17166"/>
                      <a:pt x="1723" y="17125"/>
                    </a:cubicBezTo>
                    <a:cubicBezTo>
                      <a:pt x="1743" y="17113"/>
                      <a:pt x="1759" y="17101"/>
                      <a:pt x="1775" y="17089"/>
                    </a:cubicBezTo>
                    <a:cubicBezTo>
                      <a:pt x="1824" y="17064"/>
                      <a:pt x="1869" y="17036"/>
                      <a:pt x="1914" y="17003"/>
                    </a:cubicBezTo>
                    <a:cubicBezTo>
                      <a:pt x="6832" y="13900"/>
                      <a:pt x="17771" y="5248"/>
                      <a:pt x="17771" y="5248"/>
                    </a:cubicBezTo>
                    <a:cubicBezTo>
                      <a:pt x="18165" y="3303"/>
                      <a:pt x="17190" y="0"/>
                      <a:pt x="17190" y="0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34;p41">
                <a:extLst>
                  <a:ext uri="{FF2B5EF4-FFF2-40B4-BE49-F238E27FC236}">
                    <a16:creationId xmlns:a16="http://schemas.microsoft.com/office/drawing/2014/main" id="{59B9F6C1-5314-1A3B-1459-75C042A85F36}"/>
                  </a:ext>
                </a:extLst>
              </p:cNvPr>
              <p:cNvSpPr/>
              <p:nvPr/>
            </p:nvSpPr>
            <p:spPr>
              <a:xfrm>
                <a:off x="674500" y="4535725"/>
                <a:ext cx="420275" cy="277400"/>
              </a:xfrm>
              <a:custGeom>
                <a:avLst/>
                <a:gdLst/>
                <a:ahLst/>
                <a:cxnLst/>
                <a:rect l="l" t="t" r="r" b="b"/>
                <a:pathLst>
                  <a:path w="16811" h="11096" extrusionOk="0">
                    <a:moveTo>
                      <a:pt x="13216" y="1"/>
                    </a:moveTo>
                    <a:cubicBezTo>
                      <a:pt x="13216" y="1"/>
                      <a:pt x="2533" y="8161"/>
                      <a:pt x="1075" y="9136"/>
                    </a:cubicBezTo>
                    <a:cubicBezTo>
                      <a:pt x="0" y="9852"/>
                      <a:pt x="826" y="11095"/>
                      <a:pt x="2192" y="11095"/>
                    </a:cubicBezTo>
                    <a:cubicBezTo>
                      <a:pt x="2679" y="11095"/>
                      <a:pt x="3234" y="10937"/>
                      <a:pt x="3797" y="10541"/>
                    </a:cubicBezTo>
                    <a:cubicBezTo>
                      <a:pt x="7270" y="8092"/>
                      <a:pt x="16811" y="976"/>
                      <a:pt x="16811" y="976"/>
                    </a:cubicBezTo>
                    <a:lnTo>
                      <a:pt x="13216" y="1"/>
                    </a:ln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435;p41">
                <a:extLst>
                  <a:ext uri="{FF2B5EF4-FFF2-40B4-BE49-F238E27FC236}">
                    <a16:creationId xmlns:a16="http://schemas.microsoft.com/office/drawing/2014/main" id="{FBF0ACF5-FC16-54BB-7C7D-9BF562E9614A}"/>
                  </a:ext>
                </a:extLst>
              </p:cNvPr>
              <p:cNvSpPr/>
              <p:nvPr/>
            </p:nvSpPr>
            <p:spPr>
              <a:xfrm>
                <a:off x="1030475" y="4501500"/>
                <a:ext cx="680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1025" extrusionOk="0">
                    <a:moveTo>
                      <a:pt x="1024" y="1"/>
                    </a:moveTo>
                    <a:lnTo>
                      <a:pt x="1" y="675"/>
                    </a:lnTo>
                    <a:lnTo>
                      <a:pt x="1849" y="1024"/>
                    </a:lnTo>
                    <a:lnTo>
                      <a:pt x="2722" y="305"/>
                    </a:lnTo>
                    <a:lnTo>
                      <a:pt x="1024" y="1"/>
                    </a:ln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436;p41">
                <a:extLst>
                  <a:ext uri="{FF2B5EF4-FFF2-40B4-BE49-F238E27FC236}">
                    <a16:creationId xmlns:a16="http://schemas.microsoft.com/office/drawing/2014/main" id="{EFE93E5D-F891-564A-0796-C82C4974795E}"/>
                  </a:ext>
                </a:extLst>
              </p:cNvPr>
              <p:cNvSpPr/>
              <p:nvPr/>
            </p:nvSpPr>
            <p:spPr>
              <a:xfrm>
                <a:off x="1126850" y="4527100"/>
                <a:ext cx="681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025" extrusionOk="0">
                    <a:moveTo>
                      <a:pt x="1024" y="0"/>
                    </a:moveTo>
                    <a:lnTo>
                      <a:pt x="1" y="675"/>
                    </a:lnTo>
                    <a:lnTo>
                      <a:pt x="1853" y="1024"/>
                    </a:lnTo>
                    <a:lnTo>
                      <a:pt x="2726" y="305"/>
                    </a:lnTo>
                    <a:lnTo>
                      <a:pt x="1024" y="0"/>
                    </a:ln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658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4A6A2-41C3-943D-209F-679273C3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Key Principles of Cyberethics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929E79C-441A-8F6B-EF4C-DA6926BD5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1859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768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E8005-DC8C-3A22-7817-F86AEF56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19824A6-AE0A-582A-8059-210CD8626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8366D-7695-E9A1-90FF-3CCDD918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44B1F8-9AC2-28E2-B802-3C5F54BF0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573C2-5941-4A7C-5F1D-ED0534CA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6C1E26-C4AF-4B2A-3A14-DF1D21B84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0A878-048A-7E32-F7D5-DC0FCB19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Components of Digital Citizenship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7D5E-9948-B5F7-D53C-BCBB330BF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61" y="1761891"/>
            <a:ext cx="10772077" cy="4962294"/>
          </a:xfrm>
          <a:solidFill>
            <a:schemeClr val="tx2">
              <a:lumMod val="10000"/>
              <a:lumOff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 fontScale="92500" lnSpcReduction="10000"/>
          </a:bodyPr>
          <a:lstStyle/>
          <a:p>
            <a:r>
              <a:rPr lang="en-US" sz="2400" b="1" u="sng" dirty="0"/>
              <a:t>Digital Access: </a:t>
            </a:r>
            <a:r>
              <a:rPr lang="en-US" sz="2400" dirty="0"/>
              <a:t>Ensure equitable access to technology and the internet.</a:t>
            </a:r>
          </a:p>
          <a:p>
            <a:r>
              <a:rPr lang="en-US" sz="2400" b="1" u="sng" dirty="0"/>
              <a:t>Digital Commerce: </a:t>
            </a:r>
            <a:r>
              <a:rPr lang="en-US" sz="2400" dirty="0"/>
              <a:t>Understand and engage in safe online transactions.</a:t>
            </a:r>
          </a:p>
          <a:p>
            <a:r>
              <a:rPr lang="en-US" sz="2400" b="1" u="sng" dirty="0"/>
              <a:t>Digital Communication: </a:t>
            </a:r>
            <a:r>
              <a:rPr lang="en-US" sz="2400" dirty="0"/>
              <a:t>Use digital tools to communicate effectively and respectfully.</a:t>
            </a:r>
          </a:p>
          <a:p>
            <a:r>
              <a:rPr lang="en-US" sz="2400" b="1" u="sng" dirty="0"/>
              <a:t>Digital Literacy: </a:t>
            </a:r>
            <a:r>
              <a:rPr lang="en-US" sz="2400" dirty="0"/>
              <a:t>Develop skills to navigate, evaluate, and create digital content responsibly.</a:t>
            </a:r>
          </a:p>
          <a:p>
            <a:r>
              <a:rPr lang="en-US" sz="2400" b="1" u="sng" dirty="0"/>
              <a:t>Digital Etiquette: </a:t>
            </a:r>
            <a:r>
              <a:rPr lang="en-US" sz="2400" dirty="0"/>
              <a:t>Practice respectful and appropriate behavior online.</a:t>
            </a:r>
          </a:p>
          <a:p>
            <a:r>
              <a:rPr lang="en-US" sz="2400" b="1" u="sng" dirty="0"/>
              <a:t>Digital Law: </a:t>
            </a:r>
            <a:r>
              <a:rPr lang="en-US" sz="2400" dirty="0"/>
              <a:t>Understand and comply with laws governing digital activities.</a:t>
            </a:r>
          </a:p>
          <a:p>
            <a:r>
              <a:rPr lang="en-US" sz="2400" b="1" u="sng" dirty="0"/>
              <a:t>Digital Rights and Responsibilities: </a:t>
            </a:r>
            <a:r>
              <a:rPr lang="en-US" sz="2400" dirty="0"/>
              <a:t>Balance digital rights with ethical responsibilities.</a:t>
            </a:r>
          </a:p>
          <a:p>
            <a:r>
              <a:rPr lang="en-US" sz="2400" b="1" u="sng" dirty="0"/>
              <a:t>Digital Health and Wellness: </a:t>
            </a:r>
            <a:r>
              <a:rPr lang="en-US" sz="2400" dirty="0"/>
              <a:t>Use technology to promote physical and mental well-being.</a:t>
            </a:r>
          </a:p>
          <a:p>
            <a:r>
              <a:rPr lang="en-US" sz="2400" b="1" u="sng" dirty="0"/>
              <a:t>Digital Security: </a:t>
            </a:r>
            <a:r>
              <a:rPr lang="en-US" sz="2400" dirty="0"/>
              <a:t>Protect personal and sensitive information from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79274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181CD-EE48-602F-E4E8-E8829970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Influence of Digital Citizenship on Offline Lives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8ECCE6-8F89-B0C5-A281-434C40014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26771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762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16191-4577-9B6B-3374-656D08E0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00502A-CFFB-FB33-8B57-5D6D13F65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3C3AB-7394-1A27-8308-BB1CF038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1943F-F6B6-E94A-A7DD-336D2697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BFB51D-4625-37C6-EA4E-4AF93AB9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2E297-996C-44FD-9628-861D2133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Critical Thinking and Information Literacy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9ADA53C-D3E8-6844-BDCB-810E0530F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727596"/>
              </p:ext>
            </p:extLst>
          </p:nvPr>
        </p:nvGraphicFramePr>
        <p:xfrm>
          <a:off x="1170755" y="2518295"/>
          <a:ext cx="9930920" cy="3603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508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4B338-00E7-737A-1359-A924247F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C12574-ED01-7FFE-BA8C-84A40291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FC6197-B675-27B7-B801-890C047CB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BF451-AE24-2E8E-087A-B463E7143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57025D-935F-3C70-FE35-E8A9FDB54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41F82-272F-0137-6C9A-34987C9A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Social Media and Online Communication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C0071A-5422-88CE-00FD-6A7CE85E4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456310"/>
              </p:ext>
            </p:extLst>
          </p:nvPr>
        </p:nvGraphicFramePr>
        <p:xfrm>
          <a:off x="693234" y="21700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826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04822-85CF-89E7-BC8D-9B0FD786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5A2030-B16A-78F1-AFD4-F5AC6B206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3B14F1-2355-ADA6-31B2-8F284B038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AE6B7F-7331-364A-2BB9-FDBFF2AF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7FF55D-2935-BB1F-9F72-685D11307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DBB0C-291A-26FA-551F-8FEACB8F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Legal and Ethical Issues in Technology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2FC1072-4C4D-17AD-8F70-05090601A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4593216"/>
              </p:ext>
            </p:extLst>
          </p:nvPr>
        </p:nvGraphicFramePr>
        <p:xfrm>
          <a:off x="984819" y="2631687"/>
          <a:ext cx="10515600" cy="3452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346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F399D-4948-8279-1F4D-44F03CFB4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5" y="499397"/>
            <a:ext cx="8830625" cy="794144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Respecting Intellectual Property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0266-7F64-DA2F-BF89-DAFC18835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6" y="2512956"/>
            <a:ext cx="6845708" cy="3519780"/>
          </a:xfrm>
        </p:spPr>
        <p:txBody>
          <a:bodyPr>
            <a:normAutofit/>
          </a:bodyPr>
          <a:lstStyle/>
          <a:p>
            <a:pPr algn="just"/>
            <a:r>
              <a:rPr lang="en-US" sz="2400" b="1" u="sng" dirty="0"/>
              <a:t>Understanding Copyright and Fair Use</a:t>
            </a:r>
            <a:r>
              <a:rPr lang="en-US" sz="2400" b="1" dirty="0"/>
              <a:t> </a:t>
            </a:r>
            <a:r>
              <a:rPr lang="en-US" sz="2400" dirty="0"/>
              <a:t>(Empowers responsible use of digital content, Prevents unauthorized copying, distribution, or use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b="1" dirty="0"/>
              <a:t>Supporting the Creative Community </a:t>
            </a:r>
            <a:r>
              <a:rPr lang="en-US" sz="2400" dirty="0"/>
              <a:t>(Encourages and protects original ideas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Graphic 6" descr="Pencil">
            <a:extLst>
              <a:ext uri="{FF2B5EF4-FFF2-40B4-BE49-F238E27FC236}">
                <a16:creationId xmlns:a16="http://schemas.microsoft.com/office/drawing/2014/main" id="{B2398078-E453-9DA3-B227-4C8756788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53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82BF0-70C2-712A-F71F-F7F1AA9C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693783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Avoiding 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FECF-9EA0-3671-C967-ECAE80FF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87" y="1615321"/>
            <a:ext cx="6533473" cy="42056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i="1" u="sng" dirty="0"/>
              <a:t>What is Plagiarism?</a:t>
            </a:r>
          </a:p>
          <a:p>
            <a:pPr algn="just"/>
            <a:r>
              <a:rPr lang="en-US" sz="2400" dirty="0"/>
              <a:t>Presenting someone else’s work or ideas as your own without credit</a:t>
            </a:r>
          </a:p>
          <a:p>
            <a:pPr marL="0" indent="0" algn="just">
              <a:buNone/>
            </a:pPr>
            <a:r>
              <a:rPr lang="en-US" sz="2400" b="1" i="1" u="sng" dirty="0"/>
              <a:t>Consequences of Plagiarism</a:t>
            </a:r>
          </a:p>
          <a:p>
            <a:pPr algn="just"/>
            <a:r>
              <a:rPr lang="en-US" sz="2400" dirty="0"/>
              <a:t>Undermines originality and honesty</a:t>
            </a:r>
          </a:p>
          <a:p>
            <a:pPr algn="just"/>
            <a:r>
              <a:rPr lang="en-US" sz="2400" dirty="0"/>
              <a:t>Severe repercussions for individuals and institutions</a:t>
            </a:r>
          </a:p>
          <a:p>
            <a:pPr marL="0" indent="0" algn="just">
              <a:buNone/>
            </a:pPr>
            <a:r>
              <a:rPr lang="en-US" sz="2400" b="1" i="1" u="sng" dirty="0"/>
              <a:t>Role of Copyright and Fair Use</a:t>
            </a:r>
          </a:p>
          <a:p>
            <a:r>
              <a:rPr lang="en-US" sz="2400" dirty="0"/>
              <a:t>Helps avoid plagiarism through proper attribution</a:t>
            </a:r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5A631550-A007-D399-9B20-97C56C26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32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13C83-A2DB-C9EE-07EC-B591493A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97" y="330740"/>
            <a:ext cx="7760644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The Four Factors of Fair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B11C-8AA0-098D-A847-2602A0375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556" y="2285999"/>
            <a:ext cx="7315047" cy="3613149"/>
          </a:xfrm>
        </p:spPr>
        <p:txBody>
          <a:bodyPr anchor="ctr">
            <a:normAutofit fontScale="92500"/>
          </a:bodyPr>
          <a:lstStyle/>
          <a:p>
            <a:pPr marL="0" indent="0" algn="just">
              <a:buNone/>
            </a:pPr>
            <a:r>
              <a:rPr lang="en-US" sz="2400" dirty="0"/>
              <a:t>Fair use gives users the right to use copyrighted material without permission under certain circumstances.</a:t>
            </a:r>
          </a:p>
          <a:p>
            <a:pPr algn="just"/>
            <a:r>
              <a:rPr lang="en-US" sz="2400" dirty="0"/>
              <a:t>Purpose and Character of Use</a:t>
            </a:r>
          </a:p>
          <a:p>
            <a:pPr algn="just"/>
            <a:r>
              <a:rPr lang="en-US" sz="2400" dirty="0"/>
              <a:t>Nature of the Copyrighted Work (Factual or informational works favored over highly creative works)</a:t>
            </a:r>
          </a:p>
          <a:p>
            <a:pPr algn="just"/>
            <a:r>
              <a:rPr lang="en-US" sz="2400" dirty="0"/>
              <a:t>Amount and Substantiality (Small portions or snippets more likely to be fair use)</a:t>
            </a:r>
          </a:p>
          <a:p>
            <a:pPr algn="just"/>
            <a:r>
              <a:rPr lang="en-US" sz="2400" dirty="0"/>
              <a:t>Effect on the Market (Should not harm the market or value of the original work)</a:t>
            </a:r>
          </a:p>
        </p:txBody>
      </p:sp>
      <p:pic>
        <p:nvPicPr>
          <p:cNvPr id="5" name="Picture 4" descr="Fruits and vegetables on boats">
            <a:extLst>
              <a:ext uri="{FF2B5EF4-FFF2-40B4-BE49-F238E27FC236}">
                <a16:creationId xmlns:a16="http://schemas.microsoft.com/office/drawing/2014/main" id="{997CEF4D-4DD1-48B0-D734-01226D527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89" r="21011" b="-2"/>
          <a:stretch/>
        </p:blipFill>
        <p:spPr>
          <a:xfrm>
            <a:off x="8870868" y="1"/>
            <a:ext cx="3327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94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0B1B8-2952-94AE-18D9-9C0B6C81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39" r="27986"/>
          <a:stretch/>
        </p:blipFill>
        <p:spPr>
          <a:xfrm>
            <a:off x="-1" y="-2"/>
            <a:ext cx="4798484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70365-D1F4-C87E-6E9B-60A0E099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 i="0">
                <a:effectLst/>
                <a:latin typeface="Inter"/>
              </a:rPr>
              <a:t>Cybercrime?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11ED7-7003-98C7-C975-DED790FB1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0916" y="2370671"/>
            <a:ext cx="6187519" cy="4081644"/>
          </a:xfrm>
        </p:spPr>
        <p:txBody>
          <a:bodyPr anchor="ctr">
            <a:normAutofit/>
          </a:bodyPr>
          <a:lstStyle/>
          <a:p>
            <a:pPr algn="just"/>
            <a:r>
              <a:rPr lang="en-US" b="1" i="0" dirty="0">
                <a:effectLst/>
                <a:latin typeface="Inter"/>
              </a:rPr>
              <a:t>What is Cybercrime?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Inter"/>
              </a:rPr>
              <a:t>Criminal activities through or targeting computer systems and networks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Inter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Examples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Inter"/>
              </a:rPr>
              <a:t>Hacking, identity theft, phishing, ransomware, online fraud, cyberbullying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1456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A1D6E-596A-BBAC-3FEA-1C0E462D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90" y="207693"/>
            <a:ext cx="6422768" cy="1624520"/>
          </a:xfrm>
        </p:spPr>
        <p:txBody>
          <a:bodyPr anchor="ctr">
            <a:normAutofit/>
          </a:bodyPr>
          <a:lstStyle/>
          <a:p>
            <a:r>
              <a:rPr lang="en-US" sz="4000" b="1" i="0" dirty="0">
                <a:effectLst/>
                <a:latin typeface="Inter"/>
              </a:rPr>
              <a:t>Identifying Cybercrime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CB5DC-916B-7E6A-8405-86834BBF5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969" y="2471389"/>
            <a:ext cx="7760645" cy="3613149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b="1" u="sng" dirty="0"/>
              <a:t>Unauthorized Access: </a:t>
            </a:r>
            <a:r>
              <a:rPr lang="en-US" sz="2000" dirty="0"/>
              <a:t>Unauthorized logins to social media, email, or other accounts</a:t>
            </a:r>
          </a:p>
          <a:p>
            <a:pPr algn="just"/>
            <a:r>
              <a:rPr lang="en-US" sz="2000" b="1" u="sng" dirty="0"/>
              <a:t>Phishing Attempts: </a:t>
            </a:r>
            <a:r>
              <a:rPr lang="en-US" sz="2000" dirty="0"/>
              <a:t>Suspicious emails/messages requesting personal or financial information</a:t>
            </a:r>
          </a:p>
          <a:p>
            <a:pPr algn="just"/>
            <a:r>
              <a:rPr lang="en-US" sz="2000" b="1" u="sng" dirty="0"/>
              <a:t>Ransomware: </a:t>
            </a:r>
            <a:r>
              <a:rPr lang="en-US" sz="2000" dirty="0"/>
              <a:t>Locked devices/networks with ransom demands</a:t>
            </a:r>
          </a:p>
          <a:p>
            <a:pPr algn="just"/>
            <a:r>
              <a:rPr lang="en-US" sz="2000" b="1" u="sng" dirty="0"/>
              <a:t>Online Fraud: </a:t>
            </a:r>
            <a:r>
              <a:rPr lang="en-US" sz="2000" dirty="0"/>
              <a:t>Unusual transactions on bank or credit card statements</a:t>
            </a:r>
          </a:p>
          <a:p>
            <a:pPr algn="just"/>
            <a:r>
              <a:rPr lang="en-US" sz="2000" b="1" u="sng" dirty="0"/>
              <a:t>Cyberbullying: </a:t>
            </a:r>
            <a:r>
              <a:rPr lang="en-US" sz="2000" dirty="0"/>
              <a:t>Online harassment, threats, or malicious intent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15D627FD-A1E2-06A9-54B3-13962E4C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6" r="33774" b="-2"/>
          <a:stretch/>
        </p:blipFill>
        <p:spPr>
          <a:xfrm>
            <a:off x="9284249" y="1"/>
            <a:ext cx="2914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96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219F7-604D-E039-C27C-191970E2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Consequences of Cybercrime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F6314-4B82-76C7-9BDB-9F5A44E1D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3177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5372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C7FF-264C-547E-B381-5F615066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90832EC-0DA1-04EA-41F7-DBBF97C7C8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0476335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50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19233-BA42-76F4-08CC-5FBD14E40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726444"/>
            <a:ext cx="5105399" cy="41633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Thank You</a:t>
            </a:r>
          </a:p>
        </p:txBody>
      </p:sp>
      <p:pic>
        <p:nvPicPr>
          <p:cNvPr id="21" name="Graphic 20" descr="Smiling Face with No Fill">
            <a:extLst>
              <a:ext uri="{FF2B5EF4-FFF2-40B4-BE49-F238E27FC236}">
                <a16:creationId xmlns:a16="http://schemas.microsoft.com/office/drawing/2014/main" id="{EDF13657-0A8A-E935-483E-5AF72B9DE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5346" y="2766817"/>
            <a:ext cx="2751667" cy="27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chnology Subject for Middle School: Digital Citizenship and Internet Safety by Slidesgo">
  <a:themeElements>
    <a:clrScheme name="Simple Light">
      <a:dk1>
        <a:srgbClr val="202F34"/>
      </a:dk1>
      <a:lt1>
        <a:srgbClr val="FCF9F9"/>
      </a:lt1>
      <a:dk2>
        <a:srgbClr val="D5F2ED"/>
      </a:dk2>
      <a:lt2>
        <a:srgbClr val="65D6D4"/>
      </a:lt2>
      <a:accent1>
        <a:srgbClr val="FEBCC9"/>
      </a:accent1>
      <a:accent2>
        <a:srgbClr val="FE8359"/>
      </a:accent2>
      <a:accent3>
        <a:srgbClr val="97504E"/>
      </a:accent3>
      <a:accent4>
        <a:srgbClr val="706994"/>
      </a:accent4>
      <a:accent5>
        <a:srgbClr val="B7B5CA"/>
      </a:accent5>
      <a:accent6>
        <a:srgbClr val="FFFFFF"/>
      </a:accent6>
      <a:hlink>
        <a:srgbClr val="202F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944</Words>
  <Application>Microsoft Office PowerPoint</Application>
  <PresentationFormat>Widescreen</PresentationFormat>
  <Paragraphs>118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ADLaM Display</vt:lpstr>
      <vt:lpstr>Aptos</vt:lpstr>
      <vt:lpstr>Aptos Display</vt:lpstr>
      <vt:lpstr>Arial</vt:lpstr>
      <vt:lpstr>Bebas Neue</vt:lpstr>
      <vt:lpstr>Calibri</vt:lpstr>
      <vt:lpstr>Exo ExtraBold</vt:lpstr>
      <vt:lpstr>Inter</vt:lpstr>
      <vt:lpstr>Nunito Light</vt:lpstr>
      <vt:lpstr>PT Sans</vt:lpstr>
      <vt:lpstr>Source Sans 3</vt:lpstr>
      <vt:lpstr>Office Theme</vt:lpstr>
      <vt:lpstr>Technology Subject for Middle School: Digital Citizenship and Internet Safety by Slidesgo</vt:lpstr>
      <vt:lpstr>FAST National University of Computer and Emerging Sciences, Islamabad </vt:lpstr>
      <vt:lpstr>Cyber Ethics &amp; Digital Citizenship</vt:lpstr>
      <vt:lpstr>Key Takeaways</vt:lpstr>
      <vt:lpstr>Cyberethics and Digital Citizenship</vt:lpstr>
      <vt:lpstr>Importance of Cyberethics and Digital Citizenship</vt:lpstr>
      <vt:lpstr>Key Principles of Cyberethics</vt:lpstr>
      <vt:lpstr>Key Components of Digital Citizenship</vt:lpstr>
      <vt:lpstr>Influence of Digital Citizenship on Offline Lives</vt:lpstr>
      <vt:lpstr>Critical Thinking and Information Literacy</vt:lpstr>
      <vt:lpstr>Social Media and Online Communication</vt:lpstr>
      <vt:lpstr>Legal and Ethical Issues in Technology</vt:lpstr>
      <vt:lpstr>Respecting Intellectual Property Rights</vt:lpstr>
      <vt:lpstr>Avoiding Plagiarism</vt:lpstr>
      <vt:lpstr>The Four Factors of Fair Use</vt:lpstr>
      <vt:lpstr>Cybercrime?</vt:lpstr>
      <vt:lpstr>Identifying Cybercrime</vt:lpstr>
      <vt:lpstr>Consequences of Cybercrime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MAZHAR</dc:creator>
  <cp:lastModifiedBy>Tayyaba  Waseem</cp:lastModifiedBy>
  <cp:revision>48</cp:revision>
  <dcterms:created xsi:type="dcterms:W3CDTF">2025-02-09T12:11:30Z</dcterms:created>
  <dcterms:modified xsi:type="dcterms:W3CDTF">2026-02-03T08:27:52Z</dcterms:modified>
</cp:coreProperties>
</file>